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4"/>
  </p:sldMasterIdLst>
  <p:notesMasterIdLst>
    <p:notesMasterId r:id="rId16"/>
  </p:notesMasterIdLst>
  <p:handoutMasterIdLst>
    <p:handoutMasterId r:id="rId17"/>
  </p:handoutMasterIdLst>
  <p:sldIdLst>
    <p:sldId id="256" r:id="rId5"/>
    <p:sldId id="275" r:id="rId6"/>
    <p:sldId id="370" r:id="rId7"/>
    <p:sldId id="294" r:id="rId8"/>
    <p:sldId id="295" r:id="rId9"/>
    <p:sldId id="297" r:id="rId10"/>
    <p:sldId id="371" r:id="rId11"/>
    <p:sldId id="298" r:id="rId12"/>
    <p:sldId id="299" r:id="rId13"/>
    <p:sldId id="345" r:id="rId14"/>
    <p:sldId id="296" r:id="rId15"/>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7F7F7F"/>
    <a:srgbClr val="A6A6A6"/>
    <a:srgbClr val="BFBFBF"/>
    <a:srgbClr val="465359"/>
    <a:srgbClr val="757575"/>
    <a:srgbClr val="8B8B8B"/>
    <a:srgbClr val="B0B0B0"/>
    <a:srgbClr val="D3D3D3"/>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774" y="78"/>
      </p:cViewPr>
      <p:guideLst/>
    </p:cSldViewPr>
  </p:slideViewPr>
  <p:notesTextViewPr>
    <p:cViewPr>
      <p:scale>
        <a:sx n="1" d="1"/>
        <a:sy n="1" d="1"/>
      </p:scale>
      <p:origin x="0" y="0"/>
    </p:cViewPr>
  </p:notesTextViewPr>
  <p:notesViewPr>
    <p:cSldViewPr snapToGrid="0">
      <p:cViewPr varScale="1">
        <p:scale>
          <a:sx n="99" d="100"/>
          <a:sy n="99" d="100"/>
        </p:scale>
        <p:origin x="282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F4366289-7251-4248-8185-9FEDE67FEB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FA911AAB-DA95-4CED-94BD-874BA4394ED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0DEEF26-1A03-4B1A-AE72-C28CA9B5024D}" type="datetime1">
              <a:rPr lang="es-ES" smtClean="0"/>
              <a:t>29/03/2025</a:t>
            </a:fld>
            <a:endParaRPr lang="es-ES"/>
          </a:p>
        </p:txBody>
      </p:sp>
      <p:sp>
        <p:nvSpPr>
          <p:cNvPr id="4" name="Marcador de pie de página 3">
            <a:extLst>
              <a:ext uri="{FF2B5EF4-FFF2-40B4-BE49-F238E27FC236}">
                <a16:creationId xmlns:a16="http://schemas.microsoft.com/office/drawing/2014/main" id="{796222C7-E745-4972-ADB2-26864641F2B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8F0AA558-CC6A-4543-8082-2ECED10B3D0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6FEEF11-4551-44CC-8138-2C9C44119EA2}" type="slidenum">
              <a:rPr lang="es-ES" smtClean="0"/>
              <a:t>‹Nº›</a:t>
            </a:fld>
            <a:endParaRPr lang="es-ES"/>
          </a:p>
        </p:txBody>
      </p:sp>
    </p:spTree>
    <p:extLst>
      <p:ext uri="{BB962C8B-B14F-4D97-AF65-F5344CB8AC3E}">
        <p14:creationId xmlns:p14="http://schemas.microsoft.com/office/powerpoint/2010/main" val="25847647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F0D74895-5176-4251-996A-78582FB81F91}" type="datetime1">
              <a:rPr lang="es-ES" noProof="0" smtClean="0"/>
              <a:t>29/03/2025</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4C8E5D6-E240-4AB4-B03F-F45C58F87E64}" type="slidenum">
              <a:rPr lang="es-ES" noProof="0" smtClean="0"/>
              <a:t>‹Nº›</a:t>
            </a:fld>
            <a:endParaRPr lang="es-ES" noProof="0"/>
          </a:p>
        </p:txBody>
      </p:sp>
    </p:spTree>
    <p:extLst>
      <p:ext uri="{BB962C8B-B14F-4D97-AF65-F5344CB8AC3E}">
        <p14:creationId xmlns:p14="http://schemas.microsoft.com/office/powerpoint/2010/main" val="41203065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a:t>
            </a:fld>
            <a:endParaRPr lang="es-ES"/>
          </a:p>
        </p:txBody>
      </p:sp>
    </p:spTree>
    <p:extLst>
      <p:ext uri="{BB962C8B-B14F-4D97-AF65-F5344CB8AC3E}">
        <p14:creationId xmlns:p14="http://schemas.microsoft.com/office/powerpoint/2010/main" val="3591548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10</a:t>
            </a:fld>
            <a:endParaRPr lang="es-ES"/>
          </a:p>
        </p:txBody>
      </p:sp>
    </p:spTree>
    <p:extLst>
      <p:ext uri="{BB962C8B-B14F-4D97-AF65-F5344CB8AC3E}">
        <p14:creationId xmlns:p14="http://schemas.microsoft.com/office/powerpoint/2010/main" val="423862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11</a:t>
            </a:fld>
            <a:endParaRPr lang="es-ES"/>
          </a:p>
        </p:txBody>
      </p:sp>
    </p:spTree>
    <p:extLst>
      <p:ext uri="{BB962C8B-B14F-4D97-AF65-F5344CB8AC3E}">
        <p14:creationId xmlns:p14="http://schemas.microsoft.com/office/powerpoint/2010/main" val="789767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ángulo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es-ES" noProof="0"/>
              <a:t>Haga clic para modificar el estilo de título del patrón</a:t>
            </a:r>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8" name="Marcador de fecha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1FE76E97-516D-4ABE-88C8-400B36F168FB}" type="datetime1">
              <a:rPr lang="es-ES" noProof="0" smtClean="0"/>
              <a:t>29/03/2025</a:t>
            </a:fld>
            <a:endParaRPr lang="es-ES" noProof="0"/>
          </a:p>
        </p:txBody>
      </p:sp>
      <p:sp>
        <p:nvSpPr>
          <p:cNvPr id="9" name="Marcador de pie de página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s-ES" noProof="0"/>
          </a:p>
        </p:txBody>
      </p:sp>
      <p:sp>
        <p:nvSpPr>
          <p:cNvPr id="10" name="Marcador de posición de número de diapositiva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4208041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apositiva de título">
    <p:spTree>
      <p:nvGrpSpPr>
        <p:cNvPr id="1" name=""/>
        <p:cNvGrpSpPr/>
        <p:nvPr/>
      </p:nvGrpSpPr>
      <p:grpSpPr>
        <a:xfrm>
          <a:off x="0" y="0"/>
          <a:ext cx="0" cy="0"/>
          <a:chOff x="0" y="0"/>
          <a:chExt cx="0" cy="0"/>
        </a:xfrm>
      </p:grpSpPr>
      <p:sp>
        <p:nvSpPr>
          <p:cNvPr id="5" name="Marcador de posición de imagen 4"/>
          <p:cNvSpPr>
            <a:spLocks noGrp="1"/>
          </p:cNvSpPr>
          <p:nvPr>
            <p:ph type="pic" sz="quarter" idx="13"/>
          </p:nvPr>
        </p:nvSpPr>
        <p:spPr>
          <a:xfrm>
            <a:off x="0" y="0"/>
            <a:ext cx="12192000" cy="6858000"/>
          </a:xfrm>
        </p:spPr>
        <p:txBody>
          <a:bodyPr rtlCol="0"/>
          <a:lstStyle>
            <a:lvl1pPr algn="ctr">
              <a:defRPr/>
            </a:lvl1pPr>
          </a:lstStyle>
          <a:p>
            <a:pPr rtl="0"/>
            <a:r>
              <a:rPr lang="es-ES" noProof="0"/>
              <a:t>Haga clic en el icono para agregar una imagen</a:t>
            </a:r>
          </a:p>
        </p:txBody>
      </p:sp>
      <p:sp>
        <p:nvSpPr>
          <p:cNvPr id="11" name="Rectángulo 10"/>
          <p:cNvSpPr/>
          <p:nvPr userDrawn="1"/>
        </p:nvSpPr>
        <p:spPr>
          <a:xfrm>
            <a:off x="446534" y="4284627"/>
            <a:ext cx="11292840" cy="201167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3" name="Subtítulo 2"/>
          <p:cNvSpPr>
            <a:spLocks noGrp="1"/>
          </p:cNvSpPr>
          <p:nvPr>
            <p:ph type="subTitle" idx="1" hasCustomPrompt="1"/>
          </p:nvPr>
        </p:nvSpPr>
        <p:spPr>
          <a:xfrm>
            <a:off x="581194" y="5695849"/>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12" name="Rectángulo 11"/>
          <p:cNvSpPr/>
          <p:nvPr userDrawn="1"/>
        </p:nvSpPr>
        <p:spPr>
          <a:xfrm>
            <a:off x="446534" y="4114808"/>
            <a:ext cx="1129284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p:nvPr>
        </p:nvSpPr>
        <p:spPr>
          <a:xfrm>
            <a:off x="581191" y="4220835"/>
            <a:ext cx="10993549" cy="1475013"/>
          </a:xfrm>
          <a:effectLst/>
        </p:spPr>
        <p:txBody>
          <a:bodyPr rtlCol="0" anchor="b">
            <a:normAutofit/>
          </a:bodyPr>
          <a:lstStyle>
            <a:lvl1pPr>
              <a:defRPr sz="3600">
                <a:solidFill>
                  <a:schemeClr val="bg1"/>
                </a:solidFill>
              </a:defRPr>
            </a:lvl1pPr>
          </a:lstStyle>
          <a:p>
            <a:pPr rtl="0"/>
            <a:r>
              <a:rPr lang="es-ES" noProof="0"/>
              <a:t>Haga clic para modificar el estilo de título del patrón</a:t>
            </a:r>
          </a:p>
        </p:txBody>
      </p:sp>
    </p:spTree>
    <p:extLst>
      <p:ext uri="{BB962C8B-B14F-4D97-AF65-F5344CB8AC3E}">
        <p14:creationId xmlns:p14="http://schemas.microsoft.com/office/powerpoint/2010/main" val="4283342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a:xfrm>
            <a:off x="581192" y="702156"/>
            <a:ext cx="11029616" cy="1188720"/>
          </a:xfrm>
        </p:spPr>
        <p:txBody>
          <a:bodyPr rtlCol="0"/>
          <a:lstStyle/>
          <a:p>
            <a:pPr rtl="0"/>
            <a:r>
              <a:rPr lang="es-ES" noProof="0"/>
              <a:t>Haga clic para modificar el estilo de título del patrón</a:t>
            </a:r>
          </a:p>
        </p:txBody>
      </p:sp>
      <p:sp>
        <p:nvSpPr>
          <p:cNvPr id="3" name="Marcador de posición de contenido 2"/>
          <p:cNvSpPr>
            <a:spLocks noGrp="1"/>
          </p:cNvSpPr>
          <p:nvPr>
            <p:ph idx="1"/>
          </p:nvPr>
        </p:nvSpPr>
        <p:spPr>
          <a:xfrm>
            <a:off x="581192" y="2340864"/>
            <a:ext cx="11029615" cy="3634486"/>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fecha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21DFFEB0-22A6-45B7-A1B1-4E00AC60E9E5}" type="datetime1">
              <a:rPr lang="es-ES" noProof="0" smtClean="0"/>
              <a:t>29/03/2025</a:t>
            </a:fld>
            <a:endParaRPr lang="es-ES" noProof="0"/>
          </a:p>
        </p:txBody>
      </p:sp>
      <p:sp>
        <p:nvSpPr>
          <p:cNvPr id="9" name="Marcador de pie de página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s-ES" noProof="0"/>
          </a:p>
        </p:txBody>
      </p:sp>
      <p:sp>
        <p:nvSpPr>
          <p:cNvPr id="10" name="Marcador de posición de número de diapositiva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961648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Cabecera de sección">
    <p:spTree>
      <p:nvGrpSpPr>
        <p:cNvPr id="1" name=""/>
        <p:cNvGrpSpPr/>
        <p:nvPr/>
      </p:nvGrpSpPr>
      <p:grpSpPr>
        <a:xfrm>
          <a:off x="0" y="0"/>
          <a:ext cx="0" cy="0"/>
          <a:chOff x="0" y="0"/>
          <a:chExt cx="0" cy="0"/>
        </a:xfrm>
      </p:grpSpPr>
      <p:sp>
        <p:nvSpPr>
          <p:cNvPr id="8" name="Rectángulo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64EB589F-AE9C-4159-962B-B23AA5BE2981}" type="datetime1">
              <a:rPr lang="es-ES" noProof="0" smtClean="0"/>
              <a:t>29/03/2025</a:t>
            </a:fld>
            <a:endParaRPr lang="es-ES" noProof="0"/>
          </a:p>
        </p:txBody>
      </p:sp>
      <p:sp>
        <p:nvSpPr>
          <p:cNvPr id="9" name="Marcador de pie de página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s-ES" noProof="0"/>
          </a:p>
        </p:txBody>
      </p:sp>
      <p:sp>
        <p:nvSpPr>
          <p:cNvPr id="10" name="Marcador de posición de número de diapositiva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3661439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posición de contenido 2"/>
          <p:cNvSpPr>
            <a:spLocks noGrp="1"/>
          </p:cNvSpPr>
          <p:nvPr>
            <p:ph sz="half" idx="1"/>
          </p:nvPr>
        </p:nvSpPr>
        <p:spPr>
          <a:xfrm>
            <a:off x="581193" y="2228003"/>
            <a:ext cx="5194767" cy="3633047"/>
          </a:xfrm>
        </p:spPr>
        <p:txBody>
          <a:bodyPr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contenido 3"/>
          <p:cNvSpPr>
            <a:spLocks noGrp="1"/>
          </p:cNvSpPr>
          <p:nvPr>
            <p:ph sz="half" idx="2"/>
          </p:nvPr>
        </p:nvSpPr>
        <p:spPr>
          <a:xfrm>
            <a:off x="6416039" y="2228003"/>
            <a:ext cx="5194769" cy="3633047"/>
          </a:xfrm>
        </p:spPr>
        <p:txBody>
          <a:bodyPr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fld id="{E20A020E-1DB8-4044-A808-ED9931C09B97}" type="datetime1">
              <a:rPr lang="es-ES" noProof="0" smtClean="0"/>
              <a:t>29/03/2025</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30166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1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1" y="2905648"/>
            <a:ext cx="5194769" cy="557784"/>
          </a:xfrm>
        </p:spPr>
        <p:txBody>
          <a:bodyPr rtlCol="0" anchor="ctr">
            <a:noAutofit/>
          </a:bodyPr>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581194" y="3580809"/>
            <a:ext cx="5194766" cy="2934999"/>
          </a:xfrm>
        </p:spPr>
        <p:txBody>
          <a:bodyPr rtlCol="0" anchor="t">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osición de texto 4"/>
          <p:cNvSpPr>
            <a:spLocks noGrp="1"/>
          </p:cNvSpPr>
          <p:nvPr>
            <p:ph type="body" sz="quarter" idx="3"/>
          </p:nvPr>
        </p:nvSpPr>
        <p:spPr>
          <a:xfrm>
            <a:off x="6416039" y="2905649"/>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s-ES" noProof="0"/>
              <a:t>Haga clic para modificar los estilos de texto del patrón</a:t>
            </a:r>
          </a:p>
        </p:txBody>
      </p:sp>
      <p:sp>
        <p:nvSpPr>
          <p:cNvPr id="6" name="Marcador de posición de contenido 5"/>
          <p:cNvSpPr>
            <a:spLocks noGrp="1"/>
          </p:cNvSpPr>
          <p:nvPr>
            <p:ph sz="quarter" idx="4"/>
          </p:nvPr>
        </p:nvSpPr>
        <p:spPr>
          <a:xfrm>
            <a:off x="6416037" y="3580809"/>
            <a:ext cx="5194771" cy="2934999"/>
          </a:xfrm>
        </p:spPr>
        <p:txBody>
          <a:bodyPr rtlCol="0" anchor="t">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1A886D6C-642C-4F3A-80F4-3766661C3280}" type="datetime1">
              <a:rPr lang="es-ES" noProof="0" smtClean="0"/>
              <a:t>29/03/2025</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3308255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8" name="Título 1"/>
          <p:cNvSpPr>
            <a:spLocks noGrp="1"/>
          </p:cNvSpPr>
          <p:nvPr>
            <p:ph type="title"/>
          </p:nvPr>
        </p:nvSpPr>
        <p:spPr>
          <a:xfrm>
            <a:off x="575894" y="729658"/>
            <a:ext cx="11029616" cy="988332"/>
          </a:xfrm>
        </p:spPr>
        <p:txBody>
          <a:bodyPr rtlCol="0"/>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p>
            <a:pPr rtl="0"/>
            <a:fld id="{5C8AF5F8-67F3-49B2-8A5D-9976371AC6D6}" type="datetime1">
              <a:rPr lang="es-ES" noProof="0" smtClean="0"/>
              <a:t>29/03/2025</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posición de número de diapositiva 4"/>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397010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Sólo el título">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AB94070D-8484-4B7B-ADE0-4CCDD6380285}"/>
              </a:ext>
              <a:ext uri="{C183D7F6-B498-43B3-948B-1728B52AA6E4}">
                <adec:decorative xmlns:adec="http://schemas.microsoft.com/office/drawing/2017/decorative" val="1"/>
              </a:ext>
            </a:extLst>
          </p:cNvPr>
          <p:cNvSpPr/>
          <p:nvPr userDrawn="1"/>
        </p:nvSpPr>
        <p:spPr>
          <a:xfrm>
            <a:off x="-8626" y="5120639"/>
            <a:ext cx="12200626" cy="17326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latin typeface="Arial" panose="020B0604020202020204" pitchFamily="34" charset="0"/>
              <a:cs typeface="Arial" panose="020B0604020202020204" pitchFamily="34" charset="0"/>
            </a:endParaRPr>
          </a:p>
        </p:txBody>
      </p:sp>
      <p:sp>
        <p:nvSpPr>
          <p:cNvPr id="8" name="Título 1"/>
          <p:cNvSpPr>
            <a:spLocks noGrp="1"/>
          </p:cNvSpPr>
          <p:nvPr>
            <p:ph type="title"/>
          </p:nvPr>
        </p:nvSpPr>
        <p:spPr>
          <a:xfrm>
            <a:off x="575894" y="729658"/>
            <a:ext cx="11029616" cy="988332"/>
          </a:xfrm>
        </p:spPr>
        <p:txBody>
          <a:bodyPr rtlCol="0"/>
          <a:lstStyle/>
          <a:p>
            <a:pPr rtl="0"/>
            <a:r>
              <a:rPr lang="es-ES" noProof="0"/>
              <a:t>Haga clic para modificar el estilo de título del patrón</a:t>
            </a:r>
          </a:p>
        </p:txBody>
      </p:sp>
      <p:sp>
        <p:nvSpPr>
          <p:cNvPr id="25" name="Marcador de texto 2"/>
          <p:cNvSpPr>
            <a:spLocks noGrp="1"/>
          </p:cNvSpPr>
          <p:nvPr>
            <p:ph type="body" idx="1" hasCustomPrompt="1"/>
          </p:nvPr>
        </p:nvSpPr>
        <p:spPr>
          <a:xfrm>
            <a:off x="759402" y="5330449"/>
            <a:ext cx="1938528" cy="557784"/>
          </a:xfrm>
        </p:spPr>
        <p:txBody>
          <a:bodyPr rtlCol="0" anchor="ctr">
            <a:noAutofit/>
          </a:bodyPr>
          <a:lstStyle>
            <a:lvl1pPr marL="0" indent="0" algn="ctr" defTabSz="914400" rtl="0" eaLnBrk="1" latinLnBrk="0" hangingPunct="1">
              <a:buNone/>
              <a:defRPr lang="en-US" sz="4000" b="1" kern="1200" dirty="0">
                <a:solidFill>
                  <a:srgbClr val="465359"/>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26" name="Marcador de contenido 3"/>
          <p:cNvSpPr>
            <a:spLocks noGrp="1"/>
          </p:cNvSpPr>
          <p:nvPr>
            <p:ph sz="half" idx="2"/>
          </p:nvPr>
        </p:nvSpPr>
        <p:spPr>
          <a:xfrm>
            <a:off x="759405"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
        <p:nvSpPr>
          <p:cNvPr id="27" name="Marcador de texto 2"/>
          <p:cNvSpPr>
            <a:spLocks noGrp="1"/>
          </p:cNvSpPr>
          <p:nvPr>
            <p:ph type="body" idx="10" hasCustomPrompt="1"/>
          </p:nvPr>
        </p:nvSpPr>
        <p:spPr>
          <a:xfrm>
            <a:off x="3642897" y="5330449"/>
            <a:ext cx="1938528" cy="557784"/>
          </a:xfrm>
        </p:spPr>
        <p:txBody>
          <a:bodyPr rtlCol="0" anchor="ctr">
            <a:noAutofit/>
          </a:bodyPr>
          <a:lstStyle>
            <a:lvl1pPr marL="0" indent="0" algn="ctr" defTabSz="914400" rtl="0" eaLnBrk="1" latinLnBrk="0" hangingPunct="1">
              <a:buNone/>
              <a:defRPr lang="en-US" sz="4000" b="1" kern="1200" dirty="0">
                <a:solidFill>
                  <a:schemeClr val="accent1"/>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28" name="Marcador de posición de contenido 3"/>
          <p:cNvSpPr>
            <a:spLocks noGrp="1"/>
          </p:cNvSpPr>
          <p:nvPr>
            <p:ph sz="half" idx="11"/>
          </p:nvPr>
        </p:nvSpPr>
        <p:spPr>
          <a:xfrm>
            <a:off x="3642900"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
        <p:nvSpPr>
          <p:cNvPr id="29" name="Marcador de texto 2"/>
          <p:cNvSpPr>
            <a:spLocks noGrp="1"/>
          </p:cNvSpPr>
          <p:nvPr>
            <p:ph type="body" idx="12" hasCustomPrompt="1"/>
          </p:nvPr>
        </p:nvSpPr>
        <p:spPr>
          <a:xfrm>
            <a:off x="6526392" y="5330449"/>
            <a:ext cx="1938528" cy="557784"/>
          </a:xfrm>
        </p:spPr>
        <p:txBody>
          <a:bodyPr rtlCol="0" anchor="ctr">
            <a:noAutofit/>
          </a:bodyPr>
          <a:lstStyle>
            <a:lvl1pPr marL="0" indent="0" algn="ctr" defTabSz="914400" rtl="0" eaLnBrk="1" latinLnBrk="0" hangingPunct="1">
              <a:buNone/>
              <a:defRPr lang="en-US" sz="4000" b="1" kern="1200" dirty="0">
                <a:solidFill>
                  <a:schemeClr val="accent2"/>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30" name="Marcador de posición de contenido 3"/>
          <p:cNvSpPr>
            <a:spLocks noGrp="1"/>
          </p:cNvSpPr>
          <p:nvPr>
            <p:ph sz="half" idx="13"/>
          </p:nvPr>
        </p:nvSpPr>
        <p:spPr>
          <a:xfrm>
            <a:off x="6526395"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
        <p:nvSpPr>
          <p:cNvPr id="31" name="Marcador de texto 2"/>
          <p:cNvSpPr>
            <a:spLocks noGrp="1"/>
          </p:cNvSpPr>
          <p:nvPr>
            <p:ph type="body" idx="14" hasCustomPrompt="1"/>
          </p:nvPr>
        </p:nvSpPr>
        <p:spPr>
          <a:xfrm>
            <a:off x="9409888" y="5330449"/>
            <a:ext cx="1938528" cy="557784"/>
          </a:xfrm>
        </p:spPr>
        <p:txBody>
          <a:bodyPr rtlCol="0" anchor="ctr">
            <a:noAutofit/>
          </a:bodyPr>
          <a:lstStyle>
            <a:lvl1pPr marL="0" indent="0" algn="ctr" defTabSz="914400" rtl="0" eaLnBrk="1" latinLnBrk="0" hangingPunct="1">
              <a:buNone/>
              <a:defRPr lang="en-US" sz="4000" b="1" kern="1200" dirty="0">
                <a:solidFill>
                  <a:schemeClr val="accent2"/>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32" name="Marcador de posición de contenido 3"/>
          <p:cNvSpPr>
            <a:spLocks noGrp="1"/>
          </p:cNvSpPr>
          <p:nvPr>
            <p:ph sz="half" idx="15"/>
          </p:nvPr>
        </p:nvSpPr>
        <p:spPr>
          <a:xfrm>
            <a:off x="9409891"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Tree>
    <p:extLst>
      <p:ext uri="{BB962C8B-B14F-4D97-AF65-F5344CB8AC3E}">
        <p14:creationId xmlns:p14="http://schemas.microsoft.com/office/powerpoint/2010/main" val="2425532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 Solo el título">
    <p:spTree>
      <p:nvGrpSpPr>
        <p:cNvPr id="1" name=""/>
        <p:cNvGrpSpPr/>
        <p:nvPr/>
      </p:nvGrpSpPr>
      <p:grpSpPr>
        <a:xfrm>
          <a:off x="0" y="0"/>
          <a:ext cx="0" cy="0"/>
          <a:chOff x="0" y="0"/>
          <a:chExt cx="0" cy="0"/>
        </a:xfrm>
      </p:grpSpPr>
      <p:sp>
        <p:nvSpPr>
          <p:cNvPr id="6" name="Rectángulo 5"/>
          <p:cNvSpPr>
            <a:spLocks noChangeAspect="1"/>
          </p:cNvSpPr>
          <p:nvPr userDrawn="1"/>
        </p:nvSpPr>
        <p:spPr>
          <a:xfrm>
            <a:off x="1"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hasCustomPrompt="1"/>
          </p:nvPr>
        </p:nvSpPr>
        <p:spPr>
          <a:xfrm>
            <a:off x="575894" y="729658"/>
            <a:ext cx="11029616" cy="988332"/>
          </a:xfrm>
        </p:spPr>
        <p:txBody>
          <a:bodyPr rtlCol="0"/>
          <a:lstStyle>
            <a:lvl1pPr>
              <a:defRPr>
                <a:solidFill>
                  <a:schemeClr val="bg1"/>
                </a:solidFill>
              </a:defRPr>
            </a:lvl1pPr>
          </a:lstStyle>
          <a:p>
            <a:pPr rtl="0"/>
            <a:r>
              <a:rPr lang="es-ES" noProof="0"/>
              <a:t>Haga clic para editar el estilo de título del patrón</a:t>
            </a:r>
          </a:p>
        </p:txBody>
      </p:sp>
      <p:sp>
        <p:nvSpPr>
          <p:cNvPr id="3" name="Marcador de fecha 2"/>
          <p:cNvSpPr>
            <a:spLocks noGrp="1"/>
          </p:cNvSpPr>
          <p:nvPr>
            <p:ph type="dt" sz="half" idx="10"/>
          </p:nvPr>
        </p:nvSpPr>
        <p:spPr/>
        <p:txBody>
          <a:bodyPr rtlCol="0"/>
          <a:lstStyle>
            <a:lvl1pPr>
              <a:defRPr>
                <a:solidFill>
                  <a:schemeClr val="bg2"/>
                </a:solidFill>
              </a:defRPr>
            </a:lvl1pPr>
          </a:lstStyle>
          <a:p>
            <a:pPr rtl="0"/>
            <a:fld id="{8129813C-4D03-47AC-BBC2-86147182E16B}" type="datetime1">
              <a:rPr lang="es-ES" noProof="0" smtClean="0"/>
              <a:t>29/03/2025</a:t>
            </a:fld>
            <a:endParaRPr lang="es-ES" noProof="0"/>
          </a:p>
        </p:txBody>
      </p:sp>
      <p:sp>
        <p:nvSpPr>
          <p:cNvPr id="4" name="Marcador de pie de página 3"/>
          <p:cNvSpPr>
            <a:spLocks noGrp="1"/>
          </p:cNvSpPr>
          <p:nvPr>
            <p:ph type="ftr" sz="quarter" idx="11"/>
          </p:nvPr>
        </p:nvSpPr>
        <p:spPr/>
        <p:txBody>
          <a:bodyPr rtlCol="0"/>
          <a:lstStyle>
            <a:lvl1pPr>
              <a:defRPr>
                <a:solidFill>
                  <a:schemeClr val="bg2"/>
                </a:solidFill>
              </a:defRPr>
            </a:lvl1pPr>
          </a:lstStyle>
          <a:p>
            <a:pPr rtl="0"/>
            <a:endParaRPr lang="es-ES" noProof="0"/>
          </a:p>
        </p:txBody>
      </p:sp>
      <p:sp>
        <p:nvSpPr>
          <p:cNvPr id="5" name="Marcador de posición de número de diapositiva 4"/>
          <p:cNvSpPr>
            <a:spLocks noGrp="1"/>
          </p:cNvSpPr>
          <p:nvPr>
            <p:ph type="sldNum" sz="quarter" idx="12"/>
          </p:nvPr>
        </p:nvSpPr>
        <p:spPr/>
        <p:txBody>
          <a:bodyPr rtlCol="0"/>
          <a:lstStyle>
            <a:lvl1pPr>
              <a:defRPr>
                <a:solidFill>
                  <a:schemeClr val="bg2"/>
                </a:solidFill>
              </a:defRPr>
            </a:lvl1pPr>
          </a:lstStyle>
          <a:p>
            <a:pPr rtl="0"/>
            <a:fld id="{3A98EE3D-8CD1-4C3F-BD1C-C98C9596463C}" type="slidenum">
              <a:rPr lang="es-ES" noProof="0" smtClean="0"/>
              <a:pPr rtl="0"/>
              <a:t>‹Nº›</a:t>
            </a:fld>
            <a:endParaRPr lang="es-ES" noProof="0"/>
          </a:p>
        </p:txBody>
      </p:sp>
      <p:sp>
        <p:nvSpPr>
          <p:cNvPr id="9" name="Marcador de posición de imagen 5"/>
          <p:cNvSpPr>
            <a:spLocks noGrp="1"/>
          </p:cNvSpPr>
          <p:nvPr>
            <p:ph type="pic" sz="quarter" idx="13"/>
          </p:nvPr>
        </p:nvSpPr>
        <p:spPr>
          <a:xfrm>
            <a:off x="0" y="5245130"/>
            <a:ext cx="12192000" cy="1612870"/>
          </a:xfrm>
        </p:spPr>
        <p:txBody>
          <a:bodyPr rtlCol="0"/>
          <a:lstStyle/>
          <a:p>
            <a:pPr rtl="0"/>
            <a:r>
              <a:rPr lang="es-ES" noProof="0"/>
              <a:t>Haga clic en el icono para agregar una imagen</a:t>
            </a:r>
          </a:p>
        </p:txBody>
      </p:sp>
      <p:sp>
        <p:nvSpPr>
          <p:cNvPr id="10" name="Rectángulo 9"/>
          <p:cNvSpPr/>
          <p:nvPr userDrawn="1"/>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1" name="Rectángulo 10"/>
          <p:cNvSpPr/>
          <p:nvPr userDrawn="1"/>
        </p:nvSpPr>
        <p:spPr>
          <a:xfrm>
            <a:off x="8042147" y="453643"/>
            <a:ext cx="3703320" cy="98554"/>
          </a:xfrm>
          <a:prstGeom prst="rect">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ángulo 11"/>
          <p:cNvSpPr/>
          <p:nvPr userDrawn="1"/>
        </p:nvSpPr>
        <p:spPr>
          <a:xfrm>
            <a:off x="4241830" y="457200"/>
            <a:ext cx="3703320" cy="914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695295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olo el título">
    <p:spTree>
      <p:nvGrpSpPr>
        <p:cNvPr id="1" name=""/>
        <p:cNvGrpSpPr/>
        <p:nvPr/>
      </p:nvGrpSpPr>
      <p:grpSpPr>
        <a:xfrm>
          <a:off x="0" y="0"/>
          <a:ext cx="0" cy="0"/>
          <a:chOff x="0" y="0"/>
          <a:chExt cx="0" cy="0"/>
        </a:xfrm>
      </p:grpSpPr>
      <p:sp>
        <p:nvSpPr>
          <p:cNvPr id="6" name="Rectángulo 5"/>
          <p:cNvSpPr>
            <a:spLocks noChangeAspect="1"/>
          </p:cNvSpPr>
          <p:nvPr userDrawn="1"/>
        </p:nvSpPr>
        <p:spPr>
          <a:xfrm>
            <a:off x="1"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p:nvPr>
        </p:nvSpPr>
        <p:spPr>
          <a:xfrm>
            <a:off x="575894" y="729658"/>
            <a:ext cx="11029616" cy="988332"/>
          </a:xfrm>
        </p:spPr>
        <p:txBody>
          <a:bodyPr rtlCol="0"/>
          <a:lstStyle>
            <a:lvl1pPr>
              <a:defRPr>
                <a:solidFill>
                  <a:schemeClr val="bg1"/>
                </a:solidFill>
              </a:defRPr>
            </a:lvl1pPr>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lvl1pPr>
              <a:defRPr>
                <a:solidFill>
                  <a:schemeClr val="bg2"/>
                </a:solidFill>
              </a:defRPr>
            </a:lvl1pPr>
          </a:lstStyle>
          <a:p>
            <a:pPr rtl="0"/>
            <a:fld id="{C1CE38A4-10CF-4429-B577-AF2C7DB0C1E9}" type="datetime1">
              <a:rPr lang="es-ES" noProof="0" smtClean="0"/>
              <a:t>29/03/2025</a:t>
            </a:fld>
            <a:endParaRPr lang="es-ES" noProof="0"/>
          </a:p>
        </p:txBody>
      </p:sp>
      <p:sp>
        <p:nvSpPr>
          <p:cNvPr id="4" name="Marcador de pie de página 3"/>
          <p:cNvSpPr>
            <a:spLocks noGrp="1"/>
          </p:cNvSpPr>
          <p:nvPr>
            <p:ph type="ftr" sz="quarter" idx="11"/>
          </p:nvPr>
        </p:nvSpPr>
        <p:spPr/>
        <p:txBody>
          <a:bodyPr rtlCol="0"/>
          <a:lstStyle>
            <a:lvl1pPr>
              <a:defRPr>
                <a:solidFill>
                  <a:schemeClr val="bg2"/>
                </a:solidFill>
              </a:defRPr>
            </a:lvl1pPr>
          </a:lstStyle>
          <a:p>
            <a:pPr rtl="0"/>
            <a:endParaRPr lang="es-ES" noProof="0"/>
          </a:p>
        </p:txBody>
      </p:sp>
      <p:sp>
        <p:nvSpPr>
          <p:cNvPr id="5" name="Marcador de posición de número de diapositiva 4"/>
          <p:cNvSpPr>
            <a:spLocks noGrp="1"/>
          </p:cNvSpPr>
          <p:nvPr>
            <p:ph type="sldNum" sz="quarter" idx="12"/>
          </p:nvPr>
        </p:nvSpPr>
        <p:spPr/>
        <p:txBody>
          <a:bodyPr rtlCol="0"/>
          <a:lstStyle>
            <a:lvl1pPr>
              <a:defRPr>
                <a:solidFill>
                  <a:schemeClr val="bg2"/>
                </a:solidFill>
              </a:defRPr>
            </a:lvl1pPr>
          </a:lstStyle>
          <a:p>
            <a:pPr rtl="0"/>
            <a:fld id="{3A98EE3D-8CD1-4C3F-BD1C-C98C9596463C}" type="slidenum">
              <a:rPr lang="es-ES" noProof="0" smtClean="0"/>
              <a:pPr rtl="0"/>
              <a:t>‹Nº›</a:t>
            </a:fld>
            <a:endParaRPr lang="es-ES" noProof="0"/>
          </a:p>
        </p:txBody>
      </p:sp>
      <p:sp>
        <p:nvSpPr>
          <p:cNvPr id="9" name="Marcador de posición de imagen 5"/>
          <p:cNvSpPr>
            <a:spLocks noGrp="1"/>
          </p:cNvSpPr>
          <p:nvPr>
            <p:ph type="pic" sz="quarter" idx="13"/>
          </p:nvPr>
        </p:nvSpPr>
        <p:spPr>
          <a:xfrm>
            <a:off x="0" y="5245130"/>
            <a:ext cx="12192000" cy="1612870"/>
          </a:xfrm>
        </p:spPr>
        <p:txBody>
          <a:bodyPr rtlCol="0"/>
          <a:lstStyle/>
          <a:p>
            <a:pPr rtl="0"/>
            <a:r>
              <a:rPr lang="es-ES" noProof="0"/>
              <a:t>Haga clic en el icono para agregar una imagen</a:t>
            </a:r>
          </a:p>
        </p:txBody>
      </p:sp>
      <p:sp>
        <p:nvSpPr>
          <p:cNvPr id="2" name="Rectángulo 1"/>
          <p:cNvSpPr/>
          <p:nvPr userDrawn="1"/>
        </p:nvSpPr>
        <p:spPr>
          <a:xfrm>
            <a:off x="575894"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Rectángulo 9"/>
          <p:cNvSpPr/>
          <p:nvPr userDrawn="1"/>
        </p:nvSpPr>
        <p:spPr>
          <a:xfrm>
            <a:off x="3429849"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Rectángulo 10"/>
          <p:cNvSpPr/>
          <p:nvPr userDrawn="1"/>
        </p:nvSpPr>
        <p:spPr>
          <a:xfrm>
            <a:off x="6283804"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Rectángulo 11"/>
          <p:cNvSpPr/>
          <p:nvPr userDrawn="1"/>
        </p:nvSpPr>
        <p:spPr>
          <a:xfrm>
            <a:off x="9137758"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Marcador de texto 2"/>
          <p:cNvSpPr>
            <a:spLocks noGrp="1"/>
          </p:cNvSpPr>
          <p:nvPr>
            <p:ph type="body" idx="1"/>
          </p:nvPr>
        </p:nvSpPr>
        <p:spPr>
          <a:xfrm>
            <a:off x="581192" y="2988377"/>
            <a:ext cx="2492830" cy="557784"/>
          </a:xfrm>
        </p:spPr>
        <p:txBody>
          <a:bodyPr rtlCol="0" anchor="ctr">
            <a:noAutofit/>
          </a:bodyPr>
          <a:lstStyle>
            <a:lvl1pPr marL="0" indent="0" algn="l">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4" name="Marcador de posición de contenido 3"/>
          <p:cNvSpPr>
            <a:spLocks noGrp="1"/>
          </p:cNvSpPr>
          <p:nvPr>
            <p:ph sz="half" idx="2"/>
          </p:nvPr>
        </p:nvSpPr>
        <p:spPr>
          <a:xfrm>
            <a:off x="581194" y="3584516"/>
            <a:ext cx="2492828"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5" name="Marcador de posición de texto 4"/>
          <p:cNvSpPr>
            <a:spLocks noGrp="1"/>
          </p:cNvSpPr>
          <p:nvPr>
            <p:ph type="body" sz="quarter" idx="3"/>
          </p:nvPr>
        </p:nvSpPr>
        <p:spPr>
          <a:xfrm>
            <a:off x="6298472" y="2988377"/>
            <a:ext cx="249283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s-ES" noProof="0"/>
              <a:t>Haga clic para modificar los estilos de texto del patrón</a:t>
            </a:r>
          </a:p>
        </p:txBody>
      </p:sp>
      <p:sp>
        <p:nvSpPr>
          <p:cNvPr id="16" name="Marcador de posición de contenido 5"/>
          <p:cNvSpPr>
            <a:spLocks noGrp="1"/>
          </p:cNvSpPr>
          <p:nvPr>
            <p:ph sz="quarter" idx="4"/>
          </p:nvPr>
        </p:nvSpPr>
        <p:spPr>
          <a:xfrm>
            <a:off x="6298471" y="3584516"/>
            <a:ext cx="2492830"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7" name="Marcador de texto 2"/>
          <p:cNvSpPr>
            <a:spLocks noGrp="1"/>
          </p:cNvSpPr>
          <p:nvPr>
            <p:ph type="body" idx="14"/>
          </p:nvPr>
        </p:nvSpPr>
        <p:spPr>
          <a:xfrm>
            <a:off x="3444517" y="2988377"/>
            <a:ext cx="2492830" cy="557784"/>
          </a:xfrm>
        </p:spPr>
        <p:txBody>
          <a:bodyPr rtlCol="0" anchor="ctr">
            <a:noAutofit/>
          </a:bodyPr>
          <a:lstStyle>
            <a:lvl1pPr marL="0" indent="0" algn="l">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8" name="Marcador de posición de contenido 3"/>
          <p:cNvSpPr>
            <a:spLocks noGrp="1"/>
          </p:cNvSpPr>
          <p:nvPr>
            <p:ph sz="half" idx="15"/>
          </p:nvPr>
        </p:nvSpPr>
        <p:spPr>
          <a:xfrm>
            <a:off x="3444519" y="3584516"/>
            <a:ext cx="2492828"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9" name="Marcador de posición de texto 4"/>
          <p:cNvSpPr>
            <a:spLocks noGrp="1"/>
          </p:cNvSpPr>
          <p:nvPr>
            <p:ph type="body" sz="quarter" idx="16"/>
          </p:nvPr>
        </p:nvSpPr>
        <p:spPr>
          <a:xfrm>
            <a:off x="9138807" y="2988377"/>
            <a:ext cx="2492830" cy="553373"/>
          </a:xfrm>
        </p:spPr>
        <p:txBody>
          <a:bodyPr rtlCol="0" anchor="ctr">
            <a:noAutofit/>
          </a:bodyPr>
          <a:lstStyle>
            <a:lvl1pPr marL="0" marR="0" indent="0" algn="ctr"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s-ES" noProof="0"/>
              <a:t>Haga clic para modificar los estilos de texto del patrón</a:t>
            </a:r>
          </a:p>
        </p:txBody>
      </p:sp>
      <p:sp>
        <p:nvSpPr>
          <p:cNvPr id="20" name="Marcador de posición de contenido 5"/>
          <p:cNvSpPr>
            <a:spLocks noGrp="1"/>
          </p:cNvSpPr>
          <p:nvPr>
            <p:ph sz="quarter" idx="17"/>
          </p:nvPr>
        </p:nvSpPr>
        <p:spPr>
          <a:xfrm>
            <a:off x="9138806" y="3584516"/>
            <a:ext cx="2492830"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21" name="Rectángulo 20"/>
          <p:cNvSpPr/>
          <p:nvPr userDrawn="1"/>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ángulo 21"/>
          <p:cNvSpPr/>
          <p:nvPr userDrawn="1"/>
        </p:nvSpPr>
        <p:spPr>
          <a:xfrm>
            <a:off x="8042147" y="453643"/>
            <a:ext cx="3703320" cy="98554"/>
          </a:xfrm>
          <a:prstGeom prst="rect">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ángulo 22"/>
          <p:cNvSpPr/>
          <p:nvPr userDrawn="1"/>
        </p:nvSpPr>
        <p:spPr>
          <a:xfrm>
            <a:off x="4241830" y="457200"/>
            <a:ext cx="3703320" cy="914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125813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22921B1E-433B-41C9-841C-5F02BAB8C4F2}" type="datetime1">
              <a:rPr lang="es-ES" noProof="0" smtClean="0"/>
              <a:t>29/03/2025</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301450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ángulo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767857" y="933450"/>
            <a:ext cx="3031852" cy="1722419"/>
          </a:xfrm>
        </p:spPr>
        <p:txBody>
          <a:bodyPr rtlCol="0" anchor="b">
            <a:normAutofit/>
          </a:bodyPr>
          <a:lstStyle>
            <a:lvl1pPr algn="l">
              <a:defRPr sz="2400" b="0">
                <a:solidFill>
                  <a:srgbClr val="FFFFFF"/>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texto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FD3A0F3E-6225-430C-A5FE-15E61F4B1AF2}" type="datetime1">
              <a:rPr lang="es-ES" noProof="0" smtClean="0"/>
              <a:t>29/03/2025</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s-ES" noProof="0" smtClean="0"/>
              <a:pPr rtl="0"/>
              <a:t>‹Nº›</a:t>
            </a:fld>
            <a:endParaRPr lang="es-ES" noProof="0"/>
          </a:p>
        </p:txBody>
      </p:sp>
    </p:spTree>
    <p:extLst>
      <p:ext uri="{BB962C8B-B14F-4D97-AF65-F5344CB8AC3E}">
        <p14:creationId xmlns:p14="http://schemas.microsoft.com/office/powerpoint/2010/main" val="2789195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ntenido con título">
    <p:spTree>
      <p:nvGrpSpPr>
        <p:cNvPr id="1" name=""/>
        <p:cNvGrpSpPr/>
        <p:nvPr/>
      </p:nvGrpSpPr>
      <p:grpSpPr>
        <a:xfrm>
          <a:off x="0" y="0"/>
          <a:ext cx="0" cy="0"/>
          <a:chOff x="0" y="0"/>
          <a:chExt cx="0" cy="0"/>
        </a:xfrm>
      </p:grpSpPr>
      <p:sp>
        <p:nvSpPr>
          <p:cNvPr id="6" name="Marcador de posición de imagen 5"/>
          <p:cNvSpPr>
            <a:spLocks noGrp="1"/>
          </p:cNvSpPr>
          <p:nvPr>
            <p:ph type="pic" sz="quarter" idx="13"/>
          </p:nvPr>
        </p:nvSpPr>
        <p:spPr>
          <a:xfrm>
            <a:off x="0" y="0"/>
            <a:ext cx="4232275" cy="6858000"/>
          </a:xfrm>
        </p:spPr>
        <p:txBody>
          <a:bodyPr rtlCol="0"/>
          <a:lstStyle/>
          <a:p>
            <a:pPr rtl="0"/>
            <a:r>
              <a:rPr lang="es-ES" noProof="0"/>
              <a:t>Haga clic en el icono para agregar una imagen</a:t>
            </a:r>
          </a:p>
        </p:txBody>
      </p:sp>
      <p:sp>
        <p:nvSpPr>
          <p:cNvPr id="2" name="Título 1"/>
          <p:cNvSpPr>
            <a:spLocks noGrp="1"/>
          </p:cNvSpPr>
          <p:nvPr>
            <p:ph type="title"/>
          </p:nvPr>
        </p:nvSpPr>
        <p:spPr>
          <a:xfrm>
            <a:off x="4900927" y="709565"/>
            <a:ext cx="6650991" cy="699407"/>
          </a:xfrm>
        </p:spPr>
        <p:txBody>
          <a:bodyPr rtlCol="0" anchor="b">
            <a:normAutofit/>
          </a:bodyPr>
          <a:lstStyle>
            <a:lvl1pPr algn="l">
              <a:defRPr sz="2400" b="0">
                <a:solidFill>
                  <a:schemeClr val="accent1"/>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4900928" y="1632857"/>
            <a:ext cx="6650991" cy="4205188"/>
          </a:xfrm>
        </p:spPr>
        <p:txBody>
          <a:bodyPr rtlCol="0" anchor="t">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C3B4FB50-93DD-41FF-91C5-1DDB3ADCCD60}" type="datetime1">
              <a:rPr lang="es-ES" noProof="0" smtClean="0"/>
              <a:t>29/03/2025</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s-ES" noProof="0" smtClean="0"/>
              <a:pPr rtl="0"/>
              <a:t>‹Nº›</a:t>
            </a:fld>
            <a:endParaRPr lang="es-ES" noProof="0"/>
          </a:p>
        </p:txBody>
      </p:sp>
    </p:spTree>
    <p:extLst>
      <p:ext uri="{BB962C8B-B14F-4D97-AF65-F5344CB8AC3E}">
        <p14:creationId xmlns:p14="http://schemas.microsoft.com/office/powerpoint/2010/main" val="33657015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ontenido con título">
    <p:bg>
      <p:bgPr>
        <a:solidFill>
          <a:schemeClr val="bg2"/>
        </a:solidFill>
        <a:effectLst/>
      </p:bgPr>
    </p:bg>
    <p:spTree>
      <p:nvGrpSpPr>
        <p:cNvPr id="1" name=""/>
        <p:cNvGrpSpPr/>
        <p:nvPr/>
      </p:nvGrpSpPr>
      <p:grpSpPr>
        <a:xfrm>
          <a:off x="0" y="0"/>
          <a:ext cx="0" cy="0"/>
          <a:chOff x="0" y="0"/>
          <a:chExt cx="0" cy="0"/>
        </a:xfrm>
      </p:grpSpPr>
      <p:sp>
        <p:nvSpPr>
          <p:cNvPr id="14" name="Marcador de posición de imagen 4"/>
          <p:cNvSpPr>
            <a:spLocks noGrp="1"/>
          </p:cNvSpPr>
          <p:nvPr>
            <p:ph type="pic" sz="quarter" idx="14" hasCustomPrompt="1"/>
          </p:nvPr>
        </p:nvSpPr>
        <p:spPr>
          <a:xfrm>
            <a:off x="8622917" y="3322281"/>
            <a:ext cx="3367862" cy="3367862"/>
          </a:xfrm>
        </p:spPr>
        <p:txBody>
          <a:bodyPr rtlCol="0"/>
          <a:lstStyle>
            <a:lvl1pPr marL="0" indent="0" algn="ctr">
              <a:buNone/>
              <a:defRPr>
                <a:solidFill>
                  <a:schemeClr val="tx1"/>
                </a:solidFill>
              </a:defRPr>
            </a:lvl1pPr>
          </a:lstStyle>
          <a:p>
            <a:pPr rtl="0"/>
            <a:r>
              <a:rPr lang="es-ES" noProof="0"/>
              <a:t>Marca de agua de icono</a:t>
            </a:r>
          </a:p>
        </p:txBody>
      </p:sp>
      <p:sp>
        <p:nvSpPr>
          <p:cNvPr id="3" name="Marcador de posición de contenido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9" name="Rectángulo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5" name="Marcador de posición de imagen 4"/>
          <p:cNvSpPr>
            <a:spLocks noGrp="1"/>
          </p:cNvSpPr>
          <p:nvPr>
            <p:ph type="pic" sz="quarter" idx="13" hasCustomPrompt="1"/>
          </p:nvPr>
        </p:nvSpPr>
        <p:spPr>
          <a:xfrm>
            <a:off x="768350" y="2312987"/>
            <a:ext cx="731520" cy="731520"/>
          </a:xfrm>
        </p:spPr>
        <p:txBody>
          <a:bodyPr rtlCol="0"/>
          <a:lstStyle>
            <a:lvl1pPr marL="0" indent="0">
              <a:buNone/>
              <a:defRPr>
                <a:solidFill>
                  <a:schemeClr val="bg1"/>
                </a:solidFill>
              </a:defRPr>
            </a:lvl1pPr>
          </a:lstStyle>
          <a:p>
            <a:pPr rtl="0"/>
            <a:r>
              <a:rPr lang="es-ES" noProof="0"/>
              <a:t>Icono</a:t>
            </a:r>
          </a:p>
        </p:txBody>
      </p:sp>
      <p:sp>
        <p:nvSpPr>
          <p:cNvPr id="2" name="Título 1"/>
          <p:cNvSpPr>
            <a:spLocks noGrp="1"/>
          </p:cNvSpPr>
          <p:nvPr>
            <p:ph type="title"/>
          </p:nvPr>
        </p:nvSpPr>
        <p:spPr>
          <a:xfrm>
            <a:off x="767857" y="2647728"/>
            <a:ext cx="3031852" cy="1722419"/>
          </a:xfrm>
        </p:spPr>
        <p:txBody>
          <a:bodyPr rtlCol="0" anchor="ctr">
            <a:normAutofit/>
          </a:bodyPr>
          <a:lstStyle>
            <a:lvl1pPr algn="l">
              <a:defRPr sz="2400" b="0">
                <a:solidFill>
                  <a:srgbClr val="FFFFFF"/>
                </a:solidFill>
              </a:defRPr>
            </a:lvl1pPr>
          </a:lstStyle>
          <a:p>
            <a:pPr rtl="0"/>
            <a:r>
              <a:rPr lang="es-ES" noProof="0"/>
              <a:t>Haga clic para modificar el estilo de título del patrón</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C7B463E3-5276-45DE-91A0-B6DD8B297E87}" type="datetime1">
              <a:rPr lang="es-ES" noProof="0" smtClean="0"/>
              <a:t>29/03/2025</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s-ES" noProof="0" smtClean="0"/>
              <a:pPr rtl="0"/>
              <a:t>‹Nº›</a:t>
            </a:fld>
            <a:endParaRPr lang="es-ES" noProof="0"/>
          </a:p>
        </p:txBody>
      </p:sp>
    </p:spTree>
    <p:extLst>
      <p:ext uri="{BB962C8B-B14F-4D97-AF65-F5344CB8AC3E}">
        <p14:creationId xmlns:p14="http://schemas.microsoft.com/office/powerpoint/2010/main" val="4124179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ontenido con título">
    <p:spTree>
      <p:nvGrpSpPr>
        <p:cNvPr id="1" name=""/>
        <p:cNvGrpSpPr/>
        <p:nvPr/>
      </p:nvGrpSpPr>
      <p:grpSpPr>
        <a:xfrm>
          <a:off x="0" y="0"/>
          <a:ext cx="0" cy="0"/>
          <a:chOff x="0" y="0"/>
          <a:chExt cx="0" cy="0"/>
        </a:xfrm>
      </p:grpSpPr>
      <p:sp>
        <p:nvSpPr>
          <p:cNvPr id="9" name="Rectángulo 8"/>
          <p:cNvSpPr>
            <a:spLocks noChangeAspect="1"/>
          </p:cNvSpPr>
          <p:nvPr/>
        </p:nvSpPr>
        <p:spPr>
          <a:xfrm>
            <a:off x="1" y="0"/>
            <a:ext cx="12192000" cy="685800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767857" y="2647728"/>
            <a:ext cx="3031852" cy="1722419"/>
          </a:xfrm>
        </p:spPr>
        <p:txBody>
          <a:bodyPr rtlCol="0" anchor="ctr">
            <a:normAutofit/>
          </a:bodyPr>
          <a:lstStyle>
            <a:lvl1pPr algn="l">
              <a:defRPr sz="2400" b="0">
                <a:solidFill>
                  <a:srgbClr val="FFFFFF"/>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4900928" y="1179829"/>
            <a:ext cx="6650991" cy="4658216"/>
          </a:xfrm>
        </p:spPr>
        <p:txBody>
          <a:bodyPr rtlCol="0" anchor="ct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lvl1pPr>
              <a:defRPr>
                <a:solidFill>
                  <a:schemeClr val="bg2"/>
                </a:solidFill>
              </a:defRPr>
            </a:lvl1pPr>
          </a:lstStyle>
          <a:p>
            <a:pPr rtl="0"/>
            <a:fld id="{749021CC-0307-446D-AE2B-559CB49EAF79}" type="datetime1">
              <a:rPr lang="es-ES" noProof="0" smtClean="0"/>
              <a:t>29/03/2025</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lvl1pPr>
              <a:defRPr>
                <a:solidFill>
                  <a:schemeClr val="bg2"/>
                </a:solidFill>
              </a:defRPr>
            </a:lvl1pPr>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lvl1pPr>
              <a:defRPr>
                <a:solidFill>
                  <a:schemeClr val="bg2"/>
                </a:solidFill>
              </a:defRPr>
            </a:lvl1pPr>
          </a:lstStyle>
          <a:p>
            <a:pPr rtl="0"/>
            <a:fld id="{3A98EE3D-8CD1-4C3F-BD1C-C98C9596463C}" type="slidenum">
              <a:rPr lang="es-ES" noProof="0" smtClean="0"/>
              <a:pPr rtl="0"/>
              <a:t>‹Nº›</a:t>
            </a:fld>
            <a:endParaRPr lang="es-ES" noProof="0"/>
          </a:p>
        </p:txBody>
      </p:sp>
      <p:sp>
        <p:nvSpPr>
          <p:cNvPr id="12" name="Rectángulo 11"/>
          <p:cNvSpPr/>
          <p:nvPr userDrawn="1"/>
        </p:nvSpPr>
        <p:spPr>
          <a:xfrm rot="5400000">
            <a:off x="1415595" y="3435840"/>
            <a:ext cx="57607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045955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4" name="Marcador de posición de texto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7D3998EE-11B0-4932-9198-DE9C6A1C81DE}" type="datetime1">
              <a:rPr lang="es-ES" noProof="0" smtClean="0"/>
              <a:t>29/03/2025</a:t>
            </a:fld>
            <a:endParaRPr lang="es-ES" noProof="0"/>
          </a:p>
        </p:txBody>
      </p:sp>
      <p:sp>
        <p:nvSpPr>
          <p:cNvPr id="6" name="Marcador de pie de página 5"/>
          <p:cNvSpPr>
            <a:spLocks noGrp="1"/>
          </p:cNvSpPr>
          <p:nvPr>
            <p:ph type="ftr" sz="quarter" idx="11"/>
          </p:nvPr>
        </p:nvSpPr>
        <p:spPr/>
        <p:txBody>
          <a:bodyPr rtlCol="0"/>
          <a:lstStyle/>
          <a:p>
            <a:pPr algn="l" rtl="0"/>
            <a:endParaRPr lang="es-ES" noProof="0"/>
          </a:p>
        </p:txBody>
      </p:sp>
      <p:sp>
        <p:nvSpPr>
          <p:cNvPr id="7" name="Marcador de posición de número de diapositiva 6"/>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296349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9" name="Título 1"/>
          <p:cNvSpPr>
            <a:spLocks noGrp="1"/>
          </p:cNvSpPr>
          <p:nvPr>
            <p:ph type="title"/>
          </p:nvPr>
        </p:nvSpPr>
        <p:spPr>
          <a:xfrm>
            <a:off x="581192" y="702156"/>
            <a:ext cx="11029616" cy="1013800"/>
          </a:xfrm>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54ACE3A5-2E47-49A7-8A27-F4DC3346F446}" type="datetime1">
              <a:rPr lang="es-ES" noProof="0" smtClean="0"/>
              <a:t>29/03/2025</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1155914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ángulo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a:xfrm>
            <a:off x="774923" y="863600"/>
            <a:ext cx="7161625" cy="4807326"/>
          </a:xfrm>
        </p:spPr>
        <p:txBody>
          <a:bodyPr vert="eaVert" rtlCol="0" anchor="t"/>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Rectángulo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ángulo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ángulo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Marcador de fecha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25533860-E818-4564-94A8-A4E78B95CB69}" type="datetime1">
              <a:rPr lang="es-ES" noProof="0" smtClean="0"/>
              <a:t>29/03/2025</a:t>
            </a:fld>
            <a:endParaRPr lang="es-ES" noProof="0"/>
          </a:p>
        </p:txBody>
      </p:sp>
      <p:sp>
        <p:nvSpPr>
          <p:cNvPr id="12" name="Marcador de pie de página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s-ES" noProof="0"/>
          </a:p>
        </p:txBody>
      </p:sp>
      <p:sp>
        <p:nvSpPr>
          <p:cNvPr id="13" name="Marcador de número de diapositiva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186844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2275148E-696F-45AE-9256-43F95C097160}" type="datetime1">
              <a:rPr lang="es-ES" noProof="0" smtClean="0"/>
              <a:t>29/03/2025</a:t>
            </a:fld>
            <a:endParaRPr lang="es-ES" noProof="0"/>
          </a:p>
        </p:txBody>
      </p:sp>
      <p:sp>
        <p:nvSpPr>
          <p:cNvPr id="5" name="Marcador de posición de pie de página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s-ES" noProof="0"/>
          </a:p>
        </p:txBody>
      </p:sp>
      <p:sp>
        <p:nvSpPr>
          <p:cNvPr id="6" name="Marcador de número de diapositiva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s-ES" noProof="0" smtClean="0"/>
              <a:t>‹Nº›</a:t>
            </a:fld>
            <a:endParaRPr lang="es-ES" noProof="0"/>
          </a:p>
        </p:txBody>
      </p:sp>
      <p:sp>
        <p:nvSpPr>
          <p:cNvPr id="9" name="Rectángulo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ángulo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ángulo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4448909"/>
      </p:ext>
    </p:extLst>
  </p:cSld>
  <p:clrMap bg1="lt1" tx1="dk1" bg2="lt2" tx2="dk2" accent1="accent1" accent2="accent2" accent3="accent3" accent4="accent4" accent5="accent5" accent6="accent6" hlink="hlink" folHlink="folHlink"/>
  <p:sldLayoutIdLst>
    <p:sldLayoutId id="2147483674" r:id="rId1"/>
    <p:sldLayoutId id="2147483687" r:id="rId2"/>
    <p:sldLayoutId id="2147483675" r:id="rId3"/>
    <p:sldLayoutId id="2147483676" r:id="rId4"/>
    <p:sldLayoutId id="2147483677" r:id="rId5"/>
    <p:sldLayoutId id="2147483684" r:id="rId6"/>
    <p:sldLayoutId id="2147483678" r:id="rId7"/>
    <p:sldLayoutId id="2147483692" r:id="rId8"/>
    <p:sldLayoutId id="2147483690" r:id="rId9"/>
    <p:sldLayoutId id="2147483691" r:id="rId10"/>
    <p:sldLayoutId id="2147483679" r:id="rId11"/>
    <p:sldLayoutId id="2147483680" r:id="rId12"/>
    <p:sldLayoutId id="2147483688" r:id="rId13"/>
    <p:sldLayoutId id="2147483686" r:id="rId14"/>
    <p:sldLayoutId id="2147483689" r:id="rId15"/>
    <p:sldLayoutId id="2147483683" r:id="rId16"/>
    <p:sldLayoutId id="2147483681" r:id="rId17"/>
    <p:sldLayoutId id="2147483682" r:id="rId18"/>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e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18" name="Rectángulo 17">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0" name="Rectángulo 19">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2" name="Rectángulo 21">
            <a:extLst>
              <a:ext uri="{FF2B5EF4-FFF2-40B4-BE49-F238E27FC236}">
                <a16:creationId xmlns:a16="http://schemas.microsoft.com/office/drawing/2014/main" id="{C0524398-BFB4-4C4A-8317-83B8729F9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useBgFill="1">
        <p:nvSpPr>
          <p:cNvPr id="24" name="Rectángulo 23">
            <a:extLst>
              <a:ext uri="{FF2B5EF4-FFF2-40B4-BE49-F238E27FC236}">
                <a16:creationId xmlns:a16="http://schemas.microsoft.com/office/drawing/2014/main" id="{C1FA8F66-3B85-411D-A2A6-A50DF3026D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pic>
        <p:nvPicPr>
          <p:cNvPr id="11" name="Marcador de posición de imagen 10" descr="grupo de empleados que colaboran"/>
          <p:cNvPicPr>
            <a:picLocks noGrp="1" noChangeAspect="1"/>
          </p:cNvPicPr>
          <p:nvPr>
            <p:ph type="pic" sz="quarter" idx="13"/>
          </p:nvPr>
        </p:nvPicPr>
        <p:blipFill rotWithShape="1">
          <a:blip r:embed="rId3" cstate="print">
            <a:extLst>
              <a:ext uri="{28A0092B-C50C-407E-A947-70E740481C1C}">
                <a14:useLocalDpi xmlns:a14="http://schemas.microsoft.com/office/drawing/2010/main" val="0"/>
              </a:ext>
            </a:extLst>
          </a:blip>
          <a:srcRect/>
          <a:stretch/>
        </p:blipFill>
        <p:spPr>
          <a:xfrm>
            <a:off x="0" y="0"/>
            <a:ext cx="12192000" cy="6858000"/>
          </a:xfrm>
          <a:prstGeom prst="rect">
            <a:avLst/>
          </a:prstGeom>
          <a:solidFill>
            <a:schemeClr val="tx1"/>
          </a:solidFill>
        </p:spPr>
      </p:pic>
      <p:sp>
        <p:nvSpPr>
          <p:cNvPr id="26" name="Rectángulo 25">
            <a:extLst>
              <a:ext uri="{FF2B5EF4-FFF2-40B4-BE49-F238E27FC236}">
                <a16:creationId xmlns:a16="http://schemas.microsoft.com/office/drawing/2014/main" id="{4179E790-E691-4202-B7FA-62924FC8D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8" name="Rectángulo 27">
            <a:extLst>
              <a:ext uri="{FF2B5EF4-FFF2-40B4-BE49-F238E27FC236}">
                <a16:creationId xmlns:a16="http://schemas.microsoft.com/office/drawing/2014/main" id="{065EE0A0-4DA6-4AA2-A475-14DB03C55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76057"/>
            <a:ext cx="11303626" cy="2034709"/>
          </a:xfrm>
          <a:prstGeom prst="rect">
            <a:avLst/>
          </a:prstGeom>
          <a:solidFill>
            <a:schemeClr val="bg1"/>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8" name="Título 7"/>
          <p:cNvSpPr>
            <a:spLocks noGrp="1"/>
          </p:cNvSpPr>
          <p:nvPr>
            <p:ph type="ctrTitle"/>
          </p:nvPr>
        </p:nvSpPr>
        <p:spPr>
          <a:xfrm>
            <a:off x="602805" y="4429451"/>
            <a:ext cx="11141961" cy="1104334"/>
          </a:xfrm>
        </p:spPr>
        <p:txBody>
          <a:bodyPr vert="horz" lIns="91440" tIns="45720" rIns="91440" bIns="45720" rtlCol="0" anchor="b">
            <a:normAutofit fontScale="90000"/>
          </a:bodyPr>
          <a:lstStyle/>
          <a:p>
            <a:pPr rtl="0"/>
            <a:r>
              <a:rPr lang="es-ES" sz="4000" dirty="0">
                <a:solidFill>
                  <a:schemeClr val="tx1"/>
                </a:solidFill>
              </a:rPr>
              <a:t>ANÁLISIS y visualización DE DATOS CON POWER </a:t>
            </a:r>
            <a:r>
              <a:rPr lang="es-ES" sz="4000">
                <a:solidFill>
                  <a:schemeClr val="tx1"/>
                </a:solidFill>
              </a:rPr>
              <a:t>BI – sesión 02</a:t>
            </a:r>
            <a:endParaRPr lang="es-ES" sz="4000" dirty="0">
              <a:solidFill>
                <a:schemeClr val="tx1"/>
              </a:solidFill>
            </a:endParaRPr>
          </a:p>
        </p:txBody>
      </p:sp>
      <p:sp>
        <p:nvSpPr>
          <p:cNvPr id="9" name="Subtítulo 8"/>
          <p:cNvSpPr>
            <a:spLocks noGrp="1"/>
          </p:cNvSpPr>
          <p:nvPr>
            <p:ph type="subTitle" idx="1"/>
          </p:nvPr>
        </p:nvSpPr>
        <p:spPr>
          <a:xfrm>
            <a:off x="609599" y="5587179"/>
            <a:ext cx="10965142" cy="776954"/>
          </a:xfrm>
        </p:spPr>
        <p:txBody>
          <a:bodyPr vert="horz" lIns="91440" tIns="45720" rIns="91440" bIns="45720" rtlCol="0" anchor="t">
            <a:normAutofit lnSpcReduction="10000"/>
          </a:bodyPr>
          <a:lstStyle/>
          <a:p>
            <a:pPr rtl="0"/>
            <a:r>
              <a:rPr lang="es-ES" dirty="0">
                <a:solidFill>
                  <a:schemeClr val="tx1"/>
                </a:solidFill>
              </a:rPr>
              <a:t>Docente: ing. Eric Alberto Heredia mendoza</a:t>
            </a:r>
          </a:p>
          <a:p>
            <a:pPr rtl="0"/>
            <a:r>
              <a:rPr lang="es-ES" dirty="0">
                <a:solidFill>
                  <a:schemeClr val="tx1"/>
                </a:solidFill>
              </a:rPr>
              <a:t>Microsoft certified  trainer</a:t>
            </a:r>
          </a:p>
          <a:p>
            <a:pPr rtl="0"/>
            <a:endParaRPr lang="es-ES" dirty="0"/>
          </a:p>
        </p:txBody>
      </p:sp>
      <p:pic>
        <p:nvPicPr>
          <p:cNvPr id="19" name="Imagen 18" descr="Inicio - Colegio de Ingenieros del Perú">
            <a:extLst>
              <a:ext uri="{FF2B5EF4-FFF2-40B4-BE49-F238E27FC236}">
                <a16:creationId xmlns:a16="http://schemas.microsoft.com/office/drawing/2014/main" id="{4AEC2F7C-C1D4-4FF1-B485-FF109FB3E04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77143" y="141660"/>
            <a:ext cx="763656" cy="763656"/>
          </a:xfrm>
          <a:prstGeom prst="rect">
            <a:avLst/>
          </a:prstGeom>
          <a:noFill/>
          <a:ln>
            <a:noFill/>
          </a:ln>
        </p:spPr>
      </p:pic>
      <p:pic>
        <p:nvPicPr>
          <p:cNvPr id="17" name="Imagen 16" descr="Imagen que contiene firmar, señal, azul, calle&#10;&#10;Descripción generada automáticamente">
            <a:extLst>
              <a:ext uri="{FF2B5EF4-FFF2-40B4-BE49-F238E27FC236}">
                <a16:creationId xmlns:a16="http://schemas.microsoft.com/office/drawing/2014/main" id="{1E471F84-1667-4465-ACBE-A339F6BD65E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176" b="97059" l="5294" r="94412">
                        <a14:foregroundMark x1="38235" y1="11471" x2="55000" y2="85588"/>
                        <a14:foregroundMark x1="33529" y1="46176" x2="75294" y2="47353"/>
                        <a14:foregroundMark x1="45294" y1="7647" x2="50294" y2="5294"/>
                        <a14:foregroundMark x1="50882" y1="93235" x2="50882" y2="93235"/>
                        <a14:foregroundMark x1="46176" y1="83529" x2="46176" y2="83529"/>
                        <a14:foregroundMark x1="50000" y1="97059" x2="50000" y2="97059"/>
                        <a14:foregroundMark x1="40588" y1="83824" x2="40588" y2="83824"/>
                        <a14:foregroundMark x1="34118" y1="35294" x2="44412" y2="81765"/>
                        <a14:foregroundMark x1="27647" y1="50000" x2="78235" y2="48235"/>
                        <a14:foregroundMark x1="20000" y1="45588" x2="20000" y2="45588"/>
                        <a14:foregroundMark x1="83824" y1="51765" x2="83824" y2="51765"/>
                        <a14:foregroundMark x1="20000" y1="42647" x2="77353" y2="50882"/>
                        <a14:foregroundMark x1="77353" y1="50882" x2="20000" y2="46176"/>
                        <a14:foregroundMark x1="20000" y1="46176" x2="14706" y2="47353"/>
                        <a14:foregroundMark x1="83529" y1="58235" x2="82059" y2="42647"/>
                        <a14:foregroundMark x1="49118" y1="18235" x2="52059" y2="19118"/>
                        <a14:foregroundMark x1="6176" y1="45294" x2="5882" y2="41765"/>
                        <a14:foregroundMark x1="31176" y1="71471" x2="73235" y2="70000"/>
                        <a14:foregroundMark x1="94412" y1="44118" x2="94412" y2="44118"/>
                        <a14:foregroundMark x1="51176" y1="1176" x2="51176" y2="1176"/>
                      </a14:backgroundRemoval>
                    </a14:imgEffect>
                  </a14:imgLayer>
                </a14:imgProps>
              </a:ext>
            </a:extLst>
          </a:blip>
          <a:stretch>
            <a:fillRect/>
          </a:stretch>
        </p:blipFill>
        <p:spPr>
          <a:xfrm>
            <a:off x="10421596" y="141660"/>
            <a:ext cx="849593" cy="849593"/>
          </a:xfrm>
          <a:prstGeom prst="rect">
            <a:avLst/>
          </a:prstGeom>
        </p:spPr>
      </p:pic>
      <p:pic>
        <p:nvPicPr>
          <p:cNvPr id="1028" name="Picture 4" descr="Microsoft Certified: Power Platform Fundamentals - Credly">
            <a:extLst>
              <a:ext uri="{FF2B5EF4-FFF2-40B4-BE49-F238E27FC236}">
                <a16:creationId xmlns:a16="http://schemas.microsoft.com/office/drawing/2014/main" id="{BBD27B71-1927-E753-8AB1-6300CBB09A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77919" y="131309"/>
            <a:ext cx="870297" cy="87029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9E745CB0-D757-474C-90CC-C5B6758BA3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30262" y="123843"/>
            <a:ext cx="847550" cy="849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7D1B2-32AF-772D-91BE-4C22182B0BF5}"/>
            </a:ext>
          </a:extLst>
        </p:cNvPr>
        <p:cNvGrpSpPr/>
        <p:nvPr/>
      </p:nvGrpSpPr>
      <p:grpSpPr>
        <a:xfrm>
          <a:off x="0" y="0"/>
          <a:ext cx="0" cy="0"/>
          <a:chOff x="0" y="0"/>
          <a:chExt cx="0" cy="0"/>
        </a:xfrm>
      </p:grpSpPr>
      <p:sp>
        <p:nvSpPr>
          <p:cNvPr id="10" name="Título 9">
            <a:extLst>
              <a:ext uri="{FF2B5EF4-FFF2-40B4-BE49-F238E27FC236}">
                <a16:creationId xmlns:a16="http://schemas.microsoft.com/office/drawing/2014/main" id="{0C5AA333-CF56-D922-CBD5-23D2D75A40AD}"/>
              </a:ext>
            </a:extLst>
          </p:cNvPr>
          <p:cNvSpPr>
            <a:spLocks noGrp="1"/>
          </p:cNvSpPr>
          <p:nvPr>
            <p:ph type="title"/>
          </p:nvPr>
        </p:nvSpPr>
        <p:spPr>
          <a:xfrm>
            <a:off x="914400" y="606609"/>
            <a:ext cx="10515600" cy="531075"/>
          </a:xfrm>
        </p:spPr>
        <p:txBody>
          <a:bodyPr/>
          <a:lstStyle/>
          <a:p>
            <a:r>
              <a:rPr lang="es-ES" dirty="0"/>
              <a:t>ÍNDICE</a:t>
            </a:r>
            <a:endParaRPr lang="es-PE" dirty="0"/>
          </a:p>
        </p:txBody>
      </p:sp>
      <p:sp>
        <p:nvSpPr>
          <p:cNvPr id="12" name="Marcador de contenido 4">
            <a:extLst>
              <a:ext uri="{FF2B5EF4-FFF2-40B4-BE49-F238E27FC236}">
                <a16:creationId xmlns:a16="http://schemas.microsoft.com/office/drawing/2014/main" id="{F41569E4-08AC-468B-9180-7413F932B171}"/>
              </a:ext>
            </a:extLst>
          </p:cNvPr>
          <p:cNvSpPr>
            <a:spLocks noGrp="1"/>
          </p:cNvSpPr>
          <p:nvPr>
            <p:ph idx="1"/>
          </p:nvPr>
        </p:nvSpPr>
        <p:spPr>
          <a:xfrm>
            <a:off x="838200" y="1253330"/>
            <a:ext cx="10515600" cy="2323247"/>
          </a:xfrm>
        </p:spPr>
        <p:txBody>
          <a:bodyPr>
            <a:normAutofit/>
          </a:bodyPr>
          <a:lstStyle/>
          <a:p>
            <a:pPr algn="just">
              <a:buFont typeface="Arial" panose="020B0604020202020204" pitchFamily="34" charset="0"/>
              <a:buChar char="•"/>
            </a:pPr>
            <a:r>
              <a:rPr lang="es-ES" sz="2400" dirty="0"/>
              <a:t>Proceso de Limpieza Intermedio: Anulación de dinamización (Anulación de dinamización de columnas, Anulación de dinamización de otras columnas, Anulación de dinamización de columnas seleccionadas únicamente.</a:t>
            </a:r>
          </a:p>
          <a:p>
            <a:pPr algn="just">
              <a:buFont typeface="Arial" panose="020B0604020202020204" pitchFamily="34" charset="0"/>
              <a:buChar char="•"/>
            </a:pPr>
            <a:endParaRPr lang="es-ES" sz="2400" dirty="0"/>
          </a:p>
          <a:p>
            <a:pPr algn="just">
              <a:buFont typeface="Arial" panose="020B0604020202020204" pitchFamily="34" charset="0"/>
              <a:buChar char="•"/>
            </a:pPr>
            <a:r>
              <a:rPr lang="es-ES" sz="2400" dirty="0"/>
              <a:t>Casos Prácticos con dos niveles en filas y columnas a nivel de Tabla.</a:t>
            </a:r>
          </a:p>
        </p:txBody>
      </p:sp>
    </p:spTree>
    <p:extLst>
      <p:ext uri="{BB962C8B-B14F-4D97-AF65-F5344CB8AC3E}">
        <p14:creationId xmlns:p14="http://schemas.microsoft.com/office/powerpoint/2010/main" val="3970915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7D1B2-32AF-772D-91BE-4C22182B0BF5}"/>
            </a:ext>
          </a:extLst>
        </p:cNvPr>
        <p:cNvGrpSpPr/>
        <p:nvPr/>
      </p:nvGrpSpPr>
      <p:grpSpPr>
        <a:xfrm>
          <a:off x="0" y="0"/>
          <a:ext cx="0" cy="0"/>
          <a:chOff x="0" y="0"/>
          <a:chExt cx="0" cy="0"/>
        </a:xfrm>
      </p:grpSpPr>
      <p:sp>
        <p:nvSpPr>
          <p:cNvPr id="10" name="Título 9">
            <a:extLst>
              <a:ext uri="{FF2B5EF4-FFF2-40B4-BE49-F238E27FC236}">
                <a16:creationId xmlns:a16="http://schemas.microsoft.com/office/drawing/2014/main" id="{0C5AA333-CF56-D922-CBD5-23D2D75A40AD}"/>
              </a:ext>
            </a:extLst>
          </p:cNvPr>
          <p:cNvSpPr>
            <a:spLocks noGrp="1"/>
          </p:cNvSpPr>
          <p:nvPr>
            <p:ph type="title"/>
          </p:nvPr>
        </p:nvSpPr>
        <p:spPr>
          <a:xfrm>
            <a:off x="551584" y="483656"/>
            <a:ext cx="11589528" cy="1083113"/>
          </a:xfrm>
        </p:spPr>
        <p:txBody>
          <a:bodyPr>
            <a:normAutofit/>
          </a:bodyPr>
          <a:lstStyle/>
          <a:p>
            <a:r>
              <a:rPr lang="es-ES" dirty="0"/>
              <a:t>Proceso de Limpieza Intermedio : Anulación de dinamización de columnas</a:t>
            </a:r>
            <a:endParaRPr lang="es-PE" dirty="0"/>
          </a:p>
        </p:txBody>
      </p:sp>
      <p:sp>
        <p:nvSpPr>
          <p:cNvPr id="11" name="Marcador de contenido 10">
            <a:extLst>
              <a:ext uri="{FF2B5EF4-FFF2-40B4-BE49-F238E27FC236}">
                <a16:creationId xmlns:a16="http://schemas.microsoft.com/office/drawing/2014/main" id="{27ADE41D-DD0D-6D28-0442-946AF380EF49}"/>
              </a:ext>
            </a:extLst>
          </p:cNvPr>
          <p:cNvSpPr>
            <a:spLocks noGrp="1"/>
          </p:cNvSpPr>
          <p:nvPr>
            <p:ph sz="half" idx="1"/>
          </p:nvPr>
        </p:nvSpPr>
        <p:spPr>
          <a:xfrm>
            <a:off x="551585" y="1399437"/>
            <a:ext cx="11088832" cy="2415300"/>
          </a:xfrm>
        </p:spPr>
        <p:txBody>
          <a:bodyPr>
            <a:normAutofit/>
          </a:bodyPr>
          <a:lstStyle/>
          <a:p>
            <a:pPr marL="0" indent="0" algn="just">
              <a:lnSpc>
                <a:spcPct val="100000"/>
              </a:lnSpc>
              <a:spcAft>
                <a:spcPts val="800"/>
              </a:spcAft>
              <a:buNone/>
            </a:pPr>
            <a:r>
              <a:rPr lang="es-ES" sz="2400" dirty="0"/>
              <a:t>La anulación de dinamización de columnas en </a:t>
            </a:r>
            <a:r>
              <a:rPr lang="es-ES" sz="2400" dirty="0" err="1"/>
              <a:t>Power</a:t>
            </a:r>
            <a:r>
              <a:rPr lang="es-ES" sz="2400" dirty="0"/>
              <a:t> </a:t>
            </a:r>
            <a:r>
              <a:rPr lang="es-ES" sz="2400" dirty="0" err="1"/>
              <a:t>Query</a:t>
            </a:r>
            <a:r>
              <a:rPr lang="es-ES" sz="2400" dirty="0"/>
              <a:t> es una técnica que convierte varias columnas en una sola columna de valores, manteniendo la estructura de los datos en formato de filas. Este proceso también se conoce como "</a:t>
            </a:r>
            <a:r>
              <a:rPr lang="es-ES" sz="2400" dirty="0" err="1"/>
              <a:t>despivotar</a:t>
            </a:r>
            <a:r>
              <a:rPr lang="es-ES" sz="2400" dirty="0"/>
              <a:t>" o "</a:t>
            </a:r>
            <a:r>
              <a:rPr lang="es-ES" sz="2400" dirty="0" err="1"/>
              <a:t>unpivot</a:t>
            </a:r>
            <a:r>
              <a:rPr lang="es-ES" sz="2400" dirty="0"/>
              <a:t>" y es muy útil cuando los datos están en una estructura de tabla dinámica (con varios encabezados que representan categorías o períodos) y necesitas pasarlos a un formato tabular.</a:t>
            </a:r>
            <a:endParaRPr lang="es-PE" dirty="0"/>
          </a:p>
        </p:txBody>
      </p:sp>
      <p:sp>
        <p:nvSpPr>
          <p:cNvPr id="14" name="CuadroTexto 13">
            <a:extLst>
              <a:ext uri="{FF2B5EF4-FFF2-40B4-BE49-F238E27FC236}">
                <a16:creationId xmlns:a16="http://schemas.microsoft.com/office/drawing/2014/main" id="{0580EE0D-3726-12D2-ED36-F4842CFB07B9}"/>
              </a:ext>
            </a:extLst>
          </p:cNvPr>
          <p:cNvSpPr txBox="1"/>
          <p:nvPr/>
        </p:nvSpPr>
        <p:spPr>
          <a:xfrm>
            <a:off x="1495704" y="6163159"/>
            <a:ext cx="3859530" cy="584775"/>
          </a:xfrm>
          <a:prstGeom prst="rect">
            <a:avLst/>
          </a:prstGeom>
          <a:noFill/>
        </p:spPr>
        <p:txBody>
          <a:bodyPr wrap="square" rtlCol="0">
            <a:spAutoFit/>
          </a:bodyPr>
          <a:lstStyle/>
          <a:p>
            <a:pPr algn="ctr"/>
            <a:r>
              <a:rPr lang="es-ES" sz="1600" b="1" dirty="0"/>
              <a:t>Aplicar anulación de dinamización de columnas</a:t>
            </a:r>
            <a:endParaRPr lang="es-PE" sz="1600" b="1" dirty="0"/>
          </a:p>
        </p:txBody>
      </p:sp>
      <p:pic>
        <p:nvPicPr>
          <p:cNvPr id="6" name="Marcador de contenido 5">
            <a:extLst>
              <a:ext uri="{FF2B5EF4-FFF2-40B4-BE49-F238E27FC236}">
                <a16:creationId xmlns:a16="http://schemas.microsoft.com/office/drawing/2014/main" id="{6BAE62E2-64BD-7726-38A7-668C9FBF57E3}"/>
              </a:ext>
            </a:extLst>
          </p:cNvPr>
          <p:cNvPicPr>
            <a:picLocks noGrp="1" noChangeAspect="1"/>
          </p:cNvPicPr>
          <p:nvPr>
            <p:ph sz="half" idx="2"/>
          </p:nvPr>
        </p:nvPicPr>
        <p:blipFill>
          <a:blip r:embed="rId2"/>
          <a:srcRect l="17500" t="24666" b="7834"/>
          <a:stretch/>
        </p:blipFill>
        <p:spPr>
          <a:xfrm>
            <a:off x="830107" y="3826966"/>
            <a:ext cx="5190724" cy="2230822"/>
          </a:xfrm>
        </p:spPr>
      </p:pic>
      <p:pic>
        <p:nvPicPr>
          <p:cNvPr id="8" name="Imagen 7">
            <a:extLst>
              <a:ext uri="{FF2B5EF4-FFF2-40B4-BE49-F238E27FC236}">
                <a16:creationId xmlns:a16="http://schemas.microsoft.com/office/drawing/2014/main" id="{45B9FD35-01B8-5E9A-5210-1760C3CD3A74}"/>
              </a:ext>
            </a:extLst>
          </p:cNvPr>
          <p:cNvPicPr>
            <a:picLocks noChangeAspect="1"/>
          </p:cNvPicPr>
          <p:nvPr/>
        </p:nvPicPr>
        <p:blipFill>
          <a:blip r:embed="rId3"/>
          <a:stretch>
            <a:fillRect/>
          </a:stretch>
        </p:blipFill>
        <p:spPr>
          <a:xfrm>
            <a:off x="6985092" y="3666022"/>
            <a:ext cx="3859530" cy="2787128"/>
          </a:xfrm>
          <a:prstGeom prst="rect">
            <a:avLst/>
          </a:prstGeom>
        </p:spPr>
      </p:pic>
      <p:sp>
        <p:nvSpPr>
          <p:cNvPr id="9" name="CuadroTexto 8">
            <a:extLst>
              <a:ext uri="{FF2B5EF4-FFF2-40B4-BE49-F238E27FC236}">
                <a16:creationId xmlns:a16="http://schemas.microsoft.com/office/drawing/2014/main" id="{909E4963-7D77-CE8D-BDE4-72A2FC28DB62}"/>
              </a:ext>
            </a:extLst>
          </p:cNvPr>
          <p:cNvSpPr txBox="1"/>
          <p:nvPr/>
        </p:nvSpPr>
        <p:spPr>
          <a:xfrm>
            <a:off x="7016624" y="6455546"/>
            <a:ext cx="3859530" cy="338554"/>
          </a:xfrm>
          <a:prstGeom prst="rect">
            <a:avLst/>
          </a:prstGeom>
          <a:noFill/>
        </p:spPr>
        <p:txBody>
          <a:bodyPr wrap="square" rtlCol="0">
            <a:spAutoFit/>
          </a:bodyPr>
          <a:lstStyle/>
          <a:p>
            <a:pPr algn="ctr"/>
            <a:r>
              <a:rPr lang="es-ES" sz="1600" b="1" dirty="0"/>
              <a:t>Ver resultado final</a:t>
            </a:r>
            <a:endParaRPr lang="es-PE" sz="1600" b="1" dirty="0"/>
          </a:p>
        </p:txBody>
      </p:sp>
    </p:spTree>
    <p:extLst>
      <p:ext uri="{BB962C8B-B14F-4D97-AF65-F5344CB8AC3E}">
        <p14:creationId xmlns:p14="http://schemas.microsoft.com/office/powerpoint/2010/main" val="3446266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7E635-05B3-0AD7-2FD7-A3194BC656B8}"/>
            </a:ext>
          </a:extLst>
        </p:cNvPr>
        <p:cNvGrpSpPr/>
        <p:nvPr/>
      </p:nvGrpSpPr>
      <p:grpSpPr>
        <a:xfrm>
          <a:off x="0" y="0"/>
          <a:ext cx="0" cy="0"/>
          <a:chOff x="0" y="0"/>
          <a:chExt cx="0" cy="0"/>
        </a:xfrm>
      </p:grpSpPr>
      <p:sp>
        <p:nvSpPr>
          <p:cNvPr id="10" name="Título 9">
            <a:extLst>
              <a:ext uri="{FF2B5EF4-FFF2-40B4-BE49-F238E27FC236}">
                <a16:creationId xmlns:a16="http://schemas.microsoft.com/office/drawing/2014/main" id="{F412453B-1FE5-C2B7-A5C0-40BF162CE905}"/>
              </a:ext>
            </a:extLst>
          </p:cNvPr>
          <p:cNvSpPr>
            <a:spLocks noGrp="1"/>
          </p:cNvSpPr>
          <p:nvPr>
            <p:ph type="title"/>
          </p:nvPr>
        </p:nvSpPr>
        <p:spPr>
          <a:xfrm>
            <a:off x="924700" y="610378"/>
            <a:ext cx="10662954" cy="1083113"/>
          </a:xfrm>
        </p:spPr>
        <p:txBody>
          <a:bodyPr>
            <a:normAutofit/>
          </a:bodyPr>
          <a:lstStyle/>
          <a:p>
            <a:r>
              <a:rPr lang="es-ES" dirty="0"/>
              <a:t>Proceso de Limpieza Intermedio : Anulación de dinamización de otras columnas</a:t>
            </a:r>
            <a:endParaRPr lang="es-PE" dirty="0"/>
          </a:p>
        </p:txBody>
      </p:sp>
      <p:sp>
        <p:nvSpPr>
          <p:cNvPr id="11" name="Marcador de contenido 10">
            <a:extLst>
              <a:ext uri="{FF2B5EF4-FFF2-40B4-BE49-F238E27FC236}">
                <a16:creationId xmlns:a16="http://schemas.microsoft.com/office/drawing/2014/main" id="{A84AE313-8156-1ABE-CF76-926AF73B2CFA}"/>
              </a:ext>
            </a:extLst>
          </p:cNvPr>
          <p:cNvSpPr>
            <a:spLocks noGrp="1"/>
          </p:cNvSpPr>
          <p:nvPr>
            <p:ph sz="half" idx="1"/>
          </p:nvPr>
        </p:nvSpPr>
        <p:spPr>
          <a:xfrm>
            <a:off x="777345" y="1564034"/>
            <a:ext cx="10810309" cy="2029563"/>
          </a:xfrm>
        </p:spPr>
        <p:txBody>
          <a:bodyPr>
            <a:normAutofit/>
          </a:bodyPr>
          <a:lstStyle/>
          <a:p>
            <a:pPr marL="0" indent="0" algn="just">
              <a:lnSpc>
                <a:spcPct val="100000"/>
              </a:lnSpc>
              <a:spcAft>
                <a:spcPts val="800"/>
              </a:spcAft>
              <a:buNone/>
            </a:pPr>
            <a:r>
              <a:rPr lang="es-ES" sz="2400" dirty="0"/>
              <a:t>La anulación de dinamización de otras columnas en </a:t>
            </a:r>
            <a:r>
              <a:rPr lang="es-ES" sz="2400" dirty="0" err="1"/>
              <a:t>Power</a:t>
            </a:r>
            <a:r>
              <a:rPr lang="es-ES" sz="2400" dirty="0"/>
              <a:t> </a:t>
            </a:r>
            <a:r>
              <a:rPr lang="es-ES" sz="2400" dirty="0" err="1"/>
              <a:t>Query</a:t>
            </a:r>
            <a:r>
              <a:rPr lang="es-ES" sz="2400" dirty="0"/>
              <a:t> es una técnica que permite convertir varias columnas de una tabla en una estructura tabular con dos columnas adicionales: una para los encabezados originales de las columnas y otra para los valores correspondientes, sin afectar a las columnas no seleccionadas.</a:t>
            </a:r>
            <a:endParaRPr lang="es-PE" dirty="0"/>
          </a:p>
        </p:txBody>
      </p:sp>
      <p:sp>
        <p:nvSpPr>
          <p:cNvPr id="14" name="CuadroTexto 13">
            <a:extLst>
              <a:ext uri="{FF2B5EF4-FFF2-40B4-BE49-F238E27FC236}">
                <a16:creationId xmlns:a16="http://schemas.microsoft.com/office/drawing/2014/main" id="{E383608A-6DC2-6CB7-6C9F-E6828D01FD9A}"/>
              </a:ext>
            </a:extLst>
          </p:cNvPr>
          <p:cNvSpPr txBox="1"/>
          <p:nvPr/>
        </p:nvSpPr>
        <p:spPr>
          <a:xfrm>
            <a:off x="1495704" y="6163159"/>
            <a:ext cx="3859530" cy="584775"/>
          </a:xfrm>
          <a:prstGeom prst="rect">
            <a:avLst/>
          </a:prstGeom>
          <a:noFill/>
        </p:spPr>
        <p:txBody>
          <a:bodyPr wrap="square" rtlCol="0">
            <a:spAutoFit/>
          </a:bodyPr>
          <a:lstStyle/>
          <a:p>
            <a:pPr algn="ctr"/>
            <a:r>
              <a:rPr lang="es-ES" sz="1600" b="1" dirty="0"/>
              <a:t>Aplicar anulación de dinamización de otras columnas</a:t>
            </a:r>
            <a:endParaRPr lang="es-PE" sz="1600" b="1" dirty="0"/>
          </a:p>
        </p:txBody>
      </p:sp>
      <p:pic>
        <p:nvPicPr>
          <p:cNvPr id="8" name="Imagen 7">
            <a:extLst>
              <a:ext uri="{FF2B5EF4-FFF2-40B4-BE49-F238E27FC236}">
                <a16:creationId xmlns:a16="http://schemas.microsoft.com/office/drawing/2014/main" id="{D3C34428-3C8D-F40B-6267-73C0793DA699}"/>
              </a:ext>
            </a:extLst>
          </p:cNvPr>
          <p:cNvPicPr>
            <a:picLocks noChangeAspect="1"/>
          </p:cNvPicPr>
          <p:nvPr/>
        </p:nvPicPr>
        <p:blipFill>
          <a:blip r:embed="rId2"/>
          <a:stretch>
            <a:fillRect/>
          </a:stretch>
        </p:blipFill>
        <p:spPr>
          <a:xfrm>
            <a:off x="6985092" y="3666022"/>
            <a:ext cx="3859530" cy="2787128"/>
          </a:xfrm>
          <a:prstGeom prst="rect">
            <a:avLst/>
          </a:prstGeom>
        </p:spPr>
      </p:pic>
      <p:sp>
        <p:nvSpPr>
          <p:cNvPr id="9" name="CuadroTexto 8">
            <a:extLst>
              <a:ext uri="{FF2B5EF4-FFF2-40B4-BE49-F238E27FC236}">
                <a16:creationId xmlns:a16="http://schemas.microsoft.com/office/drawing/2014/main" id="{9BE556E1-1637-A3F4-2E1A-B197B6F8219B}"/>
              </a:ext>
            </a:extLst>
          </p:cNvPr>
          <p:cNvSpPr txBox="1"/>
          <p:nvPr/>
        </p:nvSpPr>
        <p:spPr>
          <a:xfrm>
            <a:off x="7016624" y="6455546"/>
            <a:ext cx="3859530" cy="338554"/>
          </a:xfrm>
          <a:prstGeom prst="rect">
            <a:avLst/>
          </a:prstGeom>
          <a:noFill/>
        </p:spPr>
        <p:txBody>
          <a:bodyPr wrap="square" rtlCol="0">
            <a:spAutoFit/>
          </a:bodyPr>
          <a:lstStyle/>
          <a:p>
            <a:pPr algn="ctr"/>
            <a:r>
              <a:rPr lang="es-ES" sz="1600" b="1" dirty="0"/>
              <a:t>Ver resultado final</a:t>
            </a:r>
            <a:endParaRPr lang="es-PE" sz="1600" b="1" dirty="0"/>
          </a:p>
        </p:txBody>
      </p:sp>
      <p:pic>
        <p:nvPicPr>
          <p:cNvPr id="5" name="Imagen 4">
            <a:extLst>
              <a:ext uri="{FF2B5EF4-FFF2-40B4-BE49-F238E27FC236}">
                <a16:creationId xmlns:a16="http://schemas.microsoft.com/office/drawing/2014/main" id="{5D5FDAFB-10FD-3881-8F74-16C5913604B0}"/>
              </a:ext>
            </a:extLst>
          </p:cNvPr>
          <p:cNvPicPr>
            <a:picLocks noChangeAspect="1"/>
          </p:cNvPicPr>
          <p:nvPr/>
        </p:nvPicPr>
        <p:blipFill>
          <a:blip r:embed="rId3"/>
          <a:stretch>
            <a:fillRect/>
          </a:stretch>
        </p:blipFill>
        <p:spPr>
          <a:xfrm>
            <a:off x="1495704" y="3814737"/>
            <a:ext cx="4274475" cy="2293620"/>
          </a:xfrm>
          <a:prstGeom prst="rect">
            <a:avLst/>
          </a:prstGeom>
        </p:spPr>
      </p:pic>
    </p:spTree>
    <p:extLst>
      <p:ext uri="{BB962C8B-B14F-4D97-AF65-F5344CB8AC3E}">
        <p14:creationId xmlns:p14="http://schemas.microsoft.com/office/powerpoint/2010/main" val="148815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9CA90-46B6-B68C-AEB5-E4992FFD3F9B}"/>
            </a:ext>
          </a:extLst>
        </p:cNvPr>
        <p:cNvGrpSpPr/>
        <p:nvPr/>
      </p:nvGrpSpPr>
      <p:grpSpPr>
        <a:xfrm>
          <a:off x="0" y="0"/>
          <a:ext cx="0" cy="0"/>
          <a:chOff x="0" y="0"/>
          <a:chExt cx="0" cy="0"/>
        </a:xfrm>
      </p:grpSpPr>
      <p:sp>
        <p:nvSpPr>
          <p:cNvPr id="10" name="Título 9">
            <a:extLst>
              <a:ext uri="{FF2B5EF4-FFF2-40B4-BE49-F238E27FC236}">
                <a16:creationId xmlns:a16="http://schemas.microsoft.com/office/drawing/2014/main" id="{BD87F21E-FA17-F4C0-9E1E-37D4EE776907}"/>
              </a:ext>
            </a:extLst>
          </p:cNvPr>
          <p:cNvSpPr>
            <a:spLocks noGrp="1"/>
          </p:cNvSpPr>
          <p:nvPr>
            <p:ph type="title"/>
          </p:nvPr>
        </p:nvSpPr>
        <p:spPr>
          <a:xfrm>
            <a:off x="535922" y="397888"/>
            <a:ext cx="11493062" cy="1083113"/>
          </a:xfrm>
        </p:spPr>
        <p:txBody>
          <a:bodyPr>
            <a:normAutofit/>
          </a:bodyPr>
          <a:lstStyle/>
          <a:p>
            <a:r>
              <a:rPr lang="es-ES" dirty="0"/>
              <a:t>Proceso de Limpieza Intermedio : Anulación de dinamización de columnas seleccionadas únicamente</a:t>
            </a:r>
            <a:endParaRPr lang="es-PE" dirty="0"/>
          </a:p>
        </p:txBody>
      </p:sp>
      <p:sp>
        <p:nvSpPr>
          <p:cNvPr id="11" name="Marcador de contenido 10">
            <a:extLst>
              <a:ext uri="{FF2B5EF4-FFF2-40B4-BE49-F238E27FC236}">
                <a16:creationId xmlns:a16="http://schemas.microsoft.com/office/drawing/2014/main" id="{D7621FCD-52F1-55A0-988C-F5C489F5CFD6}"/>
              </a:ext>
            </a:extLst>
          </p:cNvPr>
          <p:cNvSpPr>
            <a:spLocks noGrp="1"/>
          </p:cNvSpPr>
          <p:nvPr>
            <p:ph sz="half" idx="1"/>
          </p:nvPr>
        </p:nvSpPr>
        <p:spPr>
          <a:xfrm>
            <a:off x="535922" y="1399438"/>
            <a:ext cx="11120155" cy="1848060"/>
          </a:xfrm>
        </p:spPr>
        <p:txBody>
          <a:bodyPr>
            <a:normAutofit lnSpcReduction="10000"/>
          </a:bodyPr>
          <a:lstStyle/>
          <a:p>
            <a:pPr marL="0" indent="0" algn="just">
              <a:lnSpc>
                <a:spcPct val="100000"/>
              </a:lnSpc>
              <a:spcAft>
                <a:spcPts val="800"/>
              </a:spcAft>
              <a:buNone/>
            </a:pPr>
            <a:r>
              <a:rPr lang="es-ES" sz="2400" dirty="0"/>
              <a:t>La anulación de dinamización de columnas seleccionadas únicamente en </a:t>
            </a:r>
            <a:r>
              <a:rPr lang="es-ES" sz="2400" dirty="0" err="1"/>
              <a:t>Power</a:t>
            </a:r>
            <a:r>
              <a:rPr lang="es-ES" sz="2400" dirty="0"/>
              <a:t> </a:t>
            </a:r>
            <a:r>
              <a:rPr lang="es-ES" sz="2400" dirty="0" err="1"/>
              <a:t>Query</a:t>
            </a:r>
            <a:r>
              <a:rPr lang="es-ES" sz="2400" dirty="0"/>
              <a:t> es una técnica que permite transformar un subconjunto específico de columnas en un formato tabular sin afectar el resto de las columnas de la tabla. En este proceso, solo las columnas que seleccionas se "</a:t>
            </a:r>
            <a:r>
              <a:rPr lang="es-ES" sz="2400" dirty="0" err="1"/>
              <a:t>despivotan</a:t>
            </a:r>
            <a:r>
              <a:rPr lang="es-ES" sz="2400" dirty="0"/>
              <a:t>", es decir, se convierten en dos nuevas columnas: una para los encabezados originales y otra para los valores correspondientes</a:t>
            </a:r>
            <a:endParaRPr lang="es-PE" dirty="0"/>
          </a:p>
        </p:txBody>
      </p:sp>
      <p:sp>
        <p:nvSpPr>
          <p:cNvPr id="14" name="CuadroTexto 13">
            <a:extLst>
              <a:ext uri="{FF2B5EF4-FFF2-40B4-BE49-F238E27FC236}">
                <a16:creationId xmlns:a16="http://schemas.microsoft.com/office/drawing/2014/main" id="{EA50B212-E6F4-3DC9-3CD5-0D288EB9C60B}"/>
              </a:ext>
            </a:extLst>
          </p:cNvPr>
          <p:cNvSpPr txBox="1"/>
          <p:nvPr/>
        </p:nvSpPr>
        <p:spPr>
          <a:xfrm>
            <a:off x="851338" y="6240018"/>
            <a:ext cx="5596758" cy="584775"/>
          </a:xfrm>
          <a:prstGeom prst="rect">
            <a:avLst/>
          </a:prstGeom>
          <a:noFill/>
        </p:spPr>
        <p:txBody>
          <a:bodyPr wrap="square" rtlCol="0">
            <a:spAutoFit/>
          </a:bodyPr>
          <a:lstStyle/>
          <a:p>
            <a:pPr algn="ctr"/>
            <a:r>
              <a:rPr lang="es-ES" sz="1600" b="1" dirty="0"/>
              <a:t>Aplicar anulación de dinamización de columnas seleccionadas únicamente</a:t>
            </a:r>
            <a:endParaRPr lang="es-PE" sz="1600" b="1" dirty="0"/>
          </a:p>
        </p:txBody>
      </p:sp>
      <p:sp>
        <p:nvSpPr>
          <p:cNvPr id="9" name="CuadroTexto 8">
            <a:extLst>
              <a:ext uri="{FF2B5EF4-FFF2-40B4-BE49-F238E27FC236}">
                <a16:creationId xmlns:a16="http://schemas.microsoft.com/office/drawing/2014/main" id="{DBB06298-E3CC-7F87-AEF5-8F02BDF048B9}"/>
              </a:ext>
            </a:extLst>
          </p:cNvPr>
          <p:cNvSpPr txBox="1"/>
          <p:nvPr/>
        </p:nvSpPr>
        <p:spPr>
          <a:xfrm>
            <a:off x="7016624" y="6455546"/>
            <a:ext cx="3859530" cy="338554"/>
          </a:xfrm>
          <a:prstGeom prst="rect">
            <a:avLst/>
          </a:prstGeom>
          <a:noFill/>
        </p:spPr>
        <p:txBody>
          <a:bodyPr wrap="square" rtlCol="0">
            <a:spAutoFit/>
          </a:bodyPr>
          <a:lstStyle/>
          <a:p>
            <a:pPr algn="ctr"/>
            <a:r>
              <a:rPr lang="es-ES" sz="1600" b="1" dirty="0"/>
              <a:t>Ver resultado final</a:t>
            </a:r>
            <a:endParaRPr lang="es-PE" sz="1600" b="1" dirty="0"/>
          </a:p>
        </p:txBody>
      </p:sp>
      <p:pic>
        <p:nvPicPr>
          <p:cNvPr id="6" name="Imagen 5">
            <a:extLst>
              <a:ext uri="{FF2B5EF4-FFF2-40B4-BE49-F238E27FC236}">
                <a16:creationId xmlns:a16="http://schemas.microsoft.com/office/drawing/2014/main" id="{0AFDFF3D-1A53-99B3-4956-307FEA77365D}"/>
              </a:ext>
            </a:extLst>
          </p:cNvPr>
          <p:cNvPicPr>
            <a:picLocks noChangeAspect="1"/>
          </p:cNvPicPr>
          <p:nvPr/>
        </p:nvPicPr>
        <p:blipFill>
          <a:blip r:embed="rId2"/>
          <a:stretch>
            <a:fillRect/>
          </a:stretch>
        </p:blipFill>
        <p:spPr>
          <a:xfrm>
            <a:off x="1342423" y="3247497"/>
            <a:ext cx="4614587" cy="2992521"/>
          </a:xfrm>
          <a:prstGeom prst="rect">
            <a:avLst/>
          </a:prstGeom>
        </p:spPr>
      </p:pic>
      <p:pic>
        <p:nvPicPr>
          <p:cNvPr id="12" name="Imagen 11">
            <a:extLst>
              <a:ext uri="{FF2B5EF4-FFF2-40B4-BE49-F238E27FC236}">
                <a16:creationId xmlns:a16="http://schemas.microsoft.com/office/drawing/2014/main" id="{11D73D38-19E1-AA9D-4DFB-F3349D8C1A9C}"/>
              </a:ext>
            </a:extLst>
          </p:cNvPr>
          <p:cNvPicPr>
            <a:picLocks noChangeAspect="1"/>
          </p:cNvPicPr>
          <p:nvPr/>
        </p:nvPicPr>
        <p:blipFill>
          <a:blip r:embed="rId3"/>
          <a:stretch>
            <a:fillRect/>
          </a:stretch>
        </p:blipFill>
        <p:spPr>
          <a:xfrm>
            <a:off x="6448095" y="3247497"/>
            <a:ext cx="5029202" cy="3212615"/>
          </a:xfrm>
          <a:prstGeom prst="rect">
            <a:avLst/>
          </a:prstGeom>
        </p:spPr>
      </p:pic>
    </p:spTree>
    <p:extLst>
      <p:ext uri="{BB962C8B-B14F-4D97-AF65-F5344CB8AC3E}">
        <p14:creationId xmlns:p14="http://schemas.microsoft.com/office/powerpoint/2010/main" val="3689552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D51AB-FC0E-0A53-B1AC-724F3DBDCE96}"/>
            </a:ext>
          </a:extLst>
        </p:cNvPr>
        <p:cNvGrpSpPr/>
        <p:nvPr/>
      </p:nvGrpSpPr>
      <p:grpSpPr>
        <a:xfrm>
          <a:off x="0" y="0"/>
          <a:ext cx="0" cy="0"/>
          <a:chOff x="0" y="0"/>
          <a:chExt cx="0" cy="0"/>
        </a:xfrm>
      </p:grpSpPr>
      <p:sp>
        <p:nvSpPr>
          <p:cNvPr id="10" name="Título 9">
            <a:extLst>
              <a:ext uri="{FF2B5EF4-FFF2-40B4-BE49-F238E27FC236}">
                <a16:creationId xmlns:a16="http://schemas.microsoft.com/office/drawing/2014/main" id="{677E3FBF-C5A1-4C0E-76F9-FBAFD046D845}"/>
              </a:ext>
            </a:extLst>
          </p:cNvPr>
          <p:cNvSpPr>
            <a:spLocks noGrp="1"/>
          </p:cNvSpPr>
          <p:nvPr>
            <p:ph type="title"/>
          </p:nvPr>
        </p:nvSpPr>
        <p:spPr>
          <a:xfrm>
            <a:off x="394138" y="210953"/>
            <a:ext cx="11493062" cy="1083113"/>
          </a:xfrm>
        </p:spPr>
        <p:txBody>
          <a:bodyPr>
            <a:normAutofit/>
          </a:bodyPr>
          <a:lstStyle/>
          <a:p>
            <a:r>
              <a:rPr lang="es-ES" dirty="0"/>
              <a:t>Código Lenguaje M de Anulación de Dinamización</a:t>
            </a:r>
            <a:endParaRPr lang="es-PE" dirty="0"/>
          </a:p>
        </p:txBody>
      </p:sp>
      <p:pic>
        <p:nvPicPr>
          <p:cNvPr id="4" name="Imagen 3">
            <a:extLst>
              <a:ext uri="{FF2B5EF4-FFF2-40B4-BE49-F238E27FC236}">
                <a16:creationId xmlns:a16="http://schemas.microsoft.com/office/drawing/2014/main" id="{8F4B5B6B-FC6B-67E6-D795-82AB2EF87362}"/>
              </a:ext>
            </a:extLst>
          </p:cNvPr>
          <p:cNvPicPr>
            <a:picLocks noChangeAspect="1"/>
          </p:cNvPicPr>
          <p:nvPr/>
        </p:nvPicPr>
        <p:blipFill>
          <a:blip r:embed="rId2"/>
          <a:srcRect t="1" b="-2330"/>
          <a:stretch/>
        </p:blipFill>
        <p:spPr>
          <a:xfrm>
            <a:off x="852668" y="1494907"/>
            <a:ext cx="10486663" cy="5152140"/>
          </a:xfrm>
          <a:prstGeom prst="rect">
            <a:avLst/>
          </a:prstGeom>
        </p:spPr>
      </p:pic>
    </p:spTree>
    <p:extLst>
      <p:ext uri="{BB962C8B-B14F-4D97-AF65-F5344CB8AC3E}">
        <p14:creationId xmlns:p14="http://schemas.microsoft.com/office/powerpoint/2010/main" val="738194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1B55B-5950-626E-93F5-BA9E60E9C50E}"/>
            </a:ext>
          </a:extLst>
        </p:cNvPr>
        <p:cNvGrpSpPr/>
        <p:nvPr/>
      </p:nvGrpSpPr>
      <p:grpSpPr>
        <a:xfrm>
          <a:off x="0" y="0"/>
          <a:ext cx="0" cy="0"/>
          <a:chOff x="0" y="0"/>
          <a:chExt cx="0" cy="0"/>
        </a:xfrm>
      </p:grpSpPr>
      <p:sp>
        <p:nvSpPr>
          <p:cNvPr id="10" name="Título 9">
            <a:extLst>
              <a:ext uri="{FF2B5EF4-FFF2-40B4-BE49-F238E27FC236}">
                <a16:creationId xmlns:a16="http://schemas.microsoft.com/office/drawing/2014/main" id="{E94FF239-A022-7E68-B776-FF64A56F82C1}"/>
              </a:ext>
            </a:extLst>
          </p:cNvPr>
          <p:cNvSpPr>
            <a:spLocks noGrp="1"/>
          </p:cNvSpPr>
          <p:nvPr>
            <p:ph type="title"/>
          </p:nvPr>
        </p:nvSpPr>
        <p:spPr>
          <a:xfrm>
            <a:off x="394138" y="409150"/>
            <a:ext cx="11493062" cy="884916"/>
          </a:xfrm>
        </p:spPr>
        <p:txBody>
          <a:bodyPr>
            <a:normAutofit fontScale="90000"/>
          </a:bodyPr>
          <a:lstStyle/>
          <a:p>
            <a:r>
              <a:rPr lang="es-ES" dirty="0"/>
              <a:t>Casos Prácticos con dos niveles en filas y columnas a nivel de Tabla.</a:t>
            </a:r>
          </a:p>
        </p:txBody>
      </p:sp>
      <p:sp>
        <p:nvSpPr>
          <p:cNvPr id="14" name="CuadroTexto 13">
            <a:extLst>
              <a:ext uri="{FF2B5EF4-FFF2-40B4-BE49-F238E27FC236}">
                <a16:creationId xmlns:a16="http://schemas.microsoft.com/office/drawing/2014/main" id="{D54B36C9-00F8-C56D-D20D-398AD507562A}"/>
              </a:ext>
            </a:extLst>
          </p:cNvPr>
          <p:cNvSpPr txBox="1"/>
          <p:nvPr/>
        </p:nvSpPr>
        <p:spPr>
          <a:xfrm>
            <a:off x="804041" y="6448850"/>
            <a:ext cx="10673255" cy="338554"/>
          </a:xfrm>
          <a:prstGeom prst="rect">
            <a:avLst/>
          </a:prstGeom>
          <a:noFill/>
        </p:spPr>
        <p:txBody>
          <a:bodyPr wrap="square" rtlCol="0">
            <a:spAutoFit/>
          </a:bodyPr>
          <a:lstStyle/>
          <a:p>
            <a:pPr algn="ctr"/>
            <a:r>
              <a:rPr lang="es-ES" sz="1600" b="1" dirty="0"/>
              <a:t>Niveles de Tabla para aplicar la Anulación</a:t>
            </a:r>
            <a:endParaRPr lang="es-PE" sz="1600" b="1" dirty="0"/>
          </a:p>
        </p:txBody>
      </p:sp>
      <p:pic>
        <p:nvPicPr>
          <p:cNvPr id="4" name="Imagen 3">
            <a:extLst>
              <a:ext uri="{FF2B5EF4-FFF2-40B4-BE49-F238E27FC236}">
                <a16:creationId xmlns:a16="http://schemas.microsoft.com/office/drawing/2014/main" id="{231DFC3B-7B0A-CBBD-54B8-4808985BE511}"/>
              </a:ext>
            </a:extLst>
          </p:cNvPr>
          <p:cNvPicPr>
            <a:picLocks noChangeAspect="1"/>
          </p:cNvPicPr>
          <p:nvPr/>
        </p:nvPicPr>
        <p:blipFill rotWithShape="1">
          <a:blip r:embed="rId2"/>
          <a:srcRect t="4007"/>
          <a:stretch/>
        </p:blipFill>
        <p:spPr>
          <a:xfrm>
            <a:off x="1062414" y="1294066"/>
            <a:ext cx="7821161" cy="5154784"/>
          </a:xfrm>
          <a:prstGeom prst="rect">
            <a:avLst/>
          </a:prstGeom>
        </p:spPr>
      </p:pic>
    </p:spTree>
    <p:extLst>
      <p:ext uri="{BB962C8B-B14F-4D97-AF65-F5344CB8AC3E}">
        <p14:creationId xmlns:p14="http://schemas.microsoft.com/office/powerpoint/2010/main" val="1063902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181C-C181-AD86-935A-5932E72BE4B1}"/>
            </a:ext>
          </a:extLst>
        </p:cNvPr>
        <p:cNvGrpSpPr/>
        <p:nvPr/>
      </p:nvGrpSpPr>
      <p:grpSpPr>
        <a:xfrm>
          <a:off x="0" y="0"/>
          <a:ext cx="0" cy="0"/>
          <a:chOff x="0" y="0"/>
          <a:chExt cx="0" cy="0"/>
        </a:xfrm>
      </p:grpSpPr>
      <p:sp>
        <p:nvSpPr>
          <p:cNvPr id="10" name="Título 9">
            <a:extLst>
              <a:ext uri="{FF2B5EF4-FFF2-40B4-BE49-F238E27FC236}">
                <a16:creationId xmlns:a16="http://schemas.microsoft.com/office/drawing/2014/main" id="{66083C6D-098F-E3FC-43BF-CD97F7563A47}"/>
              </a:ext>
            </a:extLst>
          </p:cNvPr>
          <p:cNvSpPr>
            <a:spLocks noGrp="1"/>
          </p:cNvSpPr>
          <p:nvPr>
            <p:ph type="title"/>
          </p:nvPr>
        </p:nvSpPr>
        <p:spPr>
          <a:xfrm>
            <a:off x="349469" y="572446"/>
            <a:ext cx="11493062" cy="1083113"/>
          </a:xfrm>
        </p:spPr>
        <p:txBody>
          <a:bodyPr>
            <a:normAutofit/>
          </a:bodyPr>
          <a:lstStyle/>
          <a:p>
            <a:r>
              <a:rPr lang="es-ES" dirty="0"/>
              <a:t>Casos Prácticos con dos niveles en filas y columnas a nivel de Tabla.</a:t>
            </a:r>
          </a:p>
        </p:txBody>
      </p:sp>
      <p:sp>
        <p:nvSpPr>
          <p:cNvPr id="14" name="CuadroTexto 13">
            <a:extLst>
              <a:ext uri="{FF2B5EF4-FFF2-40B4-BE49-F238E27FC236}">
                <a16:creationId xmlns:a16="http://schemas.microsoft.com/office/drawing/2014/main" id="{B4B97812-B273-F3E2-2104-E104FB12D733}"/>
              </a:ext>
            </a:extLst>
          </p:cNvPr>
          <p:cNvSpPr txBox="1"/>
          <p:nvPr/>
        </p:nvSpPr>
        <p:spPr>
          <a:xfrm>
            <a:off x="1103585" y="5755168"/>
            <a:ext cx="10673255" cy="338554"/>
          </a:xfrm>
          <a:prstGeom prst="rect">
            <a:avLst/>
          </a:prstGeom>
          <a:noFill/>
        </p:spPr>
        <p:txBody>
          <a:bodyPr wrap="square" rtlCol="0">
            <a:spAutoFit/>
          </a:bodyPr>
          <a:lstStyle/>
          <a:p>
            <a:pPr algn="ctr"/>
            <a:r>
              <a:rPr lang="es-ES" sz="1600" b="1" dirty="0"/>
              <a:t>Nivel Dos Encabezados</a:t>
            </a:r>
            <a:endParaRPr lang="es-PE" sz="1600" b="1" dirty="0"/>
          </a:p>
        </p:txBody>
      </p:sp>
      <p:pic>
        <p:nvPicPr>
          <p:cNvPr id="7" name="Imagen 6">
            <a:extLst>
              <a:ext uri="{FF2B5EF4-FFF2-40B4-BE49-F238E27FC236}">
                <a16:creationId xmlns:a16="http://schemas.microsoft.com/office/drawing/2014/main" id="{E7E63690-BB3F-6CBE-1CBC-4129EE0082D1}"/>
              </a:ext>
            </a:extLst>
          </p:cNvPr>
          <p:cNvPicPr>
            <a:picLocks noChangeAspect="1"/>
          </p:cNvPicPr>
          <p:nvPr/>
        </p:nvPicPr>
        <p:blipFill>
          <a:blip r:embed="rId2"/>
          <a:stretch>
            <a:fillRect/>
          </a:stretch>
        </p:blipFill>
        <p:spPr>
          <a:xfrm>
            <a:off x="2073527" y="2065169"/>
            <a:ext cx="7787171" cy="3560351"/>
          </a:xfrm>
          <a:prstGeom prst="rect">
            <a:avLst/>
          </a:prstGeom>
        </p:spPr>
      </p:pic>
    </p:spTree>
    <p:extLst>
      <p:ext uri="{BB962C8B-B14F-4D97-AF65-F5344CB8AC3E}">
        <p14:creationId xmlns:p14="http://schemas.microsoft.com/office/powerpoint/2010/main" val="3074923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4DA5-031F-F122-B358-B85CB4206E1B}"/>
            </a:ext>
          </a:extLst>
        </p:cNvPr>
        <p:cNvGrpSpPr/>
        <p:nvPr/>
      </p:nvGrpSpPr>
      <p:grpSpPr>
        <a:xfrm>
          <a:off x="0" y="0"/>
          <a:ext cx="0" cy="0"/>
          <a:chOff x="0" y="0"/>
          <a:chExt cx="0" cy="0"/>
        </a:xfrm>
      </p:grpSpPr>
      <p:sp>
        <p:nvSpPr>
          <p:cNvPr id="10" name="Título 9">
            <a:extLst>
              <a:ext uri="{FF2B5EF4-FFF2-40B4-BE49-F238E27FC236}">
                <a16:creationId xmlns:a16="http://schemas.microsoft.com/office/drawing/2014/main" id="{C9CF1C1E-7AAC-C844-96A6-06E754298EF3}"/>
              </a:ext>
            </a:extLst>
          </p:cNvPr>
          <p:cNvSpPr>
            <a:spLocks noGrp="1"/>
          </p:cNvSpPr>
          <p:nvPr>
            <p:ph type="title"/>
          </p:nvPr>
        </p:nvSpPr>
        <p:spPr>
          <a:xfrm>
            <a:off x="599089" y="471329"/>
            <a:ext cx="11493062" cy="1083113"/>
          </a:xfrm>
        </p:spPr>
        <p:txBody>
          <a:bodyPr>
            <a:normAutofit/>
          </a:bodyPr>
          <a:lstStyle/>
          <a:p>
            <a:r>
              <a:rPr lang="es-ES" dirty="0"/>
              <a:t>Casos Prácticos con dos niveles en filas y columnas a nivel de Tabla.</a:t>
            </a:r>
          </a:p>
        </p:txBody>
      </p:sp>
      <p:sp>
        <p:nvSpPr>
          <p:cNvPr id="14" name="CuadroTexto 13">
            <a:extLst>
              <a:ext uri="{FF2B5EF4-FFF2-40B4-BE49-F238E27FC236}">
                <a16:creationId xmlns:a16="http://schemas.microsoft.com/office/drawing/2014/main" id="{B9809EAB-2ECF-7494-A3D6-A28F732C0302}"/>
              </a:ext>
            </a:extLst>
          </p:cNvPr>
          <p:cNvSpPr txBox="1"/>
          <p:nvPr/>
        </p:nvSpPr>
        <p:spPr>
          <a:xfrm>
            <a:off x="1008993" y="6130046"/>
            <a:ext cx="10673255" cy="338554"/>
          </a:xfrm>
          <a:prstGeom prst="rect">
            <a:avLst/>
          </a:prstGeom>
          <a:noFill/>
        </p:spPr>
        <p:txBody>
          <a:bodyPr wrap="square" rtlCol="0">
            <a:spAutoFit/>
          </a:bodyPr>
          <a:lstStyle/>
          <a:p>
            <a:pPr algn="ctr"/>
            <a:r>
              <a:rPr lang="es-ES" sz="1600" b="1" dirty="0"/>
              <a:t>Nivel Dos Rótulos, Dos Encabezados</a:t>
            </a:r>
            <a:endParaRPr lang="es-PE" sz="1600" b="1" dirty="0"/>
          </a:p>
        </p:txBody>
      </p:sp>
      <p:pic>
        <p:nvPicPr>
          <p:cNvPr id="3" name="Imagen 2">
            <a:extLst>
              <a:ext uri="{FF2B5EF4-FFF2-40B4-BE49-F238E27FC236}">
                <a16:creationId xmlns:a16="http://schemas.microsoft.com/office/drawing/2014/main" id="{133D2AB9-C0A0-F9EF-39C7-79A50151044A}"/>
              </a:ext>
            </a:extLst>
          </p:cNvPr>
          <p:cNvPicPr>
            <a:picLocks noChangeAspect="1"/>
          </p:cNvPicPr>
          <p:nvPr/>
        </p:nvPicPr>
        <p:blipFill>
          <a:blip r:embed="rId2"/>
          <a:stretch>
            <a:fillRect/>
          </a:stretch>
        </p:blipFill>
        <p:spPr>
          <a:xfrm>
            <a:off x="1245910" y="1554442"/>
            <a:ext cx="9700179" cy="4484505"/>
          </a:xfrm>
          <a:prstGeom prst="rect">
            <a:avLst/>
          </a:prstGeom>
        </p:spPr>
      </p:pic>
    </p:spTree>
    <p:extLst>
      <p:ext uri="{BB962C8B-B14F-4D97-AF65-F5344CB8AC3E}">
        <p14:creationId xmlns:p14="http://schemas.microsoft.com/office/powerpoint/2010/main" val="2916091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FCB7694-E9F4-48E8-9698-65AAE3FDE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2692" y="1899314"/>
            <a:ext cx="6106615" cy="4579961"/>
          </a:xfrm>
          <a:prstGeom prst="rect">
            <a:avLst/>
          </a:prstGeom>
        </p:spPr>
      </p:pic>
      <p:sp>
        <p:nvSpPr>
          <p:cNvPr id="8" name="Rectángulo 7">
            <a:extLst>
              <a:ext uri="{FF2B5EF4-FFF2-40B4-BE49-F238E27FC236}">
                <a16:creationId xmlns:a16="http://schemas.microsoft.com/office/drawing/2014/main" id="{5F1FAB6A-4C43-4588-8929-0E53ED011457}"/>
              </a:ext>
            </a:extLst>
          </p:cNvPr>
          <p:cNvSpPr/>
          <p:nvPr/>
        </p:nvSpPr>
        <p:spPr>
          <a:xfrm>
            <a:off x="567543" y="812210"/>
            <a:ext cx="11438388" cy="923330"/>
          </a:xfrm>
          <a:prstGeom prst="rect">
            <a:avLst/>
          </a:prstGeom>
          <a:noFill/>
        </p:spPr>
        <p:txBody>
          <a:bodyPr wrap="none" lIns="91440" tIns="45720" rIns="91440" bIns="45720">
            <a:spAutoFit/>
          </a:bodyPr>
          <a:lstStyle/>
          <a:p>
            <a:pPr algn="ctr"/>
            <a:r>
              <a:rPr lang="es-E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AHORA VAMOS A LA PRÁCTICA</a:t>
            </a:r>
          </a:p>
        </p:txBody>
      </p:sp>
    </p:spTree>
    <p:extLst>
      <p:ext uri="{BB962C8B-B14F-4D97-AF65-F5344CB8AC3E}">
        <p14:creationId xmlns:p14="http://schemas.microsoft.com/office/powerpoint/2010/main" val="1311419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ángulo 1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sp>
        <p:nvSpPr>
          <p:cNvPr id="16" name="Rectángulo 1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18" name="Rectángulo 1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8" name="Título 7"/>
          <p:cNvSpPr>
            <a:spLocks noGrp="1"/>
          </p:cNvSpPr>
          <p:nvPr>
            <p:ph type="ctrTitle"/>
          </p:nvPr>
        </p:nvSpPr>
        <p:spPr>
          <a:xfrm>
            <a:off x="1893715" y="708498"/>
            <a:ext cx="7574507" cy="3330055"/>
          </a:xfrm>
        </p:spPr>
        <p:txBody>
          <a:bodyPr rtlCol="0" anchor="ctr">
            <a:normAutofit/>
          </a:bodyPr>
          <a:lstStyle/>
          <a:p>
            <a:pPr rtl="0"/>
            <a:r>
              <a:rPr lang="es-ES" sz="13800" dirty="0">
                <a:solidFill>
                  <a:srgbClr val="FFFFFF"/>
                </a:solidFill>
              </a:rPr>
              <a:t>Gracias</a:t>
            </a:r>
          </a:p>
        </p:txBody>
      </p:sp>
      <p:sp>
        <p:nvSpPr>
          <p:cNvPr id="20" name="Rectángulo 1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89929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Tree>
    <p:extLst>
      <p:ext uri="{BB962C8B-B14F-4D97-AF65-F5344CB8AC3E}">
        <p14:creationId xmlns:p14="http://schemas.microsoft.com/office/powerpoint/2010/main" val="92594583"/>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1E27F0F-D896-41E6-B4EB-8C9AAA8B50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6D5C9E3-8C88-48BE-A8D5-BDFA60487B23}">
  <ds:schemaRefs>
    <ds:schemaRef ds:uri="http://schemas.microsoft.com/sharepoint/v3/contenttype/forms"/>
  </ds:schemaRefs>
</ds:datastoreItem>
</file>

<file path=customXml/itemProps3.xml><?xml version="1.0" encoding="utf-8"?>
<ds:datastoreItem xmlns:ds="http://schemas.openxmlformats.org/officeDocument/2006/customXml" ds:itemID="{CB9DF2D6-FF1F-4B5B-A177-F86A4BC19678}">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Presentación de resumen del producto</Template>
  <TotalTime>8</TotalTime>
  <Words>407</Words>
  <Application>Microsoft Office PowerPoint</Application>
  <PresentationFormat>Panorámica</PresentationFormat>
  <Paragraphs>31</Paragraphs>
  <Slides>11</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Calibri</vt:lpstr>
      <vt:lpstr>Gill Sans MT</vt:lpstr>
      <vt:lpstr>Wingdings 2</vt:lpstr>
      <vt:lpstr>DividendVTI</vt:lpstr>
      <vt:lpstr>ANÁLISIS y visualización DE DATOS CON POWER BI – sesión 02</vt:lpstr>
      <vt:lpstr>ÍNDICE</vt:lpstr>
      <vt:lpstr>Proceso de Limpieza Intermedio : Anulación de dinamización de columnas</vt:lpstr>
      <vt:lpstr>Proceso de Limpieza Intermedio : Anulación de dinamización de otras columnas</vt:lpstr>
      <vt:lpstr>Proceso de Limpieza Intermedio : Anulación de dinamización de columnas seleccionadas únicamente</vt:lpstr>
      <vt:lpstr>Código Lenguaje M de Anulación de Dinamización</vt:lpstr>
      <vt:lpstr>Casos Prácticos con dos niveles en filas y columnas a nivel de Tabla.</vt:lpstr>
      <vt:lpstr>Casos Prácticos con dos niveles en filas y columnas a nivel de Tabla.</vt:lpstr>
      <vt:lpstr>Casos Prácticos con dos niveles en filas y columnas a nivel de Tabla.</vt:lpstr>
      <vt:lpstr>Presentación de PowerPoint</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dc:creator>
  <cp:lastModifiedBy>Eric Heredia</cp:lastModifiedBy>
  <cp:revision>8</cp:revision>
  <dcterms:created xsi:type="dcterms:W3CDTF">2021-02-06T17:39:35Z</dcterms:created>
  <dcterms:modified xsi:type="dcterms:W3CDTF">2025-03-30T03:26:49Z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