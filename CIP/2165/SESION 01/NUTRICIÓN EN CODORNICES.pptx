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ms-office.drawingml.diagramDrawing+xml" PartName="/ppt/diagrams/drawing1.xml"/>
  <Override ContentType="application/vnd.ms-office.drawingml.diagramDrawing+xml" PartName="/ppt/diagrams/drawing10.xml"/>
  <Override ContentType="application/vnd.ms-office.drawingml.diagramDrawing+xml" PartName="/ppt/diagrams/drawing2.xml"/>
  <Override ContentType="application/vnd.ms-office.drawingml.diagramDrawing+xml" PartName="/ppt/diagrams/drawing3.xml"/>
  <Override ContentType="application/vnd.ms-office.drawingml.diagramDrawing+xml" PartName="/ppt/diagrams/drawing4.xml"/>
  <Override ContentType="application/vnd.ms-office.drawingml.diagramDrawing+xml" PartName="/ppt/diagrams/drawing5.xml"/>
  <Override ContentType="application/vnd.ms-office.drawingml.diagramDrawing+xml" PartName="/ppt/diagrams/drawing6.xml"/>
  <Override ContentType="application/vnd.ms-office.drawingml.diagramDrawing+xml" PartName="/ppt/diagrams/drawing7.xml"/>
  <Override ContentType="application/vnd.ms-office.drawingml.diagramDrawing+xml" PartName="/ppt/diagrams/drawing8.xml"/>
  <Override ContentType="application/vnd.ms-office.drawingml.diagramDrawing+xml" PartName="/ppt/diagrams/drawing9.xml"/>
  <Override ContentType="application/vnd.openxmlformats-officedocument.drawingml.diagramColors+xml" PartName="/ppt/diagrams/colors1.xml"/>
  <Override ContentType="application/vnd.openxmlformats-officedocument.drawingml.diagramColors+xml" PartName="/ppt/diagrams/colors10.xml"/>
  <Override ContentType="application/vnd.openxmlformats-officedocument.drawingml.diagramColors+xml" PartName="/ppt/diagrams/colors2.xml"/>
  <Override ContentType="application/vnd.openxmlformats-officedocument.drawingml.diagramColors+xml" PartName="/ppt/diagrams/colors3.xml"/>
  <Override ContentType="application/vnd.openxmlformats-officedocument.drawingml.diagramColors+xml" PartName="/ppt/diagrams/colors4.xml"/>
  <Override ContentType="application/vnd.openxmlformats-officedocument.drawingml.diagramColors+xml" PartName="/ppt/diagrams/colors5.xml"/>
  <Override ContentType="application/vnd.openxmlformats-officedocument.drawingml.diagramColors+xml" PartName="/ppt/diagrams/colors6.xml"/>
  <Override ContentType="application/vnd.openxmlformats-officedocument.drawingml.diagramColors+xml" PartName="/ppt/diagrams/colors7.xml"/>
  <Override ContentType="application/vnd.openxmlformats-officedocument.drawingml.diagramColors+xml" PartName="/ppt/diagrams/colors8.xml"/>
  <Override ContentType="application/vnd.openxmlformats-officedocument.drawingml.diagramColors+xml" PartName="/ppt/diagrams/colors9.xml"/>
  <Override ContentType="application/vnd.openxmlformats-officedocument.drawingml.diagramData+xml" PartName="/ppt/diagrams/data1.xml"/>
  <Override ContentType="application/vnd.openxmlformats-officedocument.drawingml.diagramData+xml" PartName="/ppt/diagrams/data10.xml"/>
  <Override ContentType="application/vnd.openxmlformats-officedocument.drawingml.diagramData+xml" PartName="/ppt/diagrams/data2.xml"/>
  <Override ContentType="application/vnd.openxmlformats-officedocument.drawingml.diagramData+xml" PartName="/ppt/diagrams/data3.xml"/>
  <Override ContentType="application/vnd.openxmlformats-officedocument.drawingml.diagramData+xml" PartName="/ppt/diagrams/data4.xml"/>
  <Override ContentType="application/vnd.openxmlformats-officedocument.drawingml.diagramData+xml" PartName="/ppt/diagrams/data5.xml"/>
  <Override ContentType="application/vnd.openxmlformats-officedocument.drawingml.diagramData+xml" PartName="/ppt/diagrams/data6.xml"/>
  <Override ContentType="application/vnd.openxmlformats-officedocument.drawingml.diagramData+xml" PartName="/ppt/diagrams/data7.xml"/>
  <Override ContentType="application/vnd.openxmlformats-officedocument.drawingml.diagramData+xml" PartName="/ppt/diagrams/data8.xml"/>
  <Override ContentType="application/vnd.openxmlformats-officedocument.drawingml.diagramData+xml" PartName="/ppt/diagrams/data9.xml"/>
  <Override ContentType="application/vnd.openxmlformats-officedocument.drawingml.diagramLayout+xml" PartName="/ppt/diagrams/layout1.xml"/>
  <Override ContentType="application/vnd.openxmlformats-officedocument.drawingml.diagramLayout+xml" PartName="/ppt/diagrams/layout10.xml"/>
  <Override ContentType="application/vnd.openxmlformats-officedocument.drawingml.diagramLayout+xml" PartName="/ppt/diagrams/layout2.xml"/>
  <Override ContentType="application/vnd.openxmlformats-officedocument.drawingml.diagramLayout+xml" PartName="/ppt/diagrams/layout3.xml"/>
  <Override ContentType="application/vnd.openxmlformats-officedocument.drawingml.diagramLayout+xml" PartName="/ppt/diagrams/layout4.xml"/>
  <Override ContentType="application/vnd.openxmlformats-officedocument.drawingml.diagramLayout+xml" PartName="/ppt/diagrams/layout5.xml"/>
  <Override ContentType="application/vnd.openxmlformats-officedocument.drawingml.diagramLayout+xml" PartName="/ppt/diagrams/layout6.xml"/>
  <Override ContentType="application/vnd.openxmlformats-officedocument.drawingml.diagramLayout+xml" PartName="/ppt/diagrams/layout7.xml"/>
  <Override ContentType="application/vnd.openxmlformats-officedocument.drawingml.diagramLayout+xml" PartName="/ppt/diagrams/layout8.xml"/>
  <Override ContentType="application/vnd.openxmlformats-officedocument.drawingml.diagramLayout+xml" PartName="/ppt/diagrams/layout9.xml"/>
  <Override ContentType="application/vnd.openxmlformats-officedocument.drawingml.diagramStyle+xml" PartName="/ppt/diagrams/quickStyle1.xml"/>
  <Override ContentType="application/vnd.openxmlformats-officedocument.drawingml.diagramStyle+xml" PartName="/ppt/diagrams/quickStyle10.xml"/>
  <Override ContentType="application/vnd.openxmlformats-officedocument.drawingml.diagramStyle+xml" PartName="/ppt/diagrams/quickStyle2.xml"/>
  <Override ContentType="application/vnd.openxmlformats-officedocument.drawingml.diagramStyle+xml" PartName="/ppt/diagrams/quickStyle3.xml"/>
  <Override ContentType="application/vnd.openxmlformats-officedocument.drawingml.diagramStyle+xml" PartName="/ppt/diagrams/quickStyle4.xml"/>
  <Override ContentType="application/vnd.openxmlformats-officedocument.drawingml.diagramStyle+xml" PartName="/ppt/diagrams/quickStyle5.xml"/>
  <Override ContentType="application/vnd.openxmlformats-officedocument.drawingml.diagramStyle+xml" PartName="/ppt/diagrams/quickStyle6.xml"/>
  <Override ContentType="application/vnd.openxmlformats-officedocument.drawingml.diagramStyle+xml" PartName="/ppt/diagrams/quickStyle7.xml"/>
  <Override ContentType="application/vnd.openxmlformats-officedocument.drawingml.diagramStyle+xml" PartName="/ppt/diagrams/quickStyle8.xml"/>
  <Override ContentType="application/vnd.openxmlformats-officedocument.drawingml.diagramStyle+xml" PartName="/ppt/diagrams/quickStyle9.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autoAdjust="0" sz="15000"/>
    <p:restoredTop sz="94660"/>
  </p:normalViewPr>
  <p:slideViewPr>
    <p:cSldViewPr snapToGrid="0">
      <p:cViewPr varScale="1">
        <p:scale>
          <a:sx d="100" n="64"/>
          <a:sy d="100" n="64"/>
        </p:scale>
        <p:origin x="978" y="7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<Relationships xmlns="http://schemas.openxmlformats.org/package/2006/relationships"><Relationship Id="rId19" Target="slides/slide13.xml" Type="http://schemas.openxmlformats.org/officeDocument/2006/relationships/slide"/><Relationship Id="rId20" Target="slides/slide14.xml" Type="http://schemas.openxmlformats.org/officeDocument/2006/relationships/slide"/><Relationship Id="rId18" Target="slides/slide12.xml" Type="http://schemas.openxmlformats.org/officeDocument/2006/relationships/slide"/><Relationship Id="rId17" Target="slides/slide11.xml" Type="http://schemas.openxmlformats.org/officeDocument/2006/relationships/slide"/><Relationship Id="rId16" Target="slides/slide10.xml" Type="http://schemas.openxmlformats.org/officeDocument/2006/relationships/slide"/><Relationship Id="rId15" Target="slides/slide9.xml" Type="http://schemas.openxmlformats.org/officeDocument/2006/relationships/slide"/><Relationship Id="rId14" Target="slides/slide8.xml" Type="http://schemas.openxmlformats.org/officeDocument/2006/relationships/slide"/><Relationship Id="rId13" Target="slides/slide7.xml" Type="http://schemas.openxmlformats.org/officeDocument/2006/relationships/slide"/><Relationship Id="rId12" Target="slides/slide6.xml" Type="http://schemas.openxmlformats.org/officeDocument/2006/relationships/slide"/><Relationship Id="rId11" Target="slides/slide5.xml" Type="http://schemas.openxmlformats.org/officeDocument/2006/relationships/slide"/><Relationship Id="rId10" Target="slides/slide4.xml" Type="http://schemas.openxmlformats.org/officeDocument/2006/relationships/slide"/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2.xml" Type="http://schemas.openxmlformats.org/officeDocument/2006/relationships/theme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pri="10200" type="colorful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pri="10500" type="colorful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pri="10100" type="colorful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pri="10500" type="colorful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pri="10200" type="colorful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pri="10100" type="colorful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pri="10100" type="colorful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pri="11200" type="accent1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pri="11200" type="accent1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pri="10500" type="colorful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BF1677-87A1-4527-B6AB-853185424254}" type="doc">
      <dgm:prSet csCatId="colorful" csTypeId="urn:microsoft.com/office/officeart/2005/8/colors/colorful2" loCatId="list" loTypeId="urn:microsoft.com/office/officeart/2005/8/layout/list1" qsCatId="simple" qsTypeId="urn:microsoft.com/office/officeart/2005/8/quickstyle/simple4"/>
      <dgm:spPr/>
      <dgm:t>
        <a:bodyPr numCol="1"/>
        <a:lstStyle/>
        <a:p>
          <a:endParaRPr lang="en-US"/>
        </a:p>
      </dgm:t>
    </dgm:pt>
    <dgm:pt modelId="{8A384888-B5E9-40D4-95CC-A9184A898670}">
      <dgm:prSet/>
      <dgm:spPr/>
      <dgm:t>
        <a:bodyPr numCol="1"/>
        <a:lstStyle/>
        <a:p>
          <a:r>
            <a:rPr altLang="pt-BR" lang="pt-BR"/>
            <a:t>VELOCIDADE DE CRESCIMENTO</a:t>
          </a:r>
          <a:endParaRPr lang="en-US"/>
        </a:p>
      </dgm:t>
    </dgm:pt>
    <dgm:pt cxnId="{9BE97745-71BD-4096-A2C7-1DC49FABECA7}" modelId="{8934809A-2754-4827-A874-2286D12E620C}" type="parTrans">
      <dgm:prSet/>
      <dgm:spPr/>
      <dgm:t>
        <a:bodyPr numCol="1"/>
        <a:lstStyle/>
        <a:p>
          <a:endParaRPr lang="en-US"/>
        </a:p>
      </dgm:t>
    </dgm:pt>
    <dgm:pt cxnId="{9BE97745-71BD-4096-A2C7-1DC49FABECA7}" modelId="{BB23DA62-B3BD-4835-80EA-AF98FF9CACE7}" type="sibTrans">
      <dgm:prSet/>
      <dgm:spPr/>
      <dgm:t>
        <a:bodyPr numCol="1"/>
        <a:lstStyle/>
        <a:p>
          <a:endParaRPr lang="en-US"/>
        </a:p>
      </dgm:t>
    </dgm:pt>
    <dgm:pt modelId="{83AC258E-DB2C-48EA-8491-A2BF9ADEE8C6}">
      <dgm:prSet/>
      <dgm:spPr/>
      <dgm:t>
        <a:bodyPr numCol="1"/>
        <a:lstStyle/>
        <a:p>
          <a:r>
            <a:rPr altLang="pt-BR" lang="pt-BR"/>
            <a:t>DEMANDA PROTEICA</a:t>
          </a:r>
          <a:endParaRPr lang="en-US"/>
        </a:p>
      </dgm:t>
    </dgm:pt>
    <dgm:pt cxnId="{4465C6A6-6443-4614-B6AE-0A32D0017539}" modelId="{1CB9708B-39DE-477B-A69C-5675B42948F4}" type="parTrans">
      <dgm:prSet/>
      <dgm:spPr/>
      <dgm:t>
        <a:bodyPr numCol="1"/>
        <a:lstStyle/>
        <a:p>
          <a:endParaRPr lang="en-US"/>
        </a:p>
      </dgm:t>
    </dgm:pt>
    <dgm:pt cxnId="{4465C6A6-6443-4614-B6AE-0A32D0017539}" modelId="{C5CD53AC-9FA3-4166-AABA-74CE47BE6791}" type="sibTrans">
      <dgm:prSet/>
      <dgm:spPr/>
      <dgm:t>
        <a:bodyPr numCol="1"/>
        <a:lstStyle/>
        <a:p>
          <a:endParaRPr lang="en-US"/>
        </a:p>
      </dgm:t>
    </dgm:pt>
    <dgm:pt modelId="{95B394CE-5742-4784-BDE7-E28B64E06282}">
      <dgm:prSet/>
      <dgm:spPr/>
      <dgm:t>
        <a:bodyPr numCol="1"/>
        <a:lstStyle/>
        <a:p>
          <a:r>
            <a:rPr altLang="pt-BR" lang="pt-BR"/>
            <a:t>DEMANDA ENERGETICA</a:t>
          </a:r>
          <a:endParaRPr lang="en-US"/>
        </a:p>
      </dgm:t>
    </dgm:pt>
    <dgm:pt cxnId="{9463432B-54AD-474B-BB0A-10E93A632A91}" modelId="{DE4478ED-AAE5-44AC-95BD-73934579C960}" type="parTrans">
      <dgm:prSet/>
      <dgm:spPr/>
      <dgm:t>
        <a:bodyPr numCol="1"/>
        <a:lstStyle/>
        <a:p>
          <a:endParaRPr lang="en-US"/>
        </a:p>
      </dgm:t>
    </dgm:pt>
    <dgm:pt cxnId="{9463432B-54AD-474B-BB0A-10E93A632A91}" modelId="{2AA87215-53E4-4519-831F-27A331C588E2}" type="sibTrans">
      <dgm:prSet/>
      <dgm:spPr/>
      <dgm:t>
        <a:bodyPr numCol="1"/>
        <a:lstStyle/>
        <a:p>
          <a:endParaRPr lang="en-US"/>
        </a:p>
      </dgm:t>
    </dgm:pt>
    <dgm:pt modelId="{445C7801-E5D5-441C-99E6-8FFEB55B5207}">
      <dgm:prSet/>
      <dgm:spPr/>
      <dgm:t>
        <a:bodyPr numCol="1"/>
        <a:lstStyle/>
        <a:p>
          <a:r>
            <a:rPr altLang="pt-BR" lang="pt-BR"/>
            <a:t>METABOLISMO MAIS ACELERADO</a:t>
          </a:r>
          <a:endParaRPr lang="en-US"/>
        </a:p>
      </dgm:t>
    </dgm:pt>
    <dgm:pt cxnId="{ACDC2C75-2F47-4B91-B311-61D2A10D21F2}" modelId="{20951094-BE2D-4B7A-973C-7657549B4FE7}" type="parTrans">
      <dgm:prSet/>
      <dgm:spPr/>
      <dgm:t>
        <a:bodyPr numCol="1"/>
        <a:lstStyle/>
        <a:p>
          <a:endParaRPr lang="en-US"/>
        </a:p>
      </dgm:t>
    </dgm:pt>
    <dgm:pt cxnId="{ACDC2C75-2F47-4B91-B311-61D2A10D21F2}" modelId="{21DE2320-18C7-406E-8309-3F9E19D82E01}" type="sibTrans">
      <dgm:prSet/>
      <dgm:spPr/>
      <dgm:t>
        <a:bodyPr numCol="1"/>
        <a:lstStyle/>
        <a:p>
          <a:endParaRPr lang="en-US"/>
        </a:p>
      </dgm:t>
    </dgm:pt>
    <dgm:pt modelId="{F973EC2D-1C23-4AE7-9180-53823B78A807}" type="pres">
      <dgm:prSet presAssocID="{03BF1677-87A1-4527-B6AB-853185424254}" presName="linear" presStyleCnt="0">
        <dgm:presLayoutVars>
          <dgm:dir/>
          <dgm:animLvl val="lvl"/>
          <dgm:resizeHandles val="exact"/>
        </dgm:presLayoutVars>
      </dgm:prSet>
      <dgm:spPr/>
    </dgm:pt>
    <dgm:pt modelId="{BCDF52E4-250A-471A-A2B4-DB8876A742B7}" type="pres">
      <dgm:prSet presAssocID="{8A384888-B5E9-40D4-95CC-A9184A898670}" presName="parentLin" presStyleCnt="0"/>
      <dgm:spPr/>
    </dgm:pt>
    <dgm:pt modelId="{CBC5707F-1C18-4F1D-AC25-E6D4415C276E}" type="pres">
      <dgm:prSet presAssocID="{8A384888-B5E9-40D4-95CC-A9184A898670}" presName="parentLeftMargin" presStyleCnt="4" presStyleIdx="0" presStyleLbl="node1"/>
      <dgm:spPr/>
    </dgm:pt>
    <dgm:pt modelId="{EF3B3C5E-079D-416C-9868-D71EB07BB791}" type="pres">
      <dgm:prSet presAssocID="{8A384888-B5E9-40D4-95CC-A9184A898670}" presName="parentText" presStyleCnt="4" presStyleIdx="0" presStyleLbl="node1">
        <dgm:presLayoutVars>
          <dgm:chMax val="0"/>
          <dgm:bulletEnabled val="1"/>
        </dgm:presLayoutVars>
      </dgm:prSet>
      <dgm:spPr/>
    </dgm:pt>
    <dgm:pt modelId="{D531C383-7F87-4013-9486-56E5CCADB5A1}" type="pres">
      <dgm:prSet presAssocID="{8A384888-B5E9-40D4-95CC-A9184A898670}" presName="negativeSpace" presStyleCnt="0"/>
      <dgm:spPr/>
    </dgm:pt>
    <dgm:pt modelId="{B1343513-B578-4A2B-AE8D-ECD25715FB38}" type="pres">
      <dgm:prSet presAssocID="{8A384888-B5E9-40D4-95CC-A9184A898670}" presName="childText" presStyleCnt="4" presStyleIdx="0" presStyleLbl="conFgAcc1">
        <dgm:presLayoutVars>
          <dgm:bulletEnabled val="1"/>
        </dgm:presLayoutVars>
      </dgm:prSet>
      <dgm:spPr/>
    </dgm:pt>
    <dgm:pt modelId="{9F18791E-6FC0-4E9D-95E7-2EC2522F2CC9}" type="pres">
      <dgm:prSet presAssocID="{BB23DA62-B3BD-4835-80EA-AF98FF9CACE7}" presName="spaceBetweenRectangles" presStyleCnt="0"/>
      <dgm:spPr/>
    </dgm:pt>
    <dgm:pt modelId="{C88D4333-73B3-4E20-8430-D55E72DC7487}" type="pres">
      <dgm:prSet presAssocID="{83AC258E-DB2C-48EA-8491-A2BF9ADEE8C6}" presName="parentLin" presStyleCnt="0"/>
      <dgm:spPr/>
    </dgm:pt>
    <dgm:pt modelId="{6014CDD1-E624-499B-B2FF-311F38B53443}" type="pres">
      <dgm:prSet presAssocID="{83AC258E-DB2C-48EA-8491-A2BF9ADEE8C6}" presName="parentLeftMargin" presStyleCnt="4" presStyleIdx="0" presStyleLbl="node1"/>
      <dgm:spPr/>
    </dgm:pt>
    <dgm:pt modelId="{07C43EB8-6E5D-4B11-A5CD-57E78F4C1A1B}" type="pres">
      <dgm:prSet presAssocID="{83AC258E-DB2C-48EA-8491-A2BF9ADEE8C6}" presName="parentText" presStyleCnt="4" presStyleIdx="1" presStyleLbl="node1">
        <dgm:presLayoutVars>
          <dgm:chMax val="0"/>
          <dgm:bulletEnabled val="1"/>
        </dgm:presLayoutVars>
      </dgm:prSet>
      <dgm:spPr/>
    </dgm:pt>
    <dgm:pt modelId="{8EA0FB8C-A645-4C66-B75B-9A767E2A4B97}" type="pres">
      <dgm:prSet presAssocID="{83AC258E-DB2C-48EA-8491-A2BF9ADEE8C6}" presName="negativeSpace" presStyleCnt="0"/>
      <dgm:spPr/>
    </dgm:pt>
    <dgm:pt modelId="{AE39836F-FBF2-4E8C-95C1-ADA0D257A4DB}" type="pres">
      <dgm:prSet presAssocID="{83AC258E-DB2C-48EA-8491-A2BF9ADEE8C6}" presName="childText" presStyleCnt="4" presStyleIdx="1" presStyleLbl="conFgAcc1">
        <dgm:presLayoutVars>
          <dgm:bulletEnabled val="1"/>
        </dgm:presLayoutVars>
      </dgm:prSet>
      <dgm:spPr/>
    </dgm:pt>
    <dgm:pt modelId="{722C9841-A930-4C7E-A543-34979C02E946}" type="pres">
      <dgm:prSet presAssocID="{C5CD53AC-9FA3-4166-AABA-74CE47BE6791}" presName="spaceBetweenRectangles" presStyleCnt="0"/>
      <dgm:spPr/>
    </dgm:pt>
    <dgm:pt modelId="{80035168-2A16-49F7-9F8D-DD4DA001D369}" type="pres">
      <dgm:prSet presAssocID="{95B394CE-5742-4784-BDE7-E28B64E06282}" presName="parentLin" presStyleCnt="0"/>
      <dgm:spPr/>
    </dgm:pt>
    <dgm:pt modelId="{D495DBBA-77A2-4D19-8A20-A2836246D887}" type="pres">
      <dgm:prSet presAssocID="{95B394CE-5742-4784-BDE7-E28B64E06282}" presName="parentLeftMargin" presStyleCnt="4" presStyleIdx="1" presStyleLbl="node1"/>
      <dgm:spPr/>
    </dgm:pt>
    <dgm:pt modelId="{D7D42FAA-FBD2-41DD-AAA7-60AAA54374C8}" type="pres">
      <dgm:prSet presAssocID="{95B394CE-5742-4784-BDE7-E28B64E06282}" presName="parentText" presStyleCnt="4" presStyleIdx="2" presStyleLbl="node1">
        <dgm:presLayoutVars>
          <dgm:chMax val="0"/>
          <dgm:bulletEnabled val="1"/>
        </dgm:presLayoutVars>
      </dgm:prSet>
      <dgm:spPr/>
    </dgm:pt>
    <dgm:pt modelId="{F29480DF-CC8A-40A5-B027-A1093520AC91}" type="pres">
      <dgm:prSet presAssocID="{95B394CE-5742-4784-BDE7-E28B64E06282}" presName="negativeSpace" presStyleCnt="0"/>
      <dgm:spPr/>
    </dgm:pt>
    <dgm:pt modelId="{4F777E11-A825-445C-BF42-DC030F096566}" type="pres">
      <dgm:prSet presAssocID="{95B394CE-5742-4784-BDE7-E28B64E06282}" presName="childText" presStyleCnt="4" presStyleIdx="2" presStyleLbl="conFgAcc1">
        <dgm:presLayoutVars>
          <dgm:bulletEnabled val="1"/>
        </dgm:presLayoutVars>
      </dgm:prSet>
      <dgm:spPr/>
    </dgm:pt>
    <dgm:pt modelId="{89173056-204A-4661-8721-F12D6432A271}" type="pres">
      <dgm:prSet presAssocID="{2AA87215-53E4-4519-831F-27A331C588E2}" presName="spaceBetweenRectangles" presStyleCnt="0"/>
      <dgm:spPr/>
    </dgm:pt>
    <dgm:pt modelId="{92CD7075-08BA-4E5D-8F91-14284A05EB73}" type="pres">
      <dgm:prSet presAssocID="{445C7801-E5D5-441C-99E6-8FFEB55B5207}" presName="parentLin" presStyleCnt="0"/>
      <dgm:spPr/>
    </dgm:pt>
    <dgm:pt modelId="{AD70568E-CAB4-426E-ABF5-551DD92BF75E}" type="pres">
      <dgm:prSet presAssocID="{445C7801-E5D5-441C-99E6-8FFEB55B5207}" presName="parentLeftMargin" presStyleCnt="4" presStyleIdx="2" presStyleLbl="node1"/>
      <dgm:spPr/>
    </dgm:pt>
    <dgm:pt modelId="{2B6684F2-F277-4B9E-BD20-05D3EB629EDF}" type="pres">
      <dgm:prSet presAssocID="{445C7801-E5D5-441C-99E6-8FFEB55B5207}" presName="parentText" presStyleCnt="4" presStyleIdx="3" presStyleLbl="node1">
        <dgm:presLayoutVars>
          <dgm:chMax val="0"/>
          <dgm:bulletEnabled val="1"/>
        </dgm:presLayoutVars>
      </dgm:prSet>
      <dgm:spPr/>
    </dgm:pt>
    <dgm:pt modelId="{CA7FD738-D1A2-46EA-A281-4C23766818A6}" type="pres">
      <dgm:prSet presAssocID="{445C7801-E5D5-441C-99E6-8FFEB55B5207}" presName="negativeSpace" presStyleCnt="0"/>
      <dgm:spPr/>
    </dgm:pt>
    <dgm:pt modelId="{A4406E9D-894B-469F-ACAD-A3C633BA8B35}" type="pres">
      <dgm:prSet presAssocID="{445C7801-E5D5-441C-99E6-8FFEB55B5207}" presName="childText" presStyleCnt="4" presStyleIdx="3" presStyleLbl="conFgAcc1">
        <dgm:presLayoutVars>
          <dgm:bulletEnabled val="1"/>
        </dgm:presLayoutVars>
      </dgm:prSet>
      <dgm:spPr/>
    </dgm:pt>
  </dgm:ptLst>
  <dgm:cxnLst>
    <dgm:cxn destId="{EF3B3C5E-079D-416C-9868-D71EB07BB791}" destOrd="0" modelId="{56CF9A12-EC24-457E-AD6F-4D8B9EAD15D4}" presId="urn:microsoft.com/office/officeart/2005/8/layout/list1" srcId="{8A384888-B5E9-40D4-95CC-A9184A898670}" srcOrd="1" type="presOf"/>
    <dgm:cxn destId="{2B6684F2-F277-4B9E-BD20-05D3EB629EDF}" destOrd="0" modelId="{F4EF6C25-B430-4148-9A72-824E0D93BFDF}" presId="urn:microsoft.com/office/officeart/2005/8/layout/list1" srcId="{445C7801-E5D5-441C-99E6-8FFEB55B5207}" srcOrd="1" type="presOf"/>
    <dgm:cxn destId="{95B394CE-5742-4784-BDE7-E28B64E06282}" destOrd="0" modelId="{9463432B-54AD-474B-BB0A-10E93A632A91}" parTransId="{DE4478ED-AAE5-44AC-95BD-73934579C960}" sibTransId="{2AA87215-53E4-4519-831F-27A331C588E2}" srcId="{03BF1677-87A1-4527-B6AB-853185424254}" srcOrd="2"/>
    <dgm:cxn destId="{CBC5707F-1C18-4F1D-AC25-E6D4415C276E}" destOrd="0" modelId="{DC83F036-380E-4D3A-9081-384DAC532A3D}" presId="urn:microsoft.com/office/officeart/2005/8/layout/list1" srcId="{8A384888-B5E9-40D4-95CC-A9184A898670}" srcOrd="0" type="presOf"/>
    <dgm:cxn destId="{8A384888-B5E9-40D4-95CC-A9184A898670}" destOrd="0" modelId="{9BE97745-71BD-4096-A2C7-1DC49FABECA7}" parTransId="{8934809A-2754-4827-A874-2286D12E620C}" sibTransId="{BB23DA62-B3BD-4835-80EA-AF98FF9CACE7}" srcId="{03BF1677-87A1-4527-B6AB-853185424254}" srcOrd="0"/>
    <dgm:cxn destId="{F973EC2D-1C23-4AE7-9180-53823B78A807}" destOrd="0" modelId="{C12C3D72-EBBC-45C8-878C-A65FE086C1E0}" presId="urn:microsoft.com/office/officeart/2005/8/layout/list1" srcId="{03BF1677-87A1-4527-B6AB-853185424254}" srcOrd="0" type="presOf"/>
    <dgm:cxn destId="{445C7801-E5D5-441C-99E6-8FFEB55B5207}" destOrd="0" modelId="{ACDC2C75-2F47-4B91-B311-61D2A10D21F2}" parTransId="{20951094-BE2D-4B7A-973C-7657549B4FE7}" sibTransId="{21DE2320-18C7-406E-8309-3F9E19D82E01}" srcId="{03BF1677-87A1-4527-B6AB-853185424254}" srcOrd="3"/>
    <dgm:cxn destId="{07C43EB8-6E5D-4B11-A5CD-57E78F4C1A1B}" destOrd="0" modelId="{47B8DB96-6B45-4F56-A464-80461561B64E}" presId="urn:microsoft.com/office/officeart/2005/8/layout/list1" srcId="{83AC258E-DB2C-48EA-8491-A2BF9ADEE8C6}" srcOrd="1" type="presOf"/>
    <dgm:cxn destId="{6014CDD1-E624-499B-B2FF-311F38B53443}" destOrd="0" modelId="{0B15B9A4-C786-46B8-BDE5-42FCD9FF8A88}" presId="urn:microsoft.com/office/officeart/2005/8/layout/list1" srcId="{83AC258E-DB2C-48EA-8491-A2BF9ADEE8C6}" srcOrd="0" type="presOf"/>
    <dgm:cxn destId="{83AC258E-DB2C-48EA-8491-A2BF9ADEE8C6}" destOrd="0" modelId="{4465C6A6-6443-4614-B6AE-0A32D0017539}" parTransId="{1CB9708B-39DE-477B-A69C-5675B42948F4}" sibTransId="{C5CD53AC-9FA3-4166-AABA-74CE47BE6791}" srcId="{03BF1677-87A1-4527-B6AB-853185424254}" srcOrd="1"/>
    <dgm:cxn destId="{D7D42FAA-FBD2-41DD-AAA7-60AAA54374C8}" destOrd="0" modelId="{944B91DE-BBEE-4B20-B878-7EBF286FD771}" presId="urn:microsoft.com/office/officeart/2005/8/layout/list1" srcId="{95B394CE-5742-4784-BDE7-E28B64E06282}" srcOrd="1" type="presOf"/>
    <dgm:cxn destId="{D495DBBA-77A2-4D19-8A20-A2836246D887}" destOrd="0" modelId="{0DB396DF-73EB-42EC-8AD5-8C46ED1DAADF}" presId="urn:microsoft.com/office/officeart/2005/8/layout/list1" srcId="{95B394CE-5742-4784-BDE7-E28B64E06282}" srcOrd="0" type="presOf"/>
    <dgm:cxn destId="{AD70568E-CAB4-426E-ABF5-551DD92BF75E}" destOrd="0" modelId="{608993F7-7B5D-49EF-9EEB-E9DCBA43070A}" presId="urn:microsoft.com/office/officeart/2005/8/layout/list1" srcId="{445C7801-E5D5-441C-99E6-8FFEB55B5207}" srcOrd="0" type="presOf"/>
    <dgm:cxn destId="{BCDF52E4-250A-471A-A2B4-DB8876A742B7}" destOrd="0" modelId="{C4F4A377-5EEF-467F-BBA2-53DEB6329434}" presId="urn:microsoft.com/office/officeart/2005/8/layout/list1" srcId="{F973EC2D-1C23-4AE7-9180-53823B78A807}" srcOrd="0" type="presParOf"/>
    <dgm:cxn destId="{CBC5707F-1C18-4F1D-AC25-E6D4415C276E}" destOrd="0" modelId="{33754382-6E3A-4CFB-ACF0-C03EF93C5D51}" presId="urn:microsoft.com/office/officeart/2005/8/layout/list1" srcId="{BCDF52E4-250A-471A-A2B4-DB8876A742B7}" srcOrd="0" type="presParOf"/>
    <dgm:cxn destId="{EF3B3C5E-079D-416C-9868-D71EB07BB791}" destOrd="0" modelId="{72C2CA70-5D92-4D7B-8468-F082A202C52F}" presId="urn:microsoft.com/office/officeart/2005/8/layout/list1" srcId="{BCDF52E4-250A-471A-A2B4-DB8876A742B7}" srcOrd="1" type="presParOf"/>
    <dgm:cxn destId="{D531C383-7F87-4013-9486-56E5CCADB5A1}" destOrd="0" modelId="{D67EF7AF-142E-433D-B51E-FB46D0517630}" presId="urn:microsoft.com/office/officeart/2005/8/layout/list1" srcId="{F973EC2D-1C23-4AE7-9180-53823B78A807}" srcOrd="1" type="presParOf"/>
    <dgm:cxn destId="{B1343513-B578-4A2B-AE8D-ECD25715FB38}" destOrd="0" modelId="{244CE9B8-81AB-4F8B-A6FA-36A3F5B1EC9E}" presId="urn:microsoft.com/office/officeart/2005/8/layout/list1" srcId="{F973EC2D-1C23-4AE7-9180-53823B78A807}" srcOrd="2" type="presParOf"/>
    <dgm:cxn destId="{9F18791E-6FC0-4E9D-95E7-2EC2522F2CC9}" destOrd="0" modelId="{72169CDB-8145-4229-B030-6903CD3B9B67}" presId="urn:microsoft.com/office/officeart/2005/8/layout/list1" srcId="{F973EC2D-1C23-4AE7-9180-53823B78A807}" srcOrd="3" type="presParOf"/>
    <dgm:cxn destId="{C88D4333-73B3-4E20-8430-D55E72DC7487}" destOrd="0" modelId="{48F5A17F-9EF3-4B7A-963C-9B326A9C8038}" presId="urn:microsoft.com/office/officeart/2005/8/layout/list1" srcId="{F973EC2D-1C23-4AE7-9180-53823B78A807}" srcOrd="4" type="presParOf"/>
    <dgm:cxn destId="{6014CDD1-E624-499B-B2FF-311F38B53443}" destOrd="0" modelId="{4DB5600A-5779-469B-9086-F1CDA66B5518}" presId="urn:microsoft.com/office/officeart/2005/8/layout/list1" srcId="{C88D4333-73B3-4E20-8430-D55E72DC7487}" srcOrd="0" type="presParOf"/>
    <dgm:cxn destId="{07C43EB8-6E5D-4B11-A5CD-57E78F4C1A1B}" destOrd="0" modelId="{88E2A9D0-D43B-4D26-BC32-497B75DD68FA}" presId="urn:microsoft.com/office/officeart/2005/8/layout/list1" srcId="{C88D4333-73B3-4E20-8430-D55E72DC7487}" srcOrd="1" type="presParOf"/>
    <dgm:cxn destId="{8EA0FB8C-A645-4C66-B75B-9A767E2A4B97}" destOrd="0" modelId="{2184D3BF-0E67-435A-B8A7-888FE64DA42E}" presId="urn:microsoft.com/office/officeart/2005/8/layout/list1" srcId="{F973EC2D-1C23-4AE7-9180-53823B78A807}" srcOrd="5" type="presParOf"/>
    <dgm:cxn destId="{AE39836F-FBF2-4E8C-95C1-ADA0D257A4DB}" destOrd="0" modelId="{A3CF92E1-EA24-4541-A4CB-A4531A8EB73A}" presId="urn:microsoft.com/office/officeart/2005/8/layout/list1" srcId="{F973EC2D-1C23-4AE7-9180-53823B78A807}" srcOrd="6" type="presParOf"/>
    <dgm:cxn destId="{722C9841-A930-4C7E-A543-34979C02E946}" destOrd="0" modelId="{32B8E92E-E26D-449E-BD3E-BE91546BA8E4}" presId="urn:microsoft.com/office/officeart/2005/8/layout/list1" srcId="{F973EC2D-1C23-4AE7-9180-53823B78A807}" srcOrd="7" type="presParOf"/>
    <dgm:cxn destId="{80035168-2A16-49F7-9F8D-DD4DA001D369}" destOrd="0" modelId="{44F27C5A-A28C-4679-BD88-78B04E2B273B}" presId="urn:microsoft.com/office/officeart/2005/8/layout/list1" srcId="{F973EC2D-1C23-4AE7-9180-53823B78A807}" srcOrd="8" type="presParOf"/>
    <dgm:cxn destId="{D495DBBA-77A2-4D19-8A20-A2836246D887}" destOrd="0" modelId="{9871AC00-DC19-4636-A397-287C54162F1F}" presId="urn:microsoft.com/office/officeart/2005/8/layout/list1" srcId="{80035168-2A16-49F7-9F8D-DD4DA001D369}" srcOrd="0" type="presParOf"/>
    <dgm:cxn destId="{D7D42FAA-FBD2-41DD-AAA7-60AAA54374C8}" destOrd="0" modelId="{3E8AC0CC-6561-4BC5-8DED-297947D9799E}" presId="urn:microsoft.com/office/officeart/2005/8/layout/list1" srcId="{80035168-2A16-49F7-9F8D-DD4DA001D369}" srcOrd="1" type="presParOf"/>
    <dgm:cxn destId="{F29480DF-CC8A-40A5-B027-A1093520AC91}" destOrd="0" modelId="{E0ED9B17-842A-46DE-A40B-E3D5CC685554}" presId="urn:microsoft.com/office/officeart/2005/8/layout/list1" srcId="{F973EC2D-1C23-4AE7-9180-53823B78A807}" srcOrd="9" type="presParOf"/>
    <dgm:cxn destId="{4F777E11-A825-445C-BF42-DC030F096566}" destOrd="0" modelId="{7D308828-E891-48C4-AB9A-8ABA81CF2D3C}" presId="urn:microsoft.com/office/officeart/2005/8/layout/list1" srcId="{F973EC2D-1C23-4AE7-9180-53823B78A807}" srcOrd="10" type="presParOf"/>
    <dgm:cxn destId="{89173056-204A-4661-8721-F12D6432A271}" destOrd="0" modelId="{012AC1D7-26A2-445F-A2A3-86062129C1A7}" presId="urn:microsoft.com/office/officeart/2005/8/layout/list1" srcId="{F973EC2D-1C23-4AE7-9180-53823B78A807}" srcOrd="11" type="presParOf"/>
    <dgm:cxn destId="{92CD7075-08BA-4E5D-8F91-14284A05EB73}" destOrd="0" modelId="{2219F251-2D44-4D78-BA14-AB0BDFAECC47}" presId="urn:microsoft.com/office/officeart/2005/8/layout/list1" srcId="{F973EC2D-1C23-4AE7-9180-53823B78A807}" srcOrd="12" type="presParOf"/>
    <dgm:cxn destId="{AD70568E-CAB4-426E-ABF5-551DD92BF75E}" destOrd="0" modelId="{9CF1CF9D-EF55-4BDB-9290-15702203A2F0}" presId="urn:microsoft.com/office/officeart/2005/8/layout/list1" srcId="{92CD7075-08BA-4E5D-8F91-14284A05EB73}" srcOrd="0" type="presParOf"/>
    <dgm:cxn destId="{2B6684F2-F277-4B9E-BD20-05D3EB629EDF}" destOrd="0" modelId="{8C502753-AA6B-4A36-91EA-FCC7306C8BC8}" presId="urn:microsoft.com/office/officeart/2005/8/layout/list1" srcId="{92CD7075-08BA-4E5D-8F91-14284A05EB73}" srcOrd="1" type="presParOf"/>
    <dgm:cxn destId="{CA7FD738-D1A2-46EA-A281-4C23766818A6}" destOrd="0" modelId="{661B121A-2C2F-4C3E-8F18-83296C4824CA}" presId="urn:microsoft.com/office/officeart/2005/8/layout/list1" srcId="{F973EC2D-1C23-4AE7-9180-53823B78A807}" srcOrd="13" type="presParOf"/>
    <dgm:cxn destId="{A4406E9D-894B-469F-ACAD-A3C633BA8B35}" destOrd="0" modelId="{8EB2826E-FD61-476C-B59D-7F4621C9A526}" presId="urn:microsoft.com/office/officeart/2005/8/layout/list1" srcId="{F973EC2D-1C23-4AE7-9180-53823B78A807}" srcOrd="14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2EF846-1781-4328-968D-F96ACD25F698}" type="doc">
      <dgm:prSet csCatId="colorful" csTypeId="urn:microsoft.com/office/officeart/2005/8/colors/colorful5" loCatId="list" loTypeId="urn:microsoft.com/office/officeart/2005/8/layout/list1" qsCatId="simple" qsTypeId="urn:microsoft.com/office/officeart/2005/8/quickstyle/simple4"/>
      <dgm:spPr/>
      <dgm:t>
        <a:bodyPr numCol="1"/>
        <a:lstStyle/>
        <a:p>
          <a:endParaRPr lang="en-US"/>
        </a:p>
      </dgm:t>
    </dgm:pt>
    <dgm:pt modelId="{B0BEC70D-1F75-4814-AC6C-21C127D0BEDD}">
      <dgm:prSet/>
      <dgm:spPr/>
      <dgm:t>
        <a:bodyPr numCol="1"/>
        <a:lstStyle/>
        <a:p>
          <a:r>
            <a:rPr altLang="pt-BR" lang="pt-BR"/>
            <a:t>PESO DA AVE 180-200 GRAMAS</a:t>
          </a:r>
          <a:endParaRPr lang="en-US"/>
        </a:p>
      </dgm:t>
    </dgm:pt>
    <dgm:pt cxnId="{DB714BE9-F032-4205-8668-0C1300EF2D68}" modelId="{B34B949D-4EB1-48E0-BCE0-6D92E80FF9CC}" type="parTrans">
      <dgm:prSet/>
      <dgm:spPr/>
      <dgm:t>
        <a:bodyPr numCol="1"/>
        <a:lstStyle/>
        <a:p>
          <a:endParaRPr lang="en-US"/>
        </a:p>
      </dgm:t>
    </dgm:pt>
    <dgm:pt cxnId="{DB714BE9-F032-4205-8668-0C1300EF2D68}" modelId="{C81E2272-AC1A-4028-9BDD-6BEF0EC8EDED}" type="sibTrans">
      <dgm:prSet/>
      <dgm:spPr/>
      <dgm:t>
        <a:bodyPr numCol="1"/>
        <a:lstStyle/>
        <a:p>
          <a:endParaRPr lang="en-US"/>
        </a:p>
      </dgm:t>
    </dgm:pt>
    <dgm:pt modelId="{A72232A8-D518-401F-ADF1-1291EF72C97A}">
      <dgm:prSet/>
      <dgm:spPr/>
      <dgm:t>
        <a:bodyPr numCol="1"/>
        <a:lstStyle/>
        <a:p>
          <a:r>
            <a:rPr altLang="pt-BR" lang="pt-BR"/>
            <a:t>PESO DO OVO 11 A 13 GRAMAS</a:t>
          </a:r>
          <a:endParaRPr lang="en-US"/>
        </a:p>
      </dgm:t>
    </dgm:pt>
    <dgm:pt cxnId="{1C66219E-1A1D-4311-B855-C87014D5E982}" modelId="{36B53CCA-6035-4E7F-A24C-5DDFC7721D4A}" type="parTrans">
      <dgm:prSet/>
      <dgm:spPr/>
      <dgm:t>
        <a:bodyPr numCol="1"/>
        <a:lstStyle/>
        <a:p>
          <a:endParaRPr lang="en-US"/>
        </a:p>
      </dgm:t>
    </dgm:pt>
    <dgm:pt cxnId="{1C66219E-1A1D-4311-B855-C87014D5E982}" modelId="{35960E52-28DE-4358-BB00-B504E7CDDE02}" type="sibTrans">
      <dgm:prSet/>
      <dgm:spPr/>
      <dgm:t>
        <a:bodyPr numCol="1"/>
        <a:lstStyle/>
        <a:p>
          <a:endParaRPr lang="en-US"/>
        </a:p>
      </dgm:t>
    </dgm:pt>
    <dgm:pt modelId="{000EC1EB-D64E-4F35-A3C3-64EF920F6913}">
      <dgm:prSet/>
      <dgm:spPr/>
      <dgm:t>
        <a:bodyPr numCol="1"/>
        <a:lstStyle/>
        <a:p>
          <a:r>
            <a:rPr altLang="pt-BR" lang="pt-BR"/>
            <a:t>PROPORÇÃO OVO/AVE  6,3%</a:t>
          </a:r>
          <a:endParaRPr lang="en-US"/>
        </a:p>
      </dgm:t>
    </dgm:pt>
    <dgm:pt cxnId="{CE811A29-B744-4F9D-A2A6-605C417205FB}" modelId="{E936CD83-0923-43E7-B6F9-3B7A4E313429}" type="parTrans">
      <dgm:prSet/>
      <dgm:spPr/>
      <dgm:t>
        <a:bodyPr numCol="1"/>
        <a:lstStyle/>
        <a:p>
          <a:endParaRPr lang="en-US"/>
        </a:p>
      </dgm:t>
    </dgm:pt>
    <dgm:pt cxnId="{CE811A29-B744-4F9D-A2A6-605C417205FB}" modelId="{D632CAED-026B-420B-92AA-A1311F866BD9}" type="sibTrans">
      <dgm:prSet/>
      <dgm:spPr/>
      <dgm:t>
        <a:bodyPr numCol="1"/>
        <a:lstStyle/>
        <a:p>
          <a:endParaRPr lang="en-US"/>
        </a:p>
      </dgm:t>
    </dgm:pt>
    <dgm:pt modelId="{CC0D747B-1F2E-4970-9657-576A71F65563}">
      <dgm:prSet/>
      <dgm:spPr/>
      <dgm:t>
        <a:bodyPr numCol="1"/>
        <a:lstStyle/>
        <a:p>
          <a:r>
            <a:rPr altLang="pt-BR" lang="pt-BR"/>
            <a:t>OVO GALINHA 107 GRAMAS??? (1.7 KG)</a:t>
          </a:r>
          <a:endParaRPr lang="en-US"/>
        </a:p>
      </dgm:t>
    </dgm:pt>
    <dgm:pt cxnId="{9CF0B805-1B55-4576-823A-CE7A348D8EE3}" modelId="{074A2EE9-2B18-4D8D-8724-17244F973E32}" type="parTrans">
      <dgm:prSet/>
      <dgm:spPr/>
      <dgm:t>
        <a:bodyPr numCol="1"/>
        <a:lstStyle/>
        <a:p>
          <a:endParaRPr lang="en-US"/>
        </a:p>
      </dgm:t>
    </dgm:pt>
    <dgm:pt cxnId="{9CF0B805-1B55-4576-823A-CE7A348D8EE3}" modelId="{BBDB14EC-A474-4551-B77A-CAFA2FDDB32A}" type="sibTrans">
      <dgm:prSet/>
      <dgm:spPr/>
      <dgm:t>
        <a:bodyPr numCol="1"/>
        <a:lstStyle/>
        <a:p>
          <a:endParaRPr lang="en-US"/>
        </a:p>
      </dgm:t>
    </dgm:pt>
    <dgm:pt modelId="{A5B1618F-F01B-4DCA-919B-2C80868F15AD}">
      <dgm:prSet/>
      <dgm:spPr/>
      <dgm:t>
        <a:bodyPr numCol="1"/>
        <a:lstStyle/>
        <a:p>
          <a:r>
            <a:rPr altLang="pt-BR" lang="pt-BR"/>
            <a:t>CRIANÇA 3,780 KG (60 KG)</a:t>
          </a:r>
          <a:endParaRPr lang="en-US"/>
        </a:p>
      </dgm:t>
    </dgm:pt>
    <dgm:pt cxnId="{9AC8D991-DBE4-4003-8826-EC3DCF6D2D99}" modelId="{4732403D-36C1-4A3B-A9D6-91495191815C}" type="parTrans">
      <dgm:prSet/>
      <dgm:spPr/>
      <dgm:t>
        <a:bodyPr numCol="1"/>
        <a:lstStyle/>
        <a:p>
          <a:endParaRPr lang="en-US"/>
        </a:p>
      </dgm:t>
    </dgm:pt>
    <dgm:pt cxnId="{9AC8D991-DBE4-4003-8826-EC3DCF6D2D99}" modelId="{539783B7-55DD-4F3D-87B3-C517F9C1C2D3}" type="sibTrans">
      <dgm:prSet/>
      <dgm:spPr/>
      <dgm:t>
        <a:bodyPr numCol="1"/>
        <a:lstStyle/>
        <a:p>
          <a:endParaRPr lang="en-US"/>
        </a:p>
      </dgm:t>
    </dgm:pt>
    <dgm:pt modelId="{32AD7F60-A99A-47AA-957C-5002AA287401}">
      <dgm:prSet/>
      <dgm:spPr/>
      <dgm:t>
        <a:bodyPr numCol="1"/>
        <a:lstStyle/>
        <a:p>
          <a:r>
            <a:rPr altLang="pt-BR" lang="pt-BR"/>
            <a:t>BEZERRO 25,2 KG (400 KG)</a:t>
          </a:r>
          <a:endParaRPr lang="en-US"/>
        </a:p>
      </dgm:t>
    </dgm:pt>
    <dgm:pt cxnId="{9C915039-EB7C-4DC2-9EF0-7BF8ADE86193}" modelId="{22054AF2-4063-44B0-ADDA-B0E873B25A0C}" type="parTrans">
      <dgm:prSet/>
      <dgm:spPr/>
      <dgm:t>
        <a:bodyPr numCol="1"/>
        <a:lstStyle/>
        <a:p>
          <a:endParaRPr lang="en-US"/>
        </a:p>
      </dgm:t>
    </dgm:pt>
    <dgm:pt cxnId="{9C915039-EB7C-4DC2-9EF0-7BF8ADE86193}" modelId="{51C1D72E-E029-4F53-9EFA-F02C527205D9}" type="sibTrans">
      <dgm:prSet/>
      <dgm:spPr/>
      <dgm:t>
        <a:bodyPr numCol="1"/>
        <a:lstStyle/>
        <a:p>
          <a:endParaRPr lang="en-US"/>
        </a:p>
      </dgm:t>
    </dgm:pt>
    <dgm:pt modelId="{6655DA7F-69AE-4A7F-8BD7-8E3C9FBECC45}" type="pres">
      <dgm:prSet presAssocID="{D92EF846-1781-4328-968D-F96ACD25F698}" presName="linear" presStyleCnt="0">
        <dgm:presLayoutVars>
          <dgm:dir/>
          <dgm:animLvl val="lvl"/>
          <dgm:resizeHandles val="exact"/>
        </dgm:presLayoutVars>
      </dgm:prSet>
      <dgm:spPr/>
    </dgm:pt>
    <dgm:pt modelId="{6880FAFD-DF79-431A-BE55-D3FBB888977E}" type="pres">
      <dgm:prSet presAssocID="{B0BEC70D-1F75-4814-AC6C-21C127D0BEDD}" presName="parentLin" presStyleCnt="0"/>
      <dgm:spPr/>
    </dgm:pt>
    <dgm:pt modelId="{B7C9107D-CF35-4ADC-9F9F-1F4B20E22F93}" type="pres">
      <dgm:prSet presAssocID="{B0BEC70D-1F75-4814-AC6C-21C127D0BEDD}" presName="parentLeftMargin" presStyleCnt="6" presStyleIdx="0" presStyleLbl="node1"/>
      <dgm:spPr/>
    </dgm:pt>
    <dgm:pt modelId="{DAADFA17-C94F-4B66-AA09-B2E734F491E6}" type="pres">
      <dgm:prSet presAssocID="{B0BEC70D-1F75-4814-AC6C-21C127D0BEDD}" presName="parentText" presStyleCnt="6" presStyleIdx="0" presStyleLbl="node1">
        <dgm:presLayoutVars>
          <dgm:chMax val="0"/>
          <dgm:bulletEnabled val="1"/>
        </dgm:presLayoutVars>
      </dgm:prSet>
      <dgm:spPr/>
    </dgm:pt>
    <dgm:pt modelId="{A2303216-43D7-490E-9FF2-761F8749E870}" type="pres">
      <dgm:prSet presAssocID="{B0BEC70D-1F75-4814-AC6C-21C127D0BEDD}" presName="negativeSpace" presStyleCnt="0"/>
      <dgm:spPr/>
    </dgm:pt>
    <dgm:pt modelId="{CAAA9668-06E4-4B6F-99DB-0C8491D4795C}" type="pres">
      <dgm:prSet presAssocID="{B0BEC70D-1F75-4814-AC6C-21C127D0BEDD}" presName="childText" presStyleCnt="6" presStyleIdx="0" presStyleLbl="conFgAcc1">
        <dgm:presLayoutVars>
          <dgm:bulletEnabled val="1"/>
        </dgm:presLayoutVars>
      </dgm:prSet>
      <dgm:spPr/>
    </dgm:pt>
    <dgm:pt modelId="{F2ED115D-1B18-4D4A-A1CF-8033AA0F085E}" type="pres">
      <dgm:prSet presAssocID="{C81E2272-AC1A-4028-9BDD-6BEF0EC8EDED}" presName="spaceBetweenRectangles" presStyleCnt="0"/>
      <dgm:spPr/>
    </dgm:pt>
    <dgm:pt modelId="{DF180B55-F431-425A-A763-F68732E97EA6}" type="pres">
      <dgm:prSet presAssocID="{A72232A8-D518-401F-ADF1-1291EF72C97A}" presName="parentLin" presStyleCnt="0"/>
      <dgm:spPr/>
    </dgm:pt>
    <dgm:pt modelId="{4F00C80F-7994-4B17-9EE4-9EB7CFE11968}" type="pres">
      <dgm:prSet presAssocID="{A72232A8-D518-401F-ADF1-1291EF72C97A}" presName="parentLeftMargin" presStyleCnt="6" presStyleIdx="0" presStyleLbl="node1"/>
      <dgm:spPr/>
    </dgm:pt>
    <dgm:pt modelId="{DFA6027A-874E-42C0-9330-3089645EFBE5}" type="pres">
      <dgm:prSet presAssocID="{A72232A8-D518-401F-ADF1-1291EF72C97A}" presName="parentText" presStyleCnt="6" presStyleIdx="1" presStyleLbl="node1">
        <dgm:presLayoutVars>
          <dgm:chMax val="0"/>
          <dgm:bulletEnabled val="1"/>
        </dgm:presLayoutVars>
      </dgm:prSet>
      <dgm:spPr/>
    </dgm:pt>
    <dgm:pt modelId="{C5BD7340-1513-4F4B-9287-1D4791168C11}" type="pres">
      <dgm:prSet presAssocID="{A72232A8-D518-401F-ADF1-1291EF72C97A}" presName="negativeSpace" presStyleCnt="0"/>
      <dgm:spPr/>
    </dgm:pt>
    <dgm:pt modelId="{C4D746F0-1C1A-4E58-B44A-69B7699B4B5E}" type="pres">
      <dgm:prSet presAssocID="{A72232A8-D518-401F-ADF1-1291EF72C97A}" presName="childText" presStyleCnt="6" presStyleIdx="1" presStyleLbl="conFgAcc1">
        <dgm:presLayoutVars>
          <dgm:bulletEnabled val="1"/>
        </dgm:presLayoutVars>
      </dgm:prSet>
      <dgm:spPr/>
    </dgm:pt>
    <dgm:pt modelId="{9176698D-A3D6-47B7-9765-933E69D0C813}" type="pres">
      <dgm:prSet presAssocID="{35960E52-28DE-4358-BB00-B504E7CDDE02}" presName="spaceBetweenRectangles" presStyleCnt="0"/>
      <dgm:spPr/>
    </dgm:pt>
    <dgm:pt modelId="{0B2D4085-A373-40A9-924C-3D0765D5D34B}" type="pres">
      <dgm:prSet presAssocID="{000EC1EB-D64E-4F35-A3C3-64EF920F6913}" presName="parentLin" presStyleCnt="0"/>
      <dgm:spPr/>
    </dgm:pt>
    <dgm:pt modelId="{0FD1DBAD-BA7A-4B34-AF20-4B217BA81FB6}" type="pres">
      <dgm:prSet presAssocID="{000EC1EB-D64E-4F35-A3C3-64EF920F6913}" presName="parentLeftMargin" presStyleCnt="6" presStyleIdx="1" presStyleLbl="node1"/>
      <dgm:spPr/>
    </dgm:pt>
    <dgm:pt modelId="{46CB2A38-50F7-4588-A24C-01B8E87809AB}" type="pres">
      <dgm:prSet presAssocID="{000EC1EB-D64E-4F35-A3C3-64EF920F6913}" presName="parentText" presStyleCnt="6" presStyleIdx="2" presStyleLbl="node1">
        <dgm:presLayoutVars>
          <dgm:chMax val="0"/>
          <dgm:bulletEnabled val="1"/>
        </dgm:presLayoutVars>
      </dgm:prSet>
      <dgm:spPr/>
    </dgm:pt>
    <dgm:pt modelId="{069FC8B8-4E04-4D16-918E-1453691D0CD5}" type="pres">
      <dgm:prSet presAssocID="{000EC1EB-D64E-4F35-A3C3-64EF920F6913}" presName="negativeSpace" presStyleCnt="0"/>
      <dgm:spPr/>
    </dgm:pt>
    <dgm:pt modelId="{91AFD45E-B153-4B05-BA09-037B9D5CD0AE}" type="pres">
      <dgm:prSet presAssocID="{000EC1EB-D64E-4F35-A3C3-64EF920F6913}" presName="childText" presStyleCnt="6" presStyleIdx="2" presStyleLbl="conFgAcc1">
        <dgm:presLayoutVars>
          <dgm:bulletEnabled val="1"/>
        </dgm:presLayoutVars>
      </dgm:prSet>
      <dgm:spPr/>
    </dgm:pt>
    <dgm:pt modelId="{F578D5E4-FC9B-4095-B7F4-C1EFA4D854A2}" type="pres">
      <dgm:prSet presAssocID="{D632CAED-026B-420B-92AA-A1311F866BD9}" presName="spaceBetweenRectangles" presStyleCnt="0"/>
      <dgm:spPr/>
    </dgm:pt>
    <dgm:pt modelId="{C3167A66-29B5-40D2-848B-966387557DDF}" type="pres">
      <dgm:prSet presAssocID="{CC0D747B-1F2E-4970-9657-576A71F65563}" presName="parentLin" presStyleCnt="0"/>
      <dgm:spPr/>
    </dgm:pt>
    <dgm:pt modelId="{782F794C-D84A-440E-9B46-3AD4820D2973}" type="pres">
      <dgm:prSet presAssocID="{CC0D747B-1F2E-4970-9657-576A71F65563}" presName="parentLeftMargin" presStyleCnt="6" presStyleIdx="2" presStyleLbl="node1"/>
      <dgm:spPr/>
    </dgm:pt>
    <dgm:pt modelId="{0CAB6EEE-529A-45BA-9358-A37DB85EB7B4}" type="pres">
      <dgm:prSet presAssocID="{CC0D747B-1F2E-4970-9657-576A71F65563}" presName="parentText" presStyleCnt="6" presStyleIdx="3" presStyleLbl="node1">
        <dgm:presLayoutVars>
          <dgm:chMax val="0"/>
          <dgm:bulletEnabled val="1"/>
        </dgm:presLayoutVars>
      </dgm:prSet>
      <dgm:spPr/>
    </dgm:pt>
    <dgm:pt modelId="{6E330AFF-1F22-4E2E-B68E-4E3877415AE7}" type="pres">
      <dgm:prSet presAssocID="{CC0D747B-1F2E-4970-9657-576A71F65563}" presName="negativeSpace" presStyleCnt="0"/>
      <dgm:spPr/>
    </dgm:pt>
    <dgm:pt modelId="{F0B0835E-74A9-45F7-9DE8-230D73D271B2}" type="pres">
      <dgm:prSet presAssocID="{CC0D747B-1F2E-4970-9657-576A71F65563}" presName="childText" presStyleCnt="6" presStyleIdx="3" presStyleLbl="conFgAcc1">
        <dgm:presLayoutVars>
          <dgm:bulletEnabled val="1"/>
        </dgm:presLayoutVars>
      </dgm:prSet>
      <dgm:spPr/>
    </dgm:pt>
    <dgm:pt modelId="{F94A646D-CCF1-443E-8B7B-003F14738831}" type="pres">
      <dgm:prSet presAssocID="{BBDB14EC-A474-4551-B77A-CAFA2FDDB32A}" presName="spaceBetweenRectangles" presStyleCnt="0"/>
      <dgm:spPr/>
    </dgm:pt>
    <dgm:pt modelId="{8252E703-FFC2-4B04-B571-54E90ED3A781}" type="pres">
      <dgm:prSet presAssocID="{A5B1618F-F01B-4DCA-919B-2C80868F15AD}" presName="parentLin" presStyleCnt="0"/>
      <dgm:spPr/>
    </dgm:pt>
    <dgm:pt modelId="{856CF978-15C3-496D-A403-D610C2F30ACF}" type="pres">
      <dgm:prSet presAssocID="{A5B1618F-F01B-4DCA-919B-2C80868F15AD}" presName="parentLeftMargin" presStyleCnt="6" presStyleIdx="3" presStyleLbl="node1"/>
      <dgm:spPr/>
    </dgm:pt>
    <dgm:pt modelId="{7E334815-CC4F-4908-82C6-FF52F8697B05}" type="pres">
      <dgm:prSet presAssocID="{A5B1618F-F01B-4DCA-919B-2C80868F15AD}" presName="parentText" presStyleCnt="6" presStyleIdx="4" presStyleLbl="node1">
        <dgm:presLayoutVars>
          <dgm:chMax val="0"/>
          <dgm:bulletEnabled val="1"/>
        </dgm:presLayoutVars>
      </dgm:prSet>
      <dgm:spPr/>
    </dgm:pt>
    <dgm:pt modelId="{15C71B39-74E2-473E-A1F3-64AA69482223}" type="pres">
      <dgm:prSet presAssocID="{A5B1618F-F01B-4DCA-919B-2C80868F15AD}" presName="negativeSpace" presStyleCnt="0"/>
      <dgm:spPr/>
    </dgm:pt>
    <dgm:pt modelId="{46578038-AD8B-45AD-B49C-B309625CA0BE}" type="pres">
      <dgm:prSet presAssocID="{A5B1618F-F01B-4DCA-919B-2C80868F15AD}" presName="childText" presStyleCnt="6" presStyleIdx="4" presStyleLbl="conFgAcc1">
        <dgm:presLayoutVars>
          <dgm:bulletEnabled val="1"/>
        </dgm:presLayoutVars>
      </dgm:prSet>
      <dgm:spPr/>
    </dgm:pt>
    <dgm:pt modelId="{ECCAB7CC-464B-4B38-B944-B11C364C0E0A}" type="pres">
      <dgm:prSet presAssocID="{539783B7-55DD-4F3D-87B3-C517F9C1C2D3}" presName="spaceBetweenRectangles" presStyleCnt="0"/>
      <dgm:spPr/>
    </dgm:pt>
    <dgm:pt modelId="{5A5C498E-C5F7-4C86-B2EE-51CA30E3EF20}" type="pres">
      <dgm:prSet presAssocID="{32AD7F60-A99A-47AA-957C-5002AA287401}" presName="parentLin" presStyleCnt="0"/>
      <dgm:spPr/>
    </dgm:pt>
    <dgm:pt modelId="{F41DDE91-4978-43F3-9C4D-E867905C42DC}" type="pres">
      <dgm:prSet presAssocID="{32AD7F60-A99A-47AA-957C-5002AA287401}" presName="parentLeftMargin" presStyleCnt="6" presStyleIdx="4" presStyleLbl="node1"/>
      <dgm:spPr/>
    </dgm:pt>
    <dgm:pt modelId="{AC26994D-0333-4371-8FDD-2C2678B159F1}" type="pres">
      <dgm:prSet presAssocID="{32AD7F60-A99A-47AA-957C-5002AA287401}" presName="parentText" presStyleCnt="6" presStyleIdx="5" presStyleLbl="node1">
        <dgm:presLayoutVars>
          <dgm:chMax val="0"/>
          <dgm:bulletEnabled val="1"/>
        </dgm:presLayoutVars>
      </dgm:prSet>
      <dgm:spPr/>
    </dgm:pt>
    <dgm:pt modelId="{3CDE7C8B-2074-4265-B30F-951C36790178}" type="pres">
      <dgm:prSet presAssocID="{32AD7F60-A99A-47AA-957C-5002AA287401}" presName="negativeSpace" presStyleCnt="0"/>
      <dgm:spPr/>
    </dgm:pt>
    <dgm:pt modelId="{351DC811-736E-4309-B791-5A1C62B7E6EF}" type="pres">
      <dgm:prSet presAssocID="{32AD7F60-A99A-47AA-957C-5002AA287401}" presName="childText" presStyleCnt="6" presStyleIdx="5" presStyleLbl="conFgAcc1">
        <dgm:presLayoutVars>
          <dgm:bulletEnabled val="1"/>
        </dgm:presLayoutVars>
      </dgm:prSet>
      <dgm:spPr/>
    </dgm:pt>
  </dgm:ptLst>
  <dgm:cxnLst>
    <dgm:cxn destId="{7E334815-CC4F-4908-82C6-FF52F8697B05}" destOrd="0" modelId="{AD63D002-0CC7-4315-AE47-61DB386401FD}" presId="urn:microsoft.com/office/officeart/2005/8/layout/list1" srcId="{A5B1618F-F01B-4DCA-919B-2C80868F15AD}" srcOrd="1" type="presOf"/>
    <dgm:cxn destId="{856CF978-15C3-496D-A403-D610C2F30ACF}" destOrd="0" modelId="{60881503-51A1-4B97-856B-548A30295928}" presId="urn:microsoft.com/office/officeart/2005/8/layout/list1" srcId="{A5B1618F-F01B-4DCA-919B-2C80868F15AD}" srcOrd="0" type="presOf"/>
    <dgm:cxn destId="{CC0D747B-1F2E-4970-9657-576A71F65563}" destOrd="0" modelId="{9CF0B805-1B55-4576-823A-CE7A348D8EE3}" parTransId="{074A2EE9-2B18-4D8D-8724-17244F973E32}" sibTransId="{BBDB14EC-A474-4551-B77A-CAFA2FDDB32A}" srcId="{D92EF846-1781-4328-968D-F96ACD25F698}" srcOrd="3"/>
    <dgm:cxn destId="{000EC1EB-D64E-4F35-A3C3-64EF920F6913}" destOrd="0" modelId="{CE811A29-B744-4F9D-A2A6-605C417205FB}" parTransId="{E936CD83-0923-43E7-B6F9-3B7A4E313429}" sibTransId="{D632CAED-026B-420B-92AA-A1311F866BD9}" srcId="{D92EF846-1781-4328-968D-F96ACD25F698}" srcOrd="2"/>
    <dgm:cxn destId="{F41DDE91-4978-43F3-9C4D-E867905C42DC}" destOrd="0" modelId="{CAA14C37-03D9-4909-BF86-2D8E4ACE8F33}" presId="urn:microsoft.com/office/officeart/2005/8/layout/list1" srcId="{32AD7F60-A99A-47AA-957C-5002AA287401}" srcOrd="0" type="presOf"/>
    <dgm:cxn destId="{32AD7F60-A99A-47AA-957C-5002AA287401}" destOrd="0" modelId="{9C915039-EB7C-4DC2-9EF0-7BF8ADE86193}" parTransId="{22054AF2-4063-44B0-ADDA-B0E873B25A0C}" sibTransId="{51C1D72E-E029-4F53-9EFA-F02C527205D9}" srcId="{D92EF846-1781-4328-968D-F96ACD25F698}" srcOrd="5"/>
    <dgm:cxn destId="{0CAB6EEE-529A-45BA-9358-A37DB85EB7B4}" destOrd="0" modelId="{54A89964-7B4D-4D95-8105-90709E0E1AF0}" presId="urn:microsoft.com/office/officeart/2005/8/layout/list1" srcId="{CC0D747B-1F2E-4970-9657-576A71F65563}" srcOrd="1" type="presOf"/>
    <dgm:cxn destId="{DFA6027A-874E-42C0-9330-3089645EFBE5}" destOrd="0" modelId="{F2BEEF66-4866-45DD-AEE2-EFBE34A6EBC0}" presId="urn:microsoft.com/office/officeart/2005/8/layout/list1" srcId="{A72232A8-D518-401F-ADF1-1291EF72C97A}" srcOrd="1" type="presOf"/>
    <dgm:cxn destId="{AC26994D-0333-4371-8FDD-2C2678B159F1}" destOrd="0" modelId="{F4D7C66D-CD11-4F2C-8945-F417DAF63250}" presId="urn:microsoft.com/office/officeart/2005/8/layout/list1" srcId="{32AD7F60-A99A-47AA-957C-5002AA287401}" srcOrd="1" type="presOf"/>
    <dgm:cxn destId="{DAADFA17-C94F-4B66-AA09-B2E734F491E6}" destOrd="0" modelId="{4A24E551-51C9-4C54-BA4D-C1C69F3F3895}" presId="urn:microsoft.com/office/officeart/2005/8/layout/list1" srcId="{B0BEC70D-1F75-4814-AC6C-21C127D0BEDD}" srcOrd="1" type="presOf"/>
    <dgm:cxn destId="{B7C9107D-CF35-4ADC-9F9F-1F4B20E22F93}" destOrd="0" modelId="{F04BD988-B8A7-4BA8-975E-89D3AA3AB1F0}" presId="urn:microsoft.com/office/officeart/2005/8/layout/list1" srcId="{B0BEC70D-1F75-4814-AC6C-21C127D0BEDD}" srcOrd="0" type="presOf"/>
    <dgm:cxn destId="{A5B1618F-F01B-4DCA-919B-2C80868F15AD}" destOrd="0" modelId="{9AC8D991-DBE4-4003-8826-EC3DCF6D2D99}" parTransId="{4732403D-36C1-4A3B-A9D6-91495191815C}" sibTransId="{539783B7-55DD-4F3D-87B3-C517F9C1C2D3}" srcId="{D92EF846-1781-4328-968D-F96ACD25F698}" srcOrd="4"/>
    <dgm:cxn destId="{A72232A8-D518-401F-ADF1-1291EF72C97A}" destOrd="0" modelId="{1C66219E-1A1D-4311-B855-C87014D5E982}" parTransId="{36B53CCA-6035-4E7F-A24C-5DDFC7721D4A}" sibTransId="{35960E52-28DE-4358-BB00-B504E7CDDE02}" srcId="{D92EF846-1781-4328-968D-F96ACD25F698}" srcOrd="1"/>
    <dgm:cxn destId="{0FD1DBAD-BA7A-4B34-AF20-4B217BA81FB6}" destOrd="0" modelId="{DA30C8A0-028C-4093-9710-6C57234A1E76}" presId="urn:microsoft.com/office/officeart/2005/8/layout/list1" srcId="{000EC1EB-D64E-4F35-A3C3-64EF920F6913}" srcOrd="0" type="presOf"/>
    <dgm:cxn destId="{6655DA7F-69AE-4A7F-8BD7-8E3C9FBECC45}" destOrd="0" modelId="{52F1F5A2-C531-40BC-BB2C-CEB9288A1AF4}" presId="urn:microsoft.com/office/officeart/2005/8/layout/list1" srcId="{D92EF846-1781-4328-968D-F96ACD25F698}" srcOrd="0" type="presOf"/>
    <dgm:cxn destId="{4F00C80F-7994-4B17-9EE4-9EB7CFE11968}" destOrd="0" modelId="{06532BAB-2DE1-4039-BADE-70E9131579AB}" presId="urn:microsoft.com/office/officeart/2005/8/layout/list1" srcId="{A72232A8-D518-401F-ADF1-1291EF72C97A}" srcOrd="0" type="presOf"/>
    <dgm:cxn destId="{B0BEC70D-1F75-4814-AC6C-21C127D0BEDD}" destOrd="0" modelId="{DB714BE9-F032-4205-8668-0C1300EF2D68}" parTransId="{B34B949D-4EB1-48E0-BCE0-6D92E80FF9CC}" sibTransId="{C81E2272-AC1A-4028-9BDD-6BEF0EC8EDED}" srcId="{D92EF846-1781-4328-968D-F96ACD25F698}" srcOrd="0"/>
    <dgm:cxn destId="{46CB2A38-50F7-4588-A24C-01B8E87809AB}" destOrd="0" modelId="{BFF68BEB-8CE3-4B39-8D9F-2FE930E92326}" presId="urn:microsoft.com/office/officeart/2005/8/layout/list1" srcId="{000EC1EB-D64E-4F35-A3C3-64EF920F6913}" srcOrd="1" type="presOf"/>
    <dgm:cxn destId="{782F794C-D84A-440E-9B46-3AD4820D2973}" destOrd="0" modelId="{B33EE5F2-F295-4C5D-94B0-15EE233F6EB5}" presId="urn:microsoft.com/office/officeart/2005/8/layout/list1" srcId="{CC0D747B-1F2E-4970-9657-576A71F65563}" srcOrd="0" type="presOf"/>
    <dgm:cxn destId="{6880FAFD-DF79-431A-BE55-D3FBB888977E}" destOrd="0" modelId="{BD4E49AC-2F33-4C26-9980-520E972C6EBD}" presId="urn:microsoft.com/office/officeart/2005/8/layout/list1" srcId="{6655DA7F-69AE-4A7F-8BD7-8E3C9FBECC45}" srcOrd="0" type="presParOf"/>
    <dgm:cxn destId="{B7C9107D-CF35-4ADC-9F9F-1F4B20E22F93}" destOrd="0" modelId="{6201D9FF-FD5D-494E-80B9-E88194420217}" presId="urn:microsoft.com/office/officeart/2005/8/layout/list1" srcId="{6880FAFD-DF79-431A-BE55-D3FBB888977E}" srcOrd="0" type="presParOf"/>
    <dgm:cxn destId="{DAADFA17-C94F-4B66-AA09-B2E734F491E6}" destOrd="0" modelId="{C918E906-B730-4E21-92B9-E64B005CC346}" presId="urn:microsoft.com/office/officeart/2005/8/layout/list1" srcId="{6880FAFD-DF79-431A-BE55-D3FBB888977E}" srcOrd="1" type="presParOf"/>
    <dgm:cxn destId="{A2303216-43D7-490E-9FF2-761F8749E870}" destOrd="0" modelId="{358D6537-A567-4B81-8D27-B6A689CD4089}" presId="urn:microsoft.com/office/officeart/2005/8/layout/list1" srcId="{6655DA7F-69AE-4A7F-8BD7-8E3C9FBECC45}" srcOrd="1" type="presParOf"/>
    <dgm:cxn destId="{CAAA9668-06E4-4B6F-99DB-0C8491D4795C}" destOrd="0" modelId="{186C1493-D7F2-4AEA-A633-D9D614CB0767}" presId="urn:microsoft.com/office/officeart/2005/8/layout/list1" srcId="{6655DA7F-69AE-4A7F-8BD7-8E3C9FBECC45}" srcOrd="2" type="presParOf"/>
    <dgm:cxn destId="{F2ED115D-1B18-4D4A-A1CF-8033AA0F085E}" destOrd="0" modelId="{D0E567F6-3E24-4E33-BEE3-C2B9089C365E}" presId="urn:microsoft.com/office/officeart/2005/8/layout/list1" srcId="{6655DA7F-69AE-4A7F-8BD7-8E3C9FBECC45}" srcOrd="3" type="presParOf"/>
    <dgm:cxn destId="{DF180B55-F431-425A-A763-F68732E97EA6}" destOrd="0" modelId="{8E1C10A3-9ED4-43FB-AB31-8A3202EE0BB4}" presId="urn:microsoft.com/office/officeart/2005/8/layout/list1" srcId="{6655DA7F-69AE-4A7F-8BD7-8E3C9FBECC45}" srcOrd="4" type="presParOf"/>
    <dgm:cxn destId="{4F00C80F-7994-4B17-9EE4-9EB7CFE11968}" destOrd="0" modelId="{9EF8E41E-D295-4C18-94C6-796D41346FF5}" presId="urn:microsoft.com/office/officeart/2005/8/layout/list1" srcId="{DF180B55-F431-425A-A763-F68732E97EA6}" srcOrd="0" type="presParOf"/>
    <dgm:cxn destId="{DFA6027A-874E-42C0-9330-3089645EFBE5}" destOrd="0" modelId="{4E4EA4D4-D84A-48A7-B431-7AEFDF1240F5}" presId="urn:microsoft.com/office/officeart/2005/8/layout/list1" srcId="{DF180B55-F431-425A-A763-F68732E97EA6}" srcOrd="1" type="presParOf"/>
    <dgm:cxn destId="{C5BD7340-1513-4F4B-9287-1D4791168C11}" destOrd="0" modelId="{4CC661ED-7CBB-44E7-A7F7-EAADE70202A7}" presId="urn:microsoft.com/office/officeart/2005/8/layout/list1" srcId="{6655DA7F-69AE-4A7F-8BD7-8E3C9FBECC45}" srcOrd="5" type="presParOf"/>
    <dgm:cxn destId="{C4D746F0-1C1A-4E58-B44A-69B7699B4B5E}" destOrd="0" modelId="{60AC914B-08F0-44C3-8B57-F5D29793D6EA}" presId="urn:microsoft.com/office/officeart/2005/8/layout/list1" srcId="{6655DA7F-69AE-4A7F-8BD7-8E3C9FBECC45}" srcOrd="6" type="presParOf"/>
    <dgm:cxn destId="{9176698D-A3D6-47B7-9765-933E69D0C813}" destOrd="0" modelId="{1AC179E2-8900-4282-880B-7BAA54C061EE}" presId="urn:microsoft.com/office/officeart/2005/8/layout/list1" srcId="{6655DA7F-69AE-4A7F-8BD7-8E3C9FBECC45}" srcOrd="7" type="presParOf"/>
    <dgm:cxn destId="{0B2D4085-A373-40A9-924C-3D0765D5D34B}" destOrd="0" modelId="{D098D3EA-A07D-46C6-BAC2-91FF052062D3}" presId="urn:microsoft.com/office/officeart/2005/8/layout/list1" srcId="{6655DA7F-69AE-4A7F-8BD7-8E3C9FBECC45}" srcOrd="8" type="presParOf"/>
    <dgm:cxn destId="{0FD1DBAD-BA7A-4B34-AF20-4B217BA81FB6}" destOrd="0" modelId="{D7AC2FD0-88A4-4EF9-9ADB-A3E4D83388A3}" presId="urn:microsoft.com/office/officeart/2005/8/layout/list1" srcId="{0B2D4085-A373-40A9-924C-3D0765D5D34B}" srcOrd="0" type="presParOf"/>
    <dgm:cxn destId="{46CB2A38-50F7-4588-A24C-01B8E87809AB}" destOrd="0" modelId="{47F46981-B877-4012-93F4-FE27B78345E3}" presId="urn:microsoft.com/office/officeart/2005/8/layout/list1" srcId="{0B2D4085-A373-40A9-924C-3D0765D5D34B}" srcOrd="1" type="presParOf"/>
    <dgm:cxn destId="{069FC8B8-4E04-4D16-918E-1453691D0CD5}" destOrd="0" modelId="{85E1A9B2-75DD-4435-9D99-647DC5F4D81A}" presId="urn:microsoft.com/office/officeart/2005/8/layout/list1" srcId="{6655DA7F-69AE-4A7F-8BD7-8E3C9FBECC45}" srcOrd="9" type="presParOf"/>
    <dgm:cxn destId="{91AFD45E-B153-4B05-BA09-037B9D5CD0AE}" destOrd="0" modelId="{E60ED808-2FC9-4E39-833F-FCC6584EE43A}" presId="urn:microsoft.com/office/officeart/2005/8/layout/list1" srcId="{6655DA7F-69AE-4A7F-8BD7-8E3C9FBECC45}" srcOrd="10" type="presParOf"/>
    <dgm:cxn destId="{F578D5E4-FC9B-4095-B7F4-C1EFA4D854A2}" destOrd="0" modelId="{997A153F-270B-4229-BC42-422BD41FBF38}" presId="urn:microsoft.com/office/officeart/2005/8/layout/list1" srcId="{6655DA7F-69AE-4A7F-8BD7-8E3C9FBECC45}" srcOrd="11" type="presParOf"/>
    <dgm:cxn destId="{C3167A66-29B5-40D2-848B-966387557DDF}" destOrd="0" modelId="{6F34EAA6-C223-45D8-9480-6039B99B9317}" presId="urn:microsoft.com/office/officeart/2005/8/layout/list1" srcId="{6655DA7F-69AE-4A7F-8BD7-8E3C9FBECC45}" srcOrd="12" type="presParOf"/>
    <dgm:cxn destId="{782F794C-D84A-440E-9B46-3AD4820D2973}" destOrd="0" modelId="{0EE41F82-5717-41CE-A0CB-0DFBD1BF1751}" presId="urn:microsoft.com/office/officeart/2005/8/layout/list1" srcId="{C3167A66-29B5-40D2-848B-966387557DDF}" srcOrd="0" type="presParOf"/>
    <dgm:cxn destId="{0CAB6EEE-529A-45BA-9358-A37DB85EB7B4}" destOrd="0" modelId="{8389DB12-DC5D-4799-BCB9-674B8FF8A385}" presId="urn:microsoft.com/office/officeart/2005/8/layout/list1" srcId="{C3167A66-29B5-40D2-848B-966387557DDF}" srcOrd="1" type="presParOf"/>
    <dgm:cxn destId="{6E330AFF-1F22-4E2E-B68E-4E3877415AE7}" destOrd="0" modelId="{F8821AA8-FBB5-4B5A-B1B2-B198754B8598}" presId="urn:microsoft.com/office/officeart/2005/8/layout/list1" srcId="{6655DA7F-69AE-4A7F-8BD7-8E3C9FBECC45}" srcOrd="13" type="presParOf"/>
    <dgm:cxn destId="{F0B0835E-74A9-45F7-9DE8-230D73D271B2}" destOrd="0" modelId="{7CADF1D8-EE8B-4FD4-B122-BE0E2EC7BD27}" presId="urn:microsoft.com/office/officeart/2005/8/layout/list1" srcId="{6655DA7F-69AE-4A7F-8BD7-8E3C9FBECC45}" srcOrd="14" type="presParOf"/>
    <dgm:cxn destId="{F94A646D-CCF1-443E-8B7B-003F14738831}" destOrd="0" modelId="{EE90E854-F315-4E9B-91F6-F52409DF67A5}" presId="urn:microsoft.com/office/officeart/2005/8/layout/list1" srcId="{6655DA7F-69AE-4A7F-8BD7-8E3C9FBECC45}" srcOrd="15" type="presParOf"/>
    <dgm:cxn destId="{8252E703-FFC2-4B04-B571-54E90ED3A781}" destOrd="0" modelId="{782EE2A1-970D-41DA-809D-D913D82A5AAB}" presId="urn:microsoft.com/office/officeart/2005/8/layout/list1" srcId="{6655DA7F-69AE-4A7F-8BD7-8E3C9FBECC45}" srcOrd="16" type="presParOf"/>
    <dgm:cxn destId="{856CF978-15C3-496D-A403-D610C2F30ACF}" destOrd="0" modelId="{E7E09A43-9E10-486D-BA2E-1D8C79942978}" presId="urn:microsoft.com/office/officeart/2005/8/layout/list1" srcId="{8252E703-FFC2-4B04-B571-54E90ED3A781}" srcOrd="0" type="presParOf"/>
    <dgm:cxn destId="{7E334815-CC4F-4908-82C6-FF52F8697B05}" destOrd="0" modelId="{14C21D7F-E331-4BEC-940E-D523AC04187E}" presId="urn:microsoft.com/office/officeart/2005/8/layout/list1" srcId="{8252E703-FFC2-4B04-B571-54E90ED3A781}" srcOrd="1" type="presParOf"/>
    <dgm:cxn destId="{15C71B39-74E2-473E-A1F3-64AA69482223}" destOrd="0" modelId="{DE3FE977-E518-4BF6-9AA2-D6CD34D3E083}" presId="urn:microsoft.com/office/officeart/2005/8/layout/list1" srcId="{6655DA7F-69AE-4A7F-8BD7-8E3C9FBECC45}" srcOrd="17" type="presParOf"/>
    <dgm:cxn destId="{46578038-AD8B-45AD-B49C-B309625CA0BE}" destOrd="0" modelId="{669AD96C-ECC0-4257-AB2A-23BE4A70A53D}" presId="urn:microsoft.com/office/officeart/2005/8/layout/list1" srcId="{6655DA7F-69AE-4A7F-8BD7-8E3C9FBECC45}" srcOrd="18" type="presParOf"/>
    <dgm:cxn destId="{ECCAB7CC-464B-4B38-B944-B11C364C0E0A}" destOrd="0" modelId="{2FA0C4C1-00D4-46D0-A171-8D46012C5F1D}" presId="urn:microsoft.com/office/officeart/2005/8/layout/list1" srcId="{6655DA7F-69AE-4A7F-8BD7-8E3C9FBECC45}" srcOrd="19" type="presParOf"/>
    <dgm:cxn destId="{5A5C498E-C5F7-4C86-B2EE-51CA30E3EF20}" destOrd="0" modelId="{2B3D928A-C8E6-4C63-A525-737FC4F93F4E}" presId="urn:microsoft.com/office/officeart/2005/8/layout/list1" srcId="{6655DA7F-69AE-4A7F-8BD7-8E3C9FBECC45}" srcOrd="20" type="presParOf"/>
    <dgm:cxn destId="{F41DDE91-4978-43F3-9C4D-E867905C42DC}" destOrd="0" modelId="{8C427149-D82F-446A-9A51-8F5A7E1633AA}" presId="urn:microsoft.com/office/officeart/2005/8/layout/list1" srcId="{5A5C498E-C5F7-4C86-B2EE-51CA30E3EF20}" srcOrd="0" type="presParOf"/>
    <dgm:cxn destId="{AC26994D-0333-4371-8FDD-2C2678B159F1}" destOrd="0" modelId="{C034A600-CED6-4A92-8C8A-D485F5075301}" presId="urn:microsoft.com/office/officeart/2005/8/layout/list1" srcId="{5A5C498E-C5F7-4C86-B2EE-51CA30E3EF20}" srcOrd="1" type="presParOf"/>
    <dgm:cxn destId="{3CDE7C8B-2074-4265-B30F-951C36790178}" destOrd="0" modelId="{380FBB8F-CAD4-4B3F-B0A9-22772DB11E87}" presId="urn:microsoft.com/office/officeart/2005/8/layout/list1" srcId="{6655DA7F-69AE-4A7F-8BD7-8E3C9FBECC45}" srcOrd="21" type="presParOf"/>
    <dgm:cxn destId="{351DC811-736E-4309-B791-5A1C62B7E6EF}" destOrd="0" modelId="{51C4A58E-8CD8-4EF1-A019-E0759D94655A}" presId="urn:microsoft.com/office/officeart/2005/8/layout/list1" srcId="{6655DA7F-69AE-4A7F-8BD7-8E3C9FBECC45}" srcOrd="22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DA258D-3FC5-4474-917E-33702708D9DF}" type="doc">
      <dgm:prSet csCatId="colorful" csTypeId="urn:microsoft.com/office/officeart/2005/8/colors/colorful1" loCatId="list" loTypeId="urn:microsoft.com/office/officeart/2005/8/layout/vList5" qsCatId="simple" qsTypeId="urn:microsoft.com/office/officeart/2005/8/quickstyle/simple4"/>
      <dgm:spPr/>
      <dgm:t>
        <a:bodyPr numCol="1"/>
        <a:lstStyle/>
        <a:p>
          <a:endParaRPr lang="en-US"/>
        </a:p>
      </dgm:t>
    </dgm:pt>
    <dgm:pt modelId="{7EAA731E-DE0B-41AB-BA0D-3FFEB9644BA1}">
      <dgm:prSet/>
      <dgm:spPr/>
      <dgm:t>
        <a:bodyPr numCol="1"/>
        <a:lstStyle/>
        <a:p>
          <a:r>
            <a:rPr altLang="pt-BR" lang="pt-BR"/>
            <a:t>MANTENÇA</a:t>
          </a:r>
          <a:endParaRPr lang="en-US"/>
        </a:p>
      </dgm:t>
    </dgm:pt>
    <dgm:pt cxnId="{CAD6D14B-1D41-482B-AC8E-B3DC63833A2B}" modelId="{BD79EA09-9E59-43B8-95D6-E1DA6855FC28}" type="parTrans">
      <dgm:prSet/>
      <dgm:spPr/>
      <dgm:t>
        <a:bodyPr numCol="1"/>
        <a:lstStyle/>
        <a:p>
          <a:endParaRPr lang="en-US"/>
        </a:p>
      </dgm:t>
    </dgm:pt>
    <dgm:pt cxnId="{CAD6D14B-1D41-482B-AC8E-B3DC63833A2B}" modelId="{23EDA6AD-6766-47C9-8435-4B45D0AB39AD}" type="sibTrans">
      <dgm:prSet/>
      <dgm:spPr/>
      <dgm:t>
        <a:bodyPr numCol="1"/>
        <a:lstStyle/>
        <a:p>
          <a:endParaRPr lang="en-US"/>
        </a:p>
      </dgm:t>
    </dgm:pt>
    <dgm:pt modelId="{CCB27D4E-EC7B-4F28-AA6E-8B3B95E0A316}">
      <dgm:prSet/>
      <dgm:spPr/>
      <dgm:t>
        <a:bodyPr numCol="1"/>
        <a:lstStyle/>
        <a:p>
          <a:r>
            <a:rPr altLang="pt-BR" lang="pt-BR"/>
            <a:t>CONDIÇÕES NORMAIS</a:t>
          </a:r>
          <a:endParaRPr lang="en-US"/>
        </a:p>
      </dgm:t>
    </dgm:pt>
    <dgm:pt cxnId="{E09D6E47-1F4B-4DEA-898B-598BE092A416}" modelId="{2D8D3531-D430-4503-A474-13C5E2BF9D31}" type="parTrans">
      <dgm:prSet/>
      <dgm:spPr/>
      <dgm:t>
        <a:bodyPr numCol="1"/>
        <a:lstStyle/>
        <a:p>
          <a:endParaRPr lang="en-US"/>
        </a:p>
      </dgm:t>
    </dgm:pt>
    <dgm:pt cxnId="{E09D6E47-1F4B-4DEA-898B-598BE092A416}" modelId="{8D00BAC1-DBB1-4943-870E-1BA68FE832DC}" type="sibTrans">
      <dgm:prSet/>
      <dgm:spPr/>
      <dgm:t>
        <a:bodyPr numCol="1"/>
        <a:lstStyle/>
        <a:p>
          <a:endParaRPr lang="en-US"/>
        </a:p>
      </dgm:t>
    </dgm:pt>
    <dgm:pt modelId="{3B4A511C-5F0D-4695-9C3A-0160A08A8F8B}">
      <dgm:prSet/>
      <dgm:spPr/>
      <dgm:t>
        <a:bodyPr numCol="1"/>
        <a:lstStyle/>
        <a:p>
          <a:r>
            <a:rPr altLang="pt-BR" lang="pt-BR"/>
            <a:t>DESAFIOS MANEJO</a:t>
          </a:r>
          <a:endParaRPr lang="en-US"/>
        </a:p>
      </dgm:t>
    </dgm:pt>
    <dgm:pt cxnId="{5BBF2C63-27F2-4742-8301-DA96FD51648F}" modelId="{5807246C-0A40-4DBC-8949-C6B8AD59BA96}" type="parTrans">
      <dgm:prSet/>
      <dgm:spPr/>
      <dgm:t>
        <a:bodyPr numCol="1"/>
        <a:lstStyle/>
        <a:p>
          <a:endParaRPr lang="en-US"/>
        </a:p>
      </dgm:t>
    </dgm:pt>
    <dgm:pt cxnId="{5BBF2C63-27F2-4742-8301-DA96FD51648F}" modelId="{105310BE-77C0-4614-9902-BBB5E721E754}" type="sibTrans">
      <dgm:prSet/>
      <dgm:spPr/>
      <dgm:t>
        <a:bodyPr numCol="1"/>
        <a:lstStyle/>
        <a:p>
          <a:endParaRPr lang="en-US"/>
        </a:p>
      </dgm:t>
    </dgm:pt>
    <dgm:pt modelId="{09DAAFFA-4906-4B81-9F5D-5DC8B1C3141A}">
      <dgm:prSet/>
      <dgm:spPr/>
      <dgm:t>
        <a:bodyPr numCol="1"/>
        <a:lstStyle/>
        <a:p>
          <a:r>
            <a:rPr altLang="pt-BR" lang="pt-BR"/>
            <a:t>DESAFIOS DOENÇAS</a:t>
          </a:r>
          <a:endParaRPr lang="en-US"/>
        </a:p>
      </dgm:t>
    </dgm:pt>
    <dgm:pt cxnId="{C760242F-D7C0-4E05-B6E5-F9CD6C7B3A67}" modelId="{8D1A9124-DBA8-4792-ACC3-D2229F229804}" type="parTrans">
      <dgm:prSet/>
      <dgm:spPr/>
      <dgm:t>
        <a:bodyPr numCol="1"/>
        <a:lstStyle/>
        <a:p>
          <a:endParaRPr lang="en-US"/>
        </a:p>
      </dgm:t>
    </dgm:pt>
    <dgm:pt cxnId="{C760242F-D7C0-4E05-B6E5-F9CD6C7B3A67}" modelId="{91AB382D-477F-4A25-BFF8-12A0F7727DD3}" type="sibTrans">
      <dgm:prSet/>
      <dgm:spPr/>
      <dgm:t>
        <a:bodyPr numCol="1"/>
        <a:lstStyle/>
        <a:p>
          <a:endParaRPr lang="en-US"/>
        </a:p>
      </dgm:t>
    </dgm:pt>
    <dgm:pt modelId="{08FB9DDC-DAA4-4C63-9ADB-B600466E0B52}">
      <dgm:prSet/>
      <dgm:spPr/>
      <dgm:t>
        <a:bodyPr numCol="1"/>
        <a:lstStyle/>
        <a:p>
          <a:r>
            <a:rPr altLang="pt-BR" lang="pt-BR"/>
            <a:t>PRODUÇÃO</a:t>
          </a:r>
          <a:endParaRPr lang="en-US"/>
        </a:p>
      </dgm:t>
    </dgm:pt>
    <dgm:pt cxnId="{136747F9-4374-43E4-BBCA-CC68722E1E2F}" modelId="{53532526-747E-4261-9452-00C0AF29D92D}" type="parTrans">
      <dgm:prSet/>
      <dgm:spPr/>
      <dgm:t>
        <a:bodyPr numCol="1"/>
        <a:lstStyle/>
        <a:p>
          <a:endParaRPr lang="en-US"/>
        </a:p>
      </dgm:t>
    </dgm:pt>
    <dgm:pt cxnId="{136747F9-4374-43E4-BBCA-CC68722E1E2F}" modelId="{4A86980E-9203-43A4-A06A-F6B156C29527}" type="sibTrans">
      <dgm:prSet/>
      <dgm:spPr/>
      <dgm:t>
        <a:bodyPr numCol="1"/>
        <a:lstStyle/>
        <a:p>
          <a:endParaRPr lang="en-US"/>
        </a:p>
      </dgm:t>
    </dgm:pt>
    <dgm:pt modelId="{6779C4A3-AECF-43CA-B557-244DE0D97217}">
      <dgm:prSet/>
      <dgm:spPr/>
      <dgm:t>
        <a:bodyPr numCol="1"/>
        <a:lstStyle/>
        <a:p>
          <a:r>
            <a:rPr altLang="pt-BR" lang="pt-BR"/>
            <a:t>PERCENTUAL</a:t>
          </a:r>
          <a:endParaRPr lang="en-US"/>
        </a:p>
      </dgm:t>
    </dgm:pt>
    <dgm:pt cxnId="{87901207-2823-4A98-8F53-767FA90A3233}" modelId="{60F6FBEE-C2D3-47A3-A7F5-FD9D9E25117F}" type="parTrans">
      <dgm:prSet/>
      <dgm:spPr/>
      <dgm:t>
        <a:bodyPr numCol="1"/>
        <a:lstStyle/>
        <a:p>
          <a:endParaRPr lang="en-US"/>
        </a:p>
      </dgm:t>
    </dgm:pt>
    <dgm:pt cxnId="{87901207-2823-4A98-8F53-767FA90A3233}" modelId="{99C43375-A275-4FBC-B8D7-3835BB518325}" type="sibTrans">
      <dgm:prSet/>
      <dgm:spPr/>
      <dgm:t>
        <a:bodyPr numCol="1"/>
        <a:lstStyle/>
        <a:p>
          <a:endParaRPr lang="en-US"/>
        </a:p>
      </dgm:t>
    </dgm:pt>
    <dgm:pt modelId="{DDE627FF-BA9B-49C5-A2F9-5B917F42598C}">
      <dgm:prSet/>
      <dgm:spPr/>
      <dgm:t>
        <a:bodyPr numCol="1"/>
        <a:lstStyle/>
        <a:p>
          <a:r>
            <a:rPr altLang="pt-BR" lang="pt-BR"/>
            <a:t>PESO DOS OVOS</a:t>
          </a:r>
          <a:endParaRPr lang="en-US"/>
        </a:p>
      </dgm:t>
    </dgm:pt>
    <dgm:pt cxnId="{462D2C83-8F13-4C15-89F7-394991F62BF7}" modelId="{F89F2D64-9B4A-47B7-9DAC-1566DC4BE904}" type="parTrans">
      <dgm:prSet/>
      <dgm:spPr/>
      <dgm:t>
        <a:bodyPr numCol="1"/>
        <a:lstStyle/>
        <a:p>
          <a:endParaRPr lang="en-US"/>
        </a:p>
      </dgm:t>
    </dgm:pt>
    <dgm:pt cxnId="{462D2C83-8F13-4C15-89F7-394991F62BF7}" modelId="{139A1D5D-BAD2-4495-95DD-F2A1152C8B38}" type="sibTrans">
      <dgm:prSet/>
      <dgm:spPr/>
      <dgm:t>
        <a:bodyPr numCol="1"/>
        <a:lstStyle/>
        <a:p>
          <a:endParaRPr lang="en-US"/>
        </a:p>
      </dgm:t>
    </dgm:pt>
    <dgm:pt modelId="{593013F1-3312-4C2A-9A8A-FD25FB517C4E}" type="pres">
      <dgm:prSet presAssocID="{DFDA258D-3FC5-4474-917E-33702708D9DF}" presName="Name0" presStyleCnt="0">
        <dgm:presLayoutVars>
          <dgm:dir/>
          <dgm:animLvl val="lvl"/>
          <dgm:resizeHandles val="exact"/>
        </dgm:presLayoutVars>
      </dgm:prSet>
      <dgm:spPr/>
    </dgm:pt>
    <dgm:pt modelId="{8DBBF3AC-D99D-47FA-A427-F5D08377EE48}" type="pres">
      <dgm:prSet presAssocID="{7EAA731E-DE0B-41AB-BA0D-3FFEB9644BA1}" presName="linNode" presStyleCnt="0"/>
      <dgm:spPr/>
    </dgm:pt>
    <dgm:pt modelId="{95850E02-D407-441C-A83C-B0F6FC982B77}" type="pres">
      <dgm:prSet presAssocID="{7EAA731E-DE0B-41AB-BA0D-3FFEB9644BA1}" presName="parentText" presStyleCnt="2" presStyleIdx="0" presStyleLbl="node1">
        <dgm:presLayoutVars>
          <dgm:chMax val="1"/>
          <dgm:bulletEnabled val="1"/>
        </dgm:presLayoutVars>
      </dgm:prSet>
      <dgm:spPr/>
    </dgm:pt>
    <dgm:pt modelId="{856DC177-1317-48FE-B3C9-5E6AB96658B2}" type="pres">
      <dgm:prSet presAssocID="{7EAA731E-DE0B-41AB-BA0D-3FFEB9644BA1}" presName="descendantText" presStyleCnt="2" presStyleIdx="0" presStyleLbl="alignAccFollowNode1">
        <dgm:presLayoutVars>
          <dgm:bulletEnabled val="1"/>
        </dgm:presLayoutVars>
      </dgm:prSet>
      <dgm:spPr/>
    </dgm:pt>
    <dgm:pt modelId="{5B2E5888-7BDE-4EFD-B0B8-D02593F0CC64}" type="pres">
      <dgm:prSet presAssocID="{23EDA6AD-6766-47C9-8435-4B45D0AB39AD}" presName="sp" presStyleCnt="0"/>
      <dgm:spPr/>
    </dgm:pt>
    <dgm:pt modelId="{D70E5B7E-A5AF-43D8-9F5A-388B344FE510}" type="pres">
      <dgm:prSet presAssocID="{08FB9DDC-DAA4-4C63-9ADB-B600466E0B52}" presName="linNode" presStyleCnt="0"/>
      <dgm:spPr/>
    </dgm:pt>
    <dgm:pt modelId="{CAF9CD03-2C52-4AF3-ADD9-583F1F338FEF}" type="pres">
      <dgm:prSet presAssocID="{08FB9DDC-DAA4-4C63-9ADB-B600466E0B52}" presName="parentText" presStyleCnt="2" presStyleIdx="1" presStyleLbl="node1">
        <dgm:presLayoutVars>
          <dgm:chMax val="1"/>
          <dgm:bulletEnabled val="1"/>
        </dgm:presLayoutVars>
      </dgm:prSet>
      <dgm:spPr/>
    </dgm:pt>
    <dgm:pt modelId="{2395440B-E95D-4889-B5AD-679390A9B786}" type="pres">
      <dgm:prSet presAssocID="{08FB9DDC-DAA4-4C63-9ADB-B600466E0B52}" presName="descendantText" presStyleCnt="2" presStyleIdx="1" presStyleLbl="alignAccFollowNode1">
        <dgm:presLayoutVars>
          <dgm:bulletEnabled val="1"/>
        </dgm:presLayoutVars>
      </dgm:prSet>
      <dgm:spPr/>
    </dgm:pt>
  </dgm:ptLst>
  <dgm:cxnLst>
    <dgm:cxn destId="{6779C4A3-AECF-43CA-B557-244DE0D97217}" destOrd="0" modelId="{87901207-2823-4A98-8F53-767FA90A3233}" parTransId="{60F6FBEE-C2D3-47A3-A7F5-FD9D9E25117F}" sibTransId="{99C43375-A275-4FBC-B8D7-3835BB518325}" srcId="{08FB9DDC-DAA4-4C63-9ADB-B600466E0B52}" srcOrd="0"/>
    <dgm:cxn destId="{09DAAFFA-4906-4B81-9F5D-5DC8B1C3141A}" destOrd="0" modelId="{C760242F-D7C0-4E05-B6E5-F9CD6C7B3A67}" parTransId="{8D1A9124-DBA8-4792-ACC3-D2229F229804}" sibTransId="{91AB382D-477F-4A25-BFF8-12A0F7727DD3}" srcId="{7EAA731E-DE0B-41AB-BA0D-3FFEB9644BA1}" srcOrd="2"/>
    <dgm:cxn destId="{856DC177-1317-48FE-B3C9-5E6AB96658B2}" destOrd="1" modelId="{A5EFD85F-8D41-4392-A641-ACB13BF0B144}" presId="urn:microsoft.com/office/officeart/2005/8/layout/vList5" srcId="{3B4A511C-5F0D-4695-9C3A-0160A08A8F8B}" srcOrd="0" type="presOf"/>
    <dgm:cxn destId="{3B4A511C-5F0D-4695-9C3A-0160A08A8F8B}" destOrd="0" modelId="{5BBF2C63-27F2-4742-8301-DA96FD51648F}" parTransId="{5807246C-0A40-4DBC-8949-C6B8AD59BA96}" sibTransId="{105310BE-77C0-4614-9902-BBB5E721E754}" srcId="{7EAA731E-DE0B-41AB-BA0D-3FFEB9644BA1}" srcOrd="1"/>
    <dgm:cxn destId="{95850E02-D407-441C-A83C-B0F6FC982B77}" destOrd="0" modelId="{DD833D67-EA73-4FBB-B118-15375269EC09}" presId="urn:microsoft.com/office/officeart/2005/8/layout/vList5" srcId="{7EAA731E-DE0B-41AB-BA0D-3FFEB9644BA1}" srcOrd="0" type="presOf"/>
    <dgm:cxn destId="{CCB27D4E-EC7B-4F28-AA6E-8B3B95E0A316}" destOrd="0" modelId="{E09D6E47-1F4B-4DEA-898B-598BE092A416}" parTransId="{2D8D3531-D430-4503-A474-13C5E2BF9D31}" sibTransId="{8D00BAC1-DBB1-4943-870E-1BA68FE832DC}" srcId="{7EAA731E-DE0B-41AB-BA0D-3FFEB9644BA1}" srcOrd="0"/>
    <dgm:cxn destId="{7EAA731E-DE0B-41AB-BA0D-3FFEB9644BA1}" destOrd="0" modelId="{CAD6D14B-1D41-482B-AC8E-B3DC63833A2B}" parTransId="{BD79EA09-9E59-43B8-95D6-E1DA6855FC28}" sibTransId="{23EDA6AD-6766-47C9-8435-4B45D0AB39AD}" srcId="{DFDA258D-3FC5-4474-917E-33702708D9DF}" srcOrd="0"/>
    <dgm:cxn destId="{CAF9CD03-2C52-4AF3-ADD9-583F1F338FEF}" destOrd="0" modelId="{C3F30E70-FFB4-430D-BD8C-F4A4F0CEA93A}" presId="urn:microsoft.com/office/officeart/2005/8/layout/vList5" srcId="{08FB9DDC-DAA4-4C63-9ADB-B600466E0B52}" srcOrd="0" type="presOf"/>
    <dgm:cxn destId="{593013F1-3312-4C2A-9A8A-FD25FB517C4E}" destOrd="0" modelId="{7B82BF79-E884-4C7B-90DF-2EE6183795E5}" presId="urn:microsoft.com/office/officeart/2005/8/layout/vList5" srcId="{DFDA258D-3FC5-4474-917E-33702708D9DF}" srcOrd="0" type="presOf"/>
    <dgm:cxn destId="{DDE627FF-BA9B-49C5-A2F9-5B917F42598C}" destOrd="0" modelId="{462D2C83-8F13-4C15-89F7-394991F62BF7}" parTransId="{F89F2D64-9B4A-47B7-9DAC-1566DC4BE904}" sibTransId="{139A1D5D-BAD2-4495-95DD-F2A1152C8B38}" srcId="{08FB9DDC-DAA4-4C63-9ADB-B600466E0B52}" srcOrd="1"/>
    <dgm:cxn destId="{2395440B-E95D-4889-B5AD-679390A9B786}" destOrd="0" modelId="{3D7E2BA7-8688-4C45-ADF4-D321BF2FCE0E}" presId="urn:microsoft.com/office/officeart/2005/8/layout/vList5" srcId="{6779C4A3-AECF-43CA-B557-244DE0D97217}" srcOrd="0" type="presOf"/>
    <dgm:cxn destId="{856DC177-1317-48FE-B3C9-5E6AB96658B2}" destOrd="0" modelId="{9129D4C5-203B-4D70-96A8-777D316408E5}" presId="urn:microsoft.com/office/officeart/2005/8/layout/vList5" srcId="{CCB27D4E-EC7B-4F28-AA6E-8B3B95E0A316}" srcOrd="0" type="presOf"/>
    <dgm:cxn destId="{2395440B-E95D-4889-B5AD-679390A9B786}" destOrd="1" modelId="{B18729EE-A7C4-4924-936E-20657D3AE8BF}" presId="urn:microsoft.com/office/officeart/2005/8/layout/vList5" srcId="{DDE627FF-BA9B-49C5-A2F9-5B917F42598C}" srcOrd="0" type="presOf"/>
    <dgm:cxn destId="{08FB9DDC-DAA4-4C63-9ADB-B600466E0B52}" destOrd="0" modelId="{136747F9-4374-43E4-BBCA-CC68722E1E2F}" parTransId="{53532526-747E-4261-9452-00C0AF29D92D}" sibTransId="{4A86980E-9203-43A4-A06A-F6B156C29527}" srcId="{DFDA258D-3FC5-4474-917E-33702708D9DF}" srcOrd="1"/>
    <dgm:cxn destId="{856DC177-1317-48FE-B3C9-5E6AB96658B2}" destOrd="2" modelId="{F4EA31FC-A5D8-45F3-B7C1-E6C64EA4322E}" presId="urn:microsoft.com/office/officeart/2005/8/layout/vList5" srcId="{09DAAFFA-4906-4B81-9F5D-5DC8B1C3141A}" srcOrd="0" type="presOf"/>
    <dgm:cxn destId="{8DBBF3AC-D99D-47FA-A427-F5D08377EE48}" destOrd="0" modelId="{E1F9E81C-D5BA-4107-85AF-081B82985186}" presId="urn:microsoft.com/office/officeart/2005/8/layout/vList5" srcId="{593013F1-3312-4C2A-9A8A-FD25FB517C4E}" srcOrd="0" type="presParOf"/>
    <dgm:cxn destId="{95850E02-D407-441C-A83C-B0F6FC982B77}" destOrd="0" modelId="{10B59540-3098-498B-BA55-EA5DBBDAC393}" presId="urn:microsoft.com/office/officeart/2005/8/layout/vList5" srcId="{8DBBF3AC-D99D-47FA-A427-F5D08377EE48}" srcOrd="0" type="presParOf"/>
    <dgm:cxn destId="{856DC177-1317-48FE-B3C9-5E6AB96658B2}" destOrd="0" modelId="{8B8B8F11-DED8-43B1-A170-68CAD5039175}" presId="urn:microsoft.com/office/officeart/2005/8/layout/vList5" srcId="{8DBBF3AC-D99D-47FA-A427-F5D08377EE48}" srcOrd="1" type="presParOf"/>
    <dgm:cxn destId="{5B2E5888-7BDE-4EFD-B0B8-D02593F0CC64}" destOrd="0" modelId="{B603A74C-1BF9-4AEB-9677-67ABAE54081E}" presId="urn:microsoft.com/office/officeart/2005/8/layout/vList5" srcId="{593013F1-3312-4C2A-9A8A-FD25FB517C4E}" srcOrd="1" type="presParOf"/>
    <dgm:cxn destId="{D70E5B7E-A5AF-43D8-9F5A-388B344FE510}" destOrd="0" modelId="{BC8A7395-A53B-4396-ABD3-0B42D34BCD79}" presId="urn:microsoft.com/office/officeart/2005/8/layout/vList5" srcId="{593013F1-3312-4C2A-9A8A-FD25FB517C4E}" srcOrd="2" type="presParOf"/>
    <dgm:cxn destId="{CAF9CD03-2C52-4AF3-ADD9-583F1F338FEF}" destOrd="0" modelId="{93D28EC4-2F15-4FCE-BD85-BDCF894077CF}" presId="urn:microsoft.com/office/officeart/2005/8/layout/vList5" srcId="{D70E5B7E-A5AF-43D8-9F5A-388B344FE510}" srcOrd="0" type="presParOf"/>
    <dgm:cxn destId="{2395440B-E95D-4889-B5AD-679390A9B786}" destOrd="0" modelId="{99D12607-FF3A-4699-9EA4-3F15B9571348}" presId="urn:microsoft.com/office/officeart/2005/8/layout/vList5" srcId="{D70E5B7E-A5AF-43D8-9F5A-388B344FE510}" srcOrd="1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CDA499-A54D-4981-A11A-7E7330A2C7EF}" type="doc">
      <dgm:prSet csCatId="colorful" csTypeId="urn:microsoft.com/office/officeart/2005/8/colors/colorful5" loCatId="list" loTypeId="urn:microsoft.com/office/officeart/2005/8/layout/list1" qsCatId="simple" qsTypeId="urn:microsoft.com/office/officeart/2005/8/quickstyle/simple4"/>
      <dgm:spPr/>
      <dgm:t>
        <a:bodyPr numCol="1"/>
        <a:lstStyle/>
        <a:p>
          <a:endParaRPr lang="en-US"/>
        </a:p>
      </dgm:t>
    </dgm:pt>
    <dgm:pt modelId="{2991CFCF-1AE6-4D9F-BB85-546245277139}">
      <dgm:prSet/>
      <dgm:spPr/>
      <dgm:t>
        <a:bodyPr numCol="1"/>
        <a:lstStyle/>
        <a:p>
          <a:r>
            <a:rPr altLang="pt-BR" lang="pt-BR"/>
            <a:t>SAUDE INTESTINAL </a:t>
          </a:r>
          <a:endParaRPr lang="en-US"/>
        </a:p>
      </dgm:t>
    </dgm:pt>
    <dgm:pt cxnId="{0C9954BA-47C6-4EBE-A704-04864BCF788C}" modelId="{B044D404-3BF8-44A2-9EC5-C6F9549D29CD}" type="parTrans">
      <dgm:prSet/>
      <dgm:spPr/>
      <dgm:t>
        <a:bodyPr numCol="1"/>
        <a:lstStyle/>
        <a:p>
          <a:endParaRPr lang="en-US"/>
        </a:p>
      </dgm:t>
    </dgm:pt>
    <dgm:pt cxnId="{0C9954BA-47C6-4EBE-A704-04864BCF788C}" modelId="{F67CC7B4-2388-49A8-89A9-145F0B5F9D8D}" type="sibTrans">
      <dgm:prSet/>
      <dgm:spPr/>
      <dgm:t>
        <a:bodyPr numCol="1"/>
        <a:lstStyle/>
        <a:p>
          <a:endParaRPr lang="en-US"/>
        </a:p>
      </dgm:t>
    </dgm:pt>
    <dgm:pt modelId="{DC1AE289-A2BB-40E8-811E-E169B46463F3}">
      <dgm:prSet/>
      <dgm:spPr/>
      <dgm:t>
        <a:bodyPr numCol="1"/>
        <a:lstStyle/>
        <a:p>
          <a:r>
            <a:rPr altLang="pt-BR" lang="pt-BR"/>
            <a:t>ABSORÇÃO DE NUTRIENTES</a:t>
          </a:r>
          <a:endParaRPr lang="en-US"/>
        </a:p>
      </dgm:t>
    </dgm:pt>
    <dgm:pt cxnId="{1B0399CA-50F3-486E-B019-1BB5B60F81C7}" modelId="{A8F7965B-A9E1-496C-BB42-6B98187381A4}" type="parTrans">
      <dgm:prSet/>
      <dgm:spPr/>
      <dgm:t>
        <a:bodyPr numCol="1"/>
        <a:lstStyle/>
        <a:p>
          <a:endParaRPr lang="en-US"/>
        </a:p>
      </dgm:t>
    </dgm:pt>
    <dgm:pt cxnId="{1B0399CA-50F3-486E-B019-1BB5B60F81C7}" modelId="{C33D5D66-8415-4344-A233-2617F1DB4163}" type="sibTrans">
      <dgm:prSet/>
      <dgm:spPr/>
      <dgm:t>
        <a:bodyPr numCol="1"/>
        <a:lstStyle/>
        <a:p>
          <a:endParaRPr lang="en-US"/>
        </a:p>
      </dgm:t>
    </dgm:pt>
    <dgm:pt modelId="{D05E9C5C-9DFE-4947-AF69-0E8106B042B1}">
      <dgm:prSet/>
      <dgm:spPr/>
      <dgm:t>
        <a:bodyPr numCol="1"/>
        <a:lstStyle/>
        <a:p>
          <a:r>
            <a:rPr altLang="pt-BR" lang="pt-BR"/>
            <a:t>PROPORÇÃO ADEQUADA </a:t>
          </a:r>
          <a:endParaRPr lang="en-US"/>
        </a:p>
      </dgm:t>
    </dgm:pt>
    <dgm:pt cxnId="{6772DEAF-6641-4F9F-A37E-2D954EC3643B}" modelId="{CA0A28DE-B82A-4C12-8079-36FE748E1F83}" type="parTrans">
      <dgm:prSet/>
      <dgm:spPr/>
      <dgm:t>
        <a:bodyPr numCol="1"/>
        <a:lstStyle/>
        <a:p>
          <a:endParaRPr lang="en-US"/>
        </a:p>
      </dgm:t>
    </dgm:pt>
    <dgm:pt cxnId="{6772DEAF-6641-4F9F-A37E-2D954EC3643B}" modelId="{B33C23E3-FE2C-4614-B292-E2F2DBAE8B7D}" type="sibTrans">
      <dgm:prSet/>
      <dgm:spPr/>
      <dgm:t>
        <a:bodyPr numCol="1"/>
        <a:lstStyle/>
        <a:p>
          <a:endParaRPr lang="en-US"/>
        </a:p>
      </dgm:t>
    </dgm:pt>
    <dgm:pt modelId="{A14B84EF-4463-499E-9E7C-142B90261A75}">
      <dgm:prSet/>
      <dgm:spPr/>
      <dgm:t>
        <a:bodyPr numCol="1"/>
        <a:lstStyle/>
        <a:p>
          <a:r>
            <a:rPr altLang="pt-BR" lang="pt-BR"/>
            <a:t>CALCIO/FOSFORO</a:t>
          </a:r>
          <a:endParaRPr lang="en-US"/>
        </a:p>
      </dgm:t>
    </dgm:pt>
    <dgm:pt cxnId="{60B8C46B-34DB-4CE9-BE01-74ACBD832F13}" modelId="{44632BD3-696D-4687-B183-BD6A2D7AAAFE}" type="parTrans">
      <dgm:prSet/>
      <dgm:spPr/>
      <dgm:t>
        <a:bodyPr numCol="1"/>
        <a:lstStyle/>
        <a:p>
          <a:endParaRPr lang="en-US"/>
        </a:p>
      </dgm:t>
    </dgm:pt>
    <dgm:pt cxnId="{60B8C46B-34DB-4CE9-BE01-74ACBD832F13}" modelId="{520B75BE-3D5E-4C70-A57D-55A121185AB7}" type="sibTrans">
      <dgm:prSet/>
      <dgm:spPr/>
      <dgm:t>
        <a:bodyPr numCol="1"/>
        <a:lstStyle/>
        <a:p>
          <a:endParaRPr lang="en-US"/>
        </a:p>
      </dgm:t>
    </dgm:pt>
    <dgm:pt modelId="{699F4B6F-B349-4F36-A9B8-A037BE54F333}">
      <dgm:prSet/>
      <dgm:spPr/>
      <dgm:t>
        <a:bodyPr numCol="1"/>
        <a:lstStyle/>
        <a:p>
          <a:r>
            <a:rPr altLang="pt-BR" lang="pt-BR"/>
            <a:t>LISINA/METIONINA</a:t>
          </a:r>
          <a:endParaRPr lang="en-US"/>
        </a:p>
      </dgm:t>
    </dgm:pt>
    <dgm:pt cxnId="{53058987-B6DF-47F4-A8FF-8C74F5F43F53}" modelId="{6AA53B54-CE2A-4394-89BD-C941D96F2D27}" type="parTrans">
      <dgm:prSet/>
      <dgm:spPr/>
      <dgm:t>
        <a:bodyPr numCol="1"/>
        <a:lstStyle/>
        <a:p>
          <a:endParaRPr lang="en-US"/>
        </a:p>
      </dgm:t>
    </dgm:pt>
    <dgm:pt cxnId="{53058987-B6DF-47F4-A8FF-8C74F5F43F53}" modelId="{57E04F42-E758-4A8A-BB8F-CC8AF4B5187F}" type="sibTrans">
      <dgm:prSet/>
      <dgm:spPr/>
      <dgm:t>
        <a:bodyPr numCol="1"/>
        <a:lstStyle/>
        <a:p>
          <a:endParaRPr lang="en-US"/>
        </a:p>
      </dgm:t>
    </dgm:pt>
    <dgm:pt modelId="{16CCBDD2-2394-4F9B-AE99-8F77854C00DD}">
      <dgm:prSet/>
      <dgm:spPr/>
      <dgm:t>
        <a:bodyPr numCol="1"/>
        <a:lstStyle/>
        <a:p>
          <a:r>
            <a:rPr altLang="pt-BR" lang="pt-BR"/>
            <a:t>EQUILIBRIO NUTRICIONAL</a:t>
          </a:r>
          <a:endParaRPr lang="en-US"/>
        </a:p>
      </dgm:t>
    </dgm:pt>
    <dgm:pt cxnId="{449FFF9E-92E1-4912-869A-82DA7235221F}" modelId="{C04F7C64-FCA6-4CEA-B1D6-5A9016B51195}" type="parTrans">
      <dgm:prSet/>
      <dgm:spPr/>
      <dgm:t>
        <a:bodyPr numCol="1"/>
        <a:lstStyle/>
        <a:p>
          <a:endParaRPr lang="en-US"/>
        </a:p>
      </dgm:t>
    </dgm:pt>
    <dgm:pt cxnId="{449FFF9E-92E1-4912-869A-82DA7235221F}" modelId="{2DAAA401-9436-4DC7-96BC-4A3A011CCA91}" type="sibTrans">
      <dgm:prSet/>
      <dgm:spPr/>
      <dgm:t>
        <a:bodyPr numCol="1"/>
        <a:lstStyle/>
        <a:p>
          <a:endParaRPr lang="en-US"/>
        </a:p>
      </dgm:t>
    </dgm:pt>
    <dgm:pt modelId="{660F581F-66A0-447A-9BD9-82348DA4FA7E}" type="pres">
      <dgm:prSet presAssocID="{79CDA499-A54D-4981-A11A-7E7330A2C7EF}" presName="linear" presStyleCnt="0">
        <dgm:presLayoutVars>
          <dgm:dir/>
          <dgm:animLvl val="lvl"/>
          <dgm:resizeHandles val="exact"/>
        </dgm:presLayoutVars>
      </dgm:prSet>
      <dgm:spPr/>
    </dgm:pt>
    <dgm:pt modelId="{08DD5D41-9E4E-43FE-ACAA-FADEE57C2784}" type="pres">
      <dgm:prSet presAssocID="{2991CFCF-1AE6-4D9F-BB85-546245277139}" presName="parentLin" presStyleCnt="0"/>
      <dgm:spPr/>
    </dgm:pt>
    <dgm:pt modelId="{36104001-1ACF-45D0-959B-278366488F55}" type="pres">
      <dgm:prSet presAssocID="{2991CFCF-1AE6-4D9F-BB85-546245277139}" presName="parentLeftMargin" presStyleCnt="4" presStyleIdx="0" presStyleLbl="node1"/>
      <dgm:spPr/>
    </dgm:pt>
    <dgm:pt modelId="{657630AB-6E16-4525-B9F7-481D49820105}" type="pres">
      <dgm:prSet presAssocID="{2991CFCF-1AE6-4D9F-BB85-546245277139}" presName="parentText" presStyleCnt="4" presStyleIdx="0" presStyleLbl="node1">
        <dgm:presLayoutVars>
          <dgm:chMax val="0"/>
          <dgm:bulletEnabled val="1"/>
        </dgm:presLayoutVars>
      </dgm:prSet>
      <dgm:spPr/>
    </dgm:pt>
    <dgm:pt modelId="{4CFB4CF2-3660-4EF4-8200-2D2BC067205D}" type="pres">
      <dgm:prSet presAssocID="{2991CFCF-1AE6-4D9F-BB85-546245277139}" presName="negativeSpace" presStyleCnt="0"/>
      <dgm:spPr/>
    </dgm:pt>
    <dgm:pt modelId="{2A80EFD7-575A-495B-9946-7EF84245390F}" type="pres">
      <dgm:prSet presAssocID="{2991CFCF-1AE6-4D9F-BB85-546245277139}" presName="childText" presStyleCnt="4" presStyleIdx="0" presStyleLbl="conFgAcc1">
        <dgm:presLayoutVars>
          <dgm:bulletEnabled val="1"/>
        </dgm:presLayoutVars>
      </dgm:prSet>
      <dgm:spPr/>
    </dgm:pt>
    <dgm:pt modelId="{B9703751-2CAE-4BCC-A4C7-764183F366C6}" type="pres">
      <dgm:prSet presAssocID="{F67CC7B4-2388-49A8-89A9-145F0B5F9D8D}" presName="spaceBetweenRectangles" presStyleCnt="0"/>
      <dgm:spPr/>
    </dgm:pt>
    <dgm:pt modelId="{CF05B89F-77AE-4FB7-A7EA-A5275C6DDFFF}" type="pres">
      <dgm:prSet presAssocID="{DC1AE289-A2BB-40E8-811E-E169B46463F3}" presName="parentLin" presStyleCnt="0"/>
      <dgm:spPr/>
    </dgm:pt>
    <dgm:pt modelId="{ADD05FAD-02B7-4976-84D7-30D2E50021FB}" type="pres">
      <dgm:prSet presAssocID="{DC1AE289-A2BB-40E8-811E-E169B46463F3}" presName="parentLeftMargin" presStyleCnt="4" presStyleIdx="0" presStyleLbl="node1"/>
      <dgm:spPr/>
    </dgm:pt>
    <dgm:pt modelId="{0289B8BF-B682-434D-A93F-BE93E32A28BC}" type="pres">
      <dgm:prSet presAssocID="{DC1AE289-A2BB-40E8-811E-E169B46463F3}" presName="parentText" presStyleCnt="4" presStyleIdx="1" presStyleLbl="node1">
        <dgm:presLayoutVars>
          <dgm:chMax val="0"/>
          <dgm:bulletEnabled val="1"/>
        </dgm:presLayoutVars>
      </dgm:prSet>
      <dgm:spPr/>
    </dgm:pt>
    <dgm:pt modelId="{D0E27BF1-ADFD-487B-9783-F1EF97446E0D}" type="pres">
      <dgm:prSet presAssocID="{DC1AE289-A2BB-40E8-811E-E169B46463F3}" presName="negativeSpace" presStyleCnt="0"/>
      <dgm:spPr/>
    </dgm:pt>
    <dgm:pt modelId="{110A5FE1-03B8-4240-AF04-C97065888042}" type="pres">
      <dgm:prSet presAssocID="{DC1AE289-A2BB-40E8-811E-E169B46463F3}" presName="childText" presStyleCnt="4" presStyleIdx="1" presStyleLbl="conFgAcc1">
        <dgm:presLayoutVars>
          <dgm:bulletEnabled val="1"/>
        </dgm:presLayoutVars>
      </dgm:prSet>
      <dgm:spPr/>
    </dgm:pt>
    <dgm:pt modelId="{88FFF87A-FD8E-4721-A8E1-B44610CFFDDD}" type="pres">
      <dgm:prSet presAssocID="{C33D5D66-8415-4344-A233-2617F1DB4163}" presName="spaceBetweenRectangles" presStyleCnt="0"/>
      <dgm:spPr/>
    </dgm:pt>
    <dgm:pt modelId="{48DE9E20-C2AD-4D32-BA60-C66FF2969B54}" type="pres">
      <dgm:prSet presAssocID="{D05E9C5C-9DFE-4947-AF69-0E8106B042B1}" presName="parentLin" presStyleCnt="0"/>
      <dgm:spPr/>
    </dgm:pt>
    <dgm:pt modelId="{9CA7BC90-CB5B-43B4-A1F0-2BF25C4E22E5}" type="pres">
      <dgm:prSet presAssocID="{D05E9C5C-9DFE-4947-AF69-0E8106B042B1}" presName="parentLeftMargin" presStyleCnt="4" presStyleIdx="1" presStyleLbl="node1"/>
      <dgm:spPr/>
    </dgm:pt>
    <dgm:pt modelId="{27D62CF2-A110-431B-A456-DDFECC7C4A76}" type="pres">
      <dgm:prSet presAssocID="{D05E9C5C-9DFE-4947-AF69-0E8106B042B1}" presName="parentText" presStyleCnt="4" presStyleIdx="2" presStyleLbl="node1">
        <dgm:presLayoutVars>
          <dgm:chMax val="0"/>
          <dgm:bulletEnabled val="1"/>
        </dgm:presLayoutVars>
      </dgm:prSet>
      <dgm:spPr/>
    </dgm:pt>
    <dgm:pt modelId="{084C3C05-F34B-4550-ACF2-AC3FC06130E4}" type="pres">
      <dgm:prSet presAssocID="{D05E9C5C-9DFE-4947-AF69-0E8106B042B1}" presName="negativeSpace" presStyleCnt="0"/>
      <dgm:spPr/>
    </dgm:pt>
    <dgm:pt modelId="{428E6E34-E0CE-4283-BEB5-B9294E8976E5}" type="pres">
      <dgm:prSet presAssocID="{D05E9C5C-9DFE-4947-AF69-0E8106B042B1}" presName="childText" presStyleCnt="4" presStyleIdx="2" presStyleLbl="conFgAcc1">
        <dgm:presLayoutVars>
          <dgm:bulletEnabled val="1"/>
        </dgm:presLayoutVars>
      </dgm:prSet>
      <dgm:spPr/>
    </dgm:pt>
    <dgm:pt modelId="{8A8964AB-5C1F-4F9A-868B-95C14488C36A}" type="pres">
      <dgm:prSet presAssocID="{B33C23E3-FE2C-4614-B292-E2F2DBAE8B7D}" presName="spaceBetweenRectangles" presStyleCnt="0"/>
      <dgm:spPr/>
    </dgm:pt>
    <dgm:pt modelId="{D5430C97-50AF-4CB7-A741-4CBDBDCAB009}" type="pres">
      <dgm:prSet presAssocID="{16CCBDD2-2394-4F9B-AE99-8F77854C00DD}" presName="parentLin" presStyleCnt="0"/>
      <dgm:spPr/>
    </dgm:pt>
    <dgm:pt modelId="{D6A93672-6F14-4905-911A-59E91668D98D}" type="pres">
      <dgm:prSet presAssocID="{16CCBDD2-2394-4F9B-AE99-8F77854C00DD}" presName="parentLeftMargin" presStyleCnt="4" presStyleIdx="2" presStyleLbl="node1"/>
      <dgm:spPr/>
    </dgm:pt>
    <dgm:pt modelId="{53EBFA80-5F71-4D39-891D-10FB474BA2E4}" type="pres">
      <dgm:prSet presAssocID="{16CCBDD2-2394-4F9B-AE99-8F77854C00DD}" presName="parentText" presStyleCnt="4" presStyleIdx="3" presStyleLbl="node1">
        <dgm:presLayoutVars>
          <dgm:chMax val="0"/>
          <dgm:bulletEnabled val="1"/>
        </dgm:presLayoutVars>
      </dgm:prSet>
      <dgm:spPr/>
    </dgm:pt>
    <dgm:pt modelId="{A5A0183E-5A3E-4BC0-B2CF-41443FE292E9}" type="pres">
      <dgm:prSet presAssocID="{16CCBDD2-2394-4F9B-AE99-8F77854C00DD}" presName="negativeSpace" presStyleCnt="0"/>
      <dgm:spPr/>
    </dgm:pt>
    <dgm:pt modelId="{CEFDAA63-C633-4FDC-960C-81CCED4FC07F}" type="pres">
      <dgm:prSet presAssocID="{16CCBDD2-2394-4F9B-AE99-8F77854C00DD}" presName="childText" presStyleCnt="4" presStyleIdx="3" presStyleLbl="conFgAcc1">
        <dgm:presLayoutVars>
          <dgm:bulletEnabled val="1"/>
        </dgm:presLayoutVars>
      </dgm:prSet>
      <dgm:spPr/>
    </dgm:pt>
  </dgm:ptLst>
  <dgm:cxnLst>
    <dgm:cxn destId="{36104001-1ACF-45D0-959B-278366488F55}" destOrd="0" modelId="{D4F7F522-91BE-4100-B513-7AAD8ECB9F96}" presId="urn:microsoft.com/office/officeart/2005/8/layout/list1" srcId="{2991CFCF-1AE6-4D9F-BB85-546245277139}" srcOrd="0" type="presOf"/>
    <dgm:cxn destId="{D6A93672-6F14-4905-911A-59E91668D98D}" destOrd="0" modelId="{A59DA22C-77C9-48EC-ACAB-FAA99C16DBB1}" presId="urn:microsoft.com/office/officeart/2005/8/layout/list1" srcId="{16CCBDD2-2394-4F9B-AE99-8F77854C00DD}" srcOrd="0" type="presOf"/>
    <dgm:cxn destId="{0289B8BF-B682-434D-A93F-BE93E32A28BC}" destOrd="0" modelId="{18062765-AC1A-494C-B2B0-A664AE36AF46}" presId="urn:microsoft.com/office/officeart/2005/8/layout/list1" srcId="{DC1AE289-A2BB-40E8-811E-E169B46463F3}" srcOrd="1" type="presOf"/>
    <dgm:cxn destId="{27D62CF2-A110-431B-A456-DDFECC7C4A76}" destOrd="0" modelId="{5BD7A646-4F50-4887-82EE-372082D6EC77}" presId="urn:microsoft.com/office/officeart/2005/8/layout/list1" srcId="{D05E9C5C-9DFE-4947-AF69-0E8106B042B1}" srcOrd="1" type="presOf"/>
    <dgm:cxn destId="{A14B84EF-4463-499E-9E7C-142B90261A75}" destOrd="0" modelId="{60B8C46B-34DB-4CE9-BE01-74ACBD832F13}" parTransId="{44632BD3-696D-4687-B183-BD6A2D7AAAFE}" sibTransId="{520B75BE-3D5E-4C70-A57D-55A121185AB7}" srcId="{D05E9C5C-9DFE-4947-AF69-0E8106B042B1}" srcOrd="0"/>
    <dgm:cxn destId="{660F581F-66A0-447A-9BD9-82348DA4FA7E}" destOrd="0" modelId="{DBDEB651-3A07-4611-9071-ABA25C1337FF}" presId="urn:microsoft.com/office/officeart/2005/8/layout/list1" srcId="{79CDA499-A54D-4981-A11A-7E7330A2C7EF}" srcOrd="0" type="presOf"/>
    <dgm:cxn destId="{428E6E34-E0CE-4283-BEB5-B9294E8976E5}" destOrd="0" modelId="{C7A5407C-F988-4C4C-9483-5DF6F584DCD2}" presId="urn:microsoft.com/office/officeart/2005/8/layout/list1" srcId="{A14B84EF-4463-499E-9E7C-142B90261A75}" srcOrd="0" type="presOf"/>
    <dgm:cxn destId="{ADD05FAD-02B7-4976-84D7-30D2E50021FB}" destOrd="0" modelId="{61EE6383-0FDB-4798-98A3-1EE56F09C217}" presId="urn:microsoft.com/office/officeart/2005/8/layout/list1" srcId="{DC1AE289-A2BB-40E8-811E-E169B46463F3}" srcOrd="0" type="presOf"/>
    <dgm:cxn destId="{699F4B6F-B349-4F36-A9B8-A037BE54F333}" destOrd="0" modelId="{53058987-B6DF-47F4-A8FF-8C74F5F43F53}" parTransId="{6AA53B54-CE2A-4394-89BD-C941D96F2D27}" sibTransId="{57E04F42-E758-4A8A-BB8F-CC8AF4B5187F}" srcId="{D05E9C5C-9DFE-4947-AF69-0E8106B042B1}" srcOrd="1"/>
    <dgm:cxn destId="{428E6E34-E0CE-4283-BEB5-B9294E8976E5}" destOrd="1" modelId="{C6BB3590-277C-4389-9300-C00394E145B5}" presId="urn:microsoft.com/office/officeart/2005/8/layout/list1" srcId="{699F4B6F-B349-4F36-A9B8-A037BE54F333}" srcOrd="0" type="presOf"/>
    <dgm:cxn destId="{16CCBDD2-2394-4F9B-AE99-8F77854C00DD}" destOrd="0" modelId="{449FFF9E-92E1-4912-869A-82DA7235221F}" parTransId="{C04F7C64-FCA6-4CEA-B1D6-5A9016B51195}" sibTransId="{2DAAA401-9436-4DC7-96BC-4A3A011CCA91}" srcId="{79CDA499-A54D-4981-A11A-7E7330A2C7EF}" srcOrd="3"/>
    <dgm:cxn destId="{9CA7BC90-CB5B-43B4-A1F0-2BF25C4E22E5}" destOrd="0" modelId="{A453D9AC-8692-491A-9181-A0D53DE790A8}" presId="urn:microsoft.com/office/officeart/2005/8/layout/list1" srcId="{D05E9C5C-9DFE-4947-AF69-0E8106B042B1}" srcOrd="0" type="presOf"/>
    <dgm:cxn destId="{D05E9C5C-9DFE-4947-AF69-0E8106B042B1}" destOrd="0" modelId="{6772DEAF-6641-4F9F-A37E-2D954EC3643B}" parTransId="{CA0A28DE-B82A-4C12-8079-36FE748E1F83}" sibTransId="{B33C23E3-FE2C-4614-B292-E2F2DBAE8B7D}" srcId="{79CDA499-A54D-4981-A11A-7E7330A2C7EF}" srcOrd="2"/>
    <dgm:cxn destId="{2991CFCF-1AE6-4D9F-BB85-546245277139}" destOrd="0" modelId="{0C9954BA-47C6-4EBE-A704-04864BCF788C}" parTransId="{B044D404-3BF8-44A2-9EC5-C6F9549D29CD}" sibTransId="{F67CC7B4-2388-49A8-89A9-145F0B5F9D8D}" srcId="{79CDA499-A54D-4981-A11A-7E7330A2C7EF}" srcOrd="0"/>
    <dgm:cxn destId="{DC1AE289-A2BB-40E8-811E-E169B46463F3}" destOrd="0" modelId="{1B0399CA-50F3-486E-B019-1BB5B60F81C7}" parTransId="{A8F7965B-A9E1-496C-BB42-6B98187381A4}" sibTransId="{C33D5D66-8415-4344-A233-2617F1DB4163}" srcId="{79CDA499-A54D-4981-A11A-7E7330A2C7EF}" srcOrd="1"/>
    <dgm:cxn destId="{657630AB-6E16-4525-B9F7-481D49820105}" destOrd="0" modelId="{2CD5A6EC-CDA7-4938-BFD1-28E1E0C56C25}" presId="urn:microsoft.com/office/officeart/2005/8/layout/list1" srcId="{2991CFCF-1AE6-4D9F-BB85-546245277139}" srcOrd="1" type="presOf"/>
    <dgm:cxn destId="{53EBFA80-5F71-4D39-891D-10FB474BA2E4}" destOrd="0" modelId="{6717DFFD-1388-4A5D-9DDE-B6923B6FC186}" presId="urn:microsoft.com/office/officeart/2005/8/layout/list1" srcId="{16CCBDD2-2394-4F9B-AE99-8F77854C00DD}" srcOrd="1" type="presOf"/>
    <dgm:cxn destId="{08DD5D41-9E4E-43FE-ACAA-FADEE57C2784}" destOrd="0" modelId="{4C91F5C9-9731-44BC-8784-3567581DDC7E}" presId="urn:microsoft.com/office/officeart/2005/8/layout/list1" srcId="{660F581F-66A0-447A-9BD9-82348DA4FA7E}" srcOrd="0" type="presParOf"/>
    <dgm:cxn destId="{36104001-1ACF-45D0-959B-278366488F55}" destOrd="0" modelId="{BB8C4760-9AC9-4FC9-BBD5-8D3432F6B847}" presId="urn:microsoft.com/office/officeart/2005/8/layout/list1" srcId="{08DD5D41-9E4E-43FE-ACAA-FADEE57C2784}" srcOrd="0" type="presParOf"/>
    <dgm:cxn destId="{657630AB-6E16-4525-B9F7-481D49820105}" destOrd="0" modelId="{760ADE47-465C-4C98-9A08-9AF08EFF9BB4}" presId="urn:microsoft.com/office/officeart/2005/8/layout/list1" srcId="{08DD5D41-9E4E-43FE-ACAA-FADEE57C2784}" srcOrd="1" type="presParOf"/>
    <dgm:cxn destId="{4CFB4CF2-3660-4EF4-8200-2D2BC067205D}" destOrd="0" modelId="{1096C51D-5AA7-417F-93F8-B479F06C7D93}" presId="urn:microsoft.com/office/officeart/2005/8/layout/list1" srcId="{660F581F-66A0-447A-9BD9-82348DA4FA7E}" srcOrd="1" type="presParOf"/>
    <dgm:cxn destId="{2A80EFD7-575A-495B-9946-7EF84245390F}" destOrd="0" modelId="{21CF29E8-E53F-4192-9242-497A6B8D687D}" presId="urn:microsoft.com/office/officeart/2005/8/layout/list1" srcId="{660F581F-66A0-447A-9BD9-82348DA4FA7E}" srcOrd="2" type="presParOf"/>
    <dgm:cxn destId="{B9703751-2CAE-4BCC-A4C7-764183F366C6}" destOrd="0" modelId="{86088381-113A-49A0-8D62-29A4B7E2BDA9}" presId="urn:microsoft.com/office/officeart/2005/8/layout/list1" srcId="{660F581F-66A0-447A-9BD9-82348DA4FA7E}" srcOrd="3" type="presParOf"/>
    <dgm:cxn destId="{CF05B89F-77AE-4FB7-A7EA-A5275C6DDFFF}" destOrd="0" modelId="{EFACD81D-5555-49AC-8AC7-F517739C80B4}" presId="urn:microsoft.com/office/officeart/2005/8/layout/list1" srcId="{660F581F-66A0-447A-9BD9-82348DA4FA7E}" srcOrd="4" type="presParOf"/>
    <dgm:cxn destId="{ADD05FAD-02B7-4976-84D7-30D2E50021FB}" destOrd="0" modelId="{4148BEFC-6133-4E65-B82E-D3DEA6FBC87B}" presId="urn:microsoft.com/office/officeart/2005/8/layout/list1" srcId="{CF05B89F-77AE-4FB7-A7EA-A5275C6DDFFF}" srcOrd="0" type="presParOf"/>
    <dgm:cxn destId="{0289B8BF-B682-434D-A93F-BE93E32A28BC}" destOrd="0" modelId="{C91450BB-751C-43C9-BD21-45742CC9F268}" presId="urn:microsoft.com/office/officeart/2005/8/layout/list1" srcId="{CF05B89F-77AE-4FB7-A7EA-A5275C6DDFFF}" srcOrd="1" type="presParOf"/>
    <dgm:cxn destId="{D0E27BF1-ADFD-487B-9783-F1EF97446E0D}" destOrd="0" modelId="{869DCC2F-427D-4635-8344-1FA7D5B40835}" presId="urn:microsoft.com/office/officeart/2005/8/layout/list1" srcId="{660F581F-66A0-447A-9BD9-82348DA4FA7E}" srcOrd="5" type="presParOf"/>
    <dgm:cxn destId="{110A5FE1-03B8-4240-AF04-C97065888042}" destOrd="0" modelId="{A62EA0E4-9195-4D03-BD19-23B1B874ACD4}" presId="urn:microsoft.com/office/officeart/2005/8/layout/list1" srcId="{660F581F-66A0-447A-9BD9-82348DA4FA7E}" srcOrd="6" type="presParOf"/>
    <dgm:cxn destId="{88FFF87A-FD8E-4721-A8E1-B44610CFFDDD}" destOrd="0" modelId="{E5D2BBA4-4FF4-4123-B02A-9F2F20A37B20}" presId="urn:microsoft.com/office/officeart/2005/8/layout/list1" srcId="{660F581F-66A0-447A-9BD9-82348DA4FA7E}" srcOrd="7" type="presParOf"/>
    <dgm:cxn destId="{48DE9E20-C2AD-4D32-BA60-C66FF2969B54}" destOrd="0" modelId="{C8447525-79D4-4732-B477-90E52FB2FF6E}" presId="urn:microsoft.com/office/officeart/2005/8/layout/list1" srcId="{660F581F-66A0-447A-9BD9-82348DA4FA7E}" srcOrd="8" type="presParOf"/>
    <dgm:cxn destId="{9CA7BC90-CB5B-43B4-A1F0-2BF25C4E22E5}" destOrd="0" modelId="{0E885AFB-CCBA-41D3-92F2-2C094D9B176A}" presId="urn:microsoft.com/office/officeart/2005/8/layout/list1" srcId="{48DE9E20-C2AD-4D32-BA60-C66FF2969B54}" srcOrd="0" type="presParOf"/>
    <dgm:cxn destId="{27D62CF2-A110-431B-A456-DDFECC7C4A76}" destOrd="0" modelId="{CF1B2042-4270-4333-BB10-3440A0BEF0CE}" presId="urn:microsoft.com/office/officeart/2005/8/layout/list1" srcId="{48DE9E20-C2AD-4D32-BA60-C66FF2969B54}" srcOrd="1" type="presParOf"/>
    <dgm:cxn destId="{084C3C05-F34B-4550-ACF2-AC3FC06130E4}" destOrd="0" modelId="{8E83F9E3-FB2E-4D58-B083-19BF245C8222}" presId="urn:microsoft.com/office/officeart/2005/8/layout/list1" srcId="{660F581F-66A0-447A-9BD9-82348DA4FA7E}" srcOrd="9" type="presParOf"/>
    <dgm:cxn destId="{428E6E34-E0CE-4283-BEB5-B9294E8976E5}" destOrd="0" modelId="{6AD38A68-4242-4F14-BD51-3E9EBC95E52C}" presId="urn:microsoft.com/office/officeart/2005/8/layout/list1" srcId="{660F581F-66A0-447A-9BD9-82348DA4FA7E}" srcOrd="10" type="presParOf"/>
    <dgm:cxn destId="{8A8964AB-5C1F-4F9A-868B-95C14488C36A}" destOrd="0" modelId="{A097B5E6-FBA4-451B-9750-EA14253E7B53}" presId="urn:microsoft.com/office/officeart/2005/8/layout/list1" srcId="{660F581F-66A0-447A-9BD9-82348DA4FA7E}" srcOrd="11" type="presParOf"/>
    <dgm:cxn destId="{D5430C97-50AF-4CB7-A741-4CBDBDCAB009}" destOrd="0" modelId="{301A9C42-C15B-4716-925D-F8879EE4BC88}" presId="urn:microsoft.com/office/officeart/2005/8/layout/list1" srcId="{660F581F-66A0-447A-9BD9-82348DA4FA7E}" srcOrd="12" type="presParOf"/>
    <dgm:cxn destId="{D6A93672-6F14-4905-911A-59E91668D98D}" destOrd="0" modelId="{70FC50B9-BDE6-46F3-985E-F7B270C6573E}" presId="urn:microsoft.com/office/officeart/2005/8/layout/list1" srcId="{D5430C97-50AF-4CB7-A741-4CBDBDCAB009}" srcOrd="0" type="presParOf"/>
    <dgm:cxn destId="{53EBFA80-5F71-4D39-891D-10FB474BA2E4}" destOrd="0" modelId="{C42BE415-B68B-4F90-98F3-C10A4F00349D}" presId="urn:microsoft.com/office/officeart/2005/8/layout/list1" srcId="{D5430C97-50AF-4CB7-A741-4CBDBDCAB009}" srcOrd="1" type="presParOf"/>
    <dgm:cxn destId="{A5A0183E-5A3E-4BC0-B2CF-41443FE292E9}" destOrd="0" modelId="{60724B42-03C2-414B-B7D1-D03553ADF1C0}" presId="urn:microsoft.com/office/officeart/2005/8/layout/list1" srcId="{660F581F-66A0-447A-9BD9-82348DA4FA7E}" srcOrd="13" type="presParOf"/>
    <dgm:cxn destId="{CEFDAA63-C633-4FDC-960C-81CCED4FC07F}" destOrd="0" modelId="{08FB6E89-17F4-4123-A15C-4C1EDA5035F4}" presId="urn:microsoft.com/office/officeart/2005/8/layout/list1" srcId="{660F581F-66A0-447A-9BD9-82348DA4FA7E}" srcOrd="14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B9298E-5D80-4906-A5EE-689F3A223B4F}" type="doc">
      <dgm:prSet csCatId="colorful" csTypeId="urn:microsoft.com/office/officeart/2005/8/colors/colorful2" loCatId="list" loTypeId="urn:microsoft.com/office/officeart/2005/8/layout/vList2" qsCatId="simple" qsTypeId="urn:microsoft.com/office/officeart/2005/8/quickstyle/simple4"/>
      <dgm:spPr/>
      <dgm:t>
        <a:bodyPr numCol="1"/>
        <a:lstStyle/>
        <a:p>
          <a:endParaRPr lang="en-US"/>
        </a:p>
      </dgm:t>
    </dgm:pt>
    <dgm:pt modelId="{2132EFB9-AD21-4312-98EB-2163952F289B}">
      <dgm:prSet/>
      <dgm:spPr/>
      <dgm:t>
        <a:bodyPr numCol="1"/>
        <a:lstStyle/>
        <a:p>
          <a:r>
            <a:rPr altLang="pt-BR" lang="pt-BR"/>
            <a:t>INICIAL</a:t>
          </a:r>
          <a:endParaRPr lang="en-US"/>
        </a:p>
      </dgm:t>
    </dgm:pt>
    <dgm:pt cxnId="{56AC7AA7-3C74-469B-93C6-57632761624E}" modelId="{0CFE5E70-1B57-4F54-A7C8-3C9EDD9D97F1}" type="parTrans">
      <dgm:prSet/>
      <dgm:spPr/>
      <dgm:t>
        <a:bodyPr numCol="1"/>
        <a:lstStyle/>
        <a:p>
          <a:endParaRPr lang="en-US"/>
        </a:p>
      </dgm:t>
    </dgm:pt>
    <dgm:pt cxnId="{56AC7AA7-3C74-469B-93C6-57632761624E}" modelId="{519E685F-7E13-473A-9D20-76142B2E5E27}" type="sibTrans">
      <dgm:prSet/>
      <dgm:spPr/>
      <dgm:t>
        <a:bodyPr numCol="1"/>
        <a:lstStyle/>
        <a:p>
          <a:endParaRPr lang="en-US"/>
        </a:p>
      </dgm:t>
    </dgm:pt>
    <dgm:pt modelId="{251DE6E7-A9E3-4ABC-ADD1-0BD6C52F1920}">
      <dgm:prSet/>
      <dgm:spPr/>
      <dgm:t>
        <a:bodyPr numCol="1"/>
        <a:lstStyle/>
        <a:p>
          <a:r>
            <a:rPr altLang="pt-BR" lang="pt-BR"/>
            <a:t>CRESCIMENTO</a:t>
          </a:r>
          <a:endParaRPr lang="en-US"/>
        </a:p>
      </dgm:t>
    </dgm:pt>
    <dgm:pt cxnId="{FD328E44-1824-4216-BA81-FFCDAAE107C6}" modelId="{ACCAABB0-03A5-40EA-97A2-ED18750D5484}" type="parTrans">
      <dgm:prSet/>
      <dgm:spPr/>
      <dgm:t>
        <a:bodyPr numCol="1"/>
        <a:lstStyle/>
        <a:p>
          <a:endParaRPr lang="en-US"/>
        </a:p>
      </dgm:t>
    </dgm:pt>
    <dgm:pt cxnId="{FD328E44-1824-4216-BA81-FFCDAAE107C6}" modelId="{A8766C79-6AB2-41EF-BE95-DB8524420792}" type="sibTrans">
      <dgm:prSet/>
      <dgm:spPr/>
      <dgm:t>
        <a:bodyPr numCol="1"/>
        <a:lstStyle/>
        <a:p>
          <a:endParaRPr lang="en-US"/>
        </a:p>
      </dgm:t>
    </dgm:pt>
    <dgm:pt modelId="{EB4D3F56-AE9B-498A-A6E7-55C3D89FB0C5}">
      <dgm:prSet/>
      <dgm:spPr/>
      <dgm:t>
        <a:bodyPr numCol="1"/>
        <a:lstStyle/>
        <a:p>
          <a:r>
            <a:rPr altLang="pt-BR" lang="pt-BR"/>
            <a:t>PRE POSTURA</a:t>
          </a:r>
          <a:endParaRPr lang="en-US"/>
        </a:p>
      </dgm:t>
    </dgm:pt>
    <dgm:pt cxnId="{135859FF-6C14-4E1F-ADFE-4B3C8B19ED56}" modelId="{88EFF07B-FEB6-4897-A353-34F36F3A587C}" type="parTrans">
      <dgm:prSet/>
      <dgm:spPr/>
      <dgm:t>
        <a:bodyPr numCol="1"/>
        <a:lstStyle/>
        <a:p>
          <a:endParaRPr lang="en-US"/>
        </a:p>
      </dgm:t>
    </dgm:pt>
    <dgm:pt cxnId="{135859FF-6C14-4E1F-ADFE-4B3C8B19ED56}" modelId="{35B69103-C108-4063-B11F-FF80E2F7E910}" type="sibTrans">
      <dgm:prSet/>
      <dgm:spPr/>
      <dgm:t>
        <a:bodyPr numCol="1"/>
        <a:lstStyle/>
        <a:p>
          <a:endParaRPr lang="en-US"/>
        </a:p>
      </dgm:t>
    </dgm:pt>
    <dgm:pt modelId="{192FE4C5-117A-464B-87C9-206A9064E5AF}">
      <dgm:prSet/>
      <dgm:spPr/>
      <dgm:t>
        <a:bodyPr numCol="1"/>
        <a:lstStyle/>
        <a:p>
          <a:r>
            <a:rPr altLang="pt-BR" lang="pt-BR"/>
            <a:t>POSTURA PICO</a:t>
          </a:r>
          <a:endParaRPr lang="en-US"/>
        </a:p>
      </dgm:t>
    </dgm:pt>
    <dgm:pt cxnId="{FE19E81C-E4DB-47E4-8B34-18C5ACD64AF0}" modelId="{7B99B9B0-6613-4302-BA0B-6B0837D187C6}" type="parTrans">
      <dgm:prSet/>
      <dgm:spPr/>
      <dgm:t>
        <a:bodyPr numCol="1"/>
        <a:lstStyle/>
        <a:p>
          <a:endParaRPr lang="en-US"/>
        </a:p>
      </dgm:t>
    </dgm:pt>
    <dgm:pt cxnId="{FE19E81C-E4DB-47E4-8B34-18C5ACD64AF0}" modelId="{12107810-A570-4033-B0FE-B185D1216981}" type="sibTrans">
      <dgm:prSet/>
      <dgm:spPr/>
      <dgm:t>
        <a:bodyPr numCol="1"/>
        <a:lstStyle/>
        <a:p>
          <a:endParaRPr lang="en-US"/>
        </a:p>
      </dgm:t>
    </dgm:pt>
    <dgm:pt modelId="{51906148-8AD4-4560-9760-D25A8C905E13}">
      <dgm:prSet/>
      <dgm:spPr/>
      <dgm:t>
        <a:bodyPr numCol="1"/>
        <a:lstStyle/>
        <a:p>
          <a:r>
            <a:rPr altLang="pt-BR" lang="pt-BR"/>
            <a:t>POSTURA MANUTENÇÃO</a:t>
          </a:r>
          <a:endParaRPr lang="en-US"/>
        </a:p>
      </dgm:t>
    </dgm:pt>
    <dgm:pt cxnId="{9A2A781F-D2B4-4A6F-8BC0-7139D8DA3F38}" modelId="{331FECD4-40F8-4CF9-8D3D-2CB630C6C382}" type="parTrans">
      <dgm:prSet/>
      <dgm:spPr/>
      <dgm:t>
        <a:bodyPr numCol="1"/>
        <a:lstStyle/>
        <a:p>
          <a:endParaRPr lang="en-US"/>
        </a:p>
      </dgm:t>
    </dgm:pt>
    <dgm:pt cxnId="{9A2A781F-D2B4-4A6F-8BC0-7139D8DA3F38}" modelId="{F250C78B-AC52-495F-924A-62BEC21D88AB}" type="sibTrans">
      <dgm:prSet/>
      <dgm:spPr/>
      <dgm:t>
        <a:bodyPr numCol="1"/>
        <a:lstStyle/>
        <a:p>
          <a:endParaRPr lang="en-US"/>
        </a:p>
      </dgm:t>
    </dgm:pt>
    <dgm:pt modelId="{5B1C367D-128B-417C-8CF2-4F2F9DD2A3AD}" type="pres">
      <dgm:prSet presAssocID="{86B9298E-5D80-4906-A5EE-689F3A223B4F}" presName="linear" presStyleCnt="0">
        <dgm:presLayoutVars>
          <dgm:animLvl val="lvl"/>
          <dgm:resizeHandles val="exact"/>
        </dgm:presLayoutVars>
      </dgm:prSet>
      <dgm:spPr/>
    </dgm:pt>
    <dgm:pt modelId="{E4B8BE44-471A-4E48-9B5C-023325D24FB8}" type="pres">
      <dgm:prSet presAssocID="{2132EFB9-AD21-4312-98EB-2163952F289B}" presName="parentText" presStyleCnt="5" presStyleIdx="0" presStyleLbl="node1">
        <dgm:presLayoutVars>
          <dgm:chMax val="0"/>
          <dgm:bulletEnabled val="1"/>
        </dgm:presLayoutVars>
      </dgm:prSet>
      <dgm:spPr/>
    </dgm:pt>
    <dgm:pt modelId="{8556ABB9-B0DA-46B1-9610-3DEACC3B802A}" type="pres">
      <dgm:prSet presAssocID="{519E685F-7E13-473A-9D20-76142B2E5E27}" presName="spacer" presStyleCnt="0"/>
      <dgm:spPr/>
    </dgm:pt>
    <dgm:pt modelId="{15116752-6825-4648-B683-12B76004097D}" type="pres">
      <dgm:prSet presAssocID="{251DE6E7-A9E3-4ABC-ADD1-0BD6C52F1920}" presName="parentText" presStyleCnt="5" presStyleIdx="1" presStyleLbl="node1">
        <dgm:presLayoutVars>
          <dgm:chMax val="0"/>
          <dgm:bulletEnabled val="1"/>
        </dgm:presLayoutVars>
      </dgm:prSet>
      <dgm:spPr/>
    </dgm:pt>
    <dgm:pt modelId="{EB52ED00-A0F0-435B-8186-7E8D206E8DE9}" type="pres">
      <dgm:prSet presAssocID="{A8766C79-6AB2-41EF-BE95-DB8524420792}" presName="spacer" presStyleCnt="0"/>
      <dgm:spPr/>
    </dgm:pt>
    <dgm:pt modelId="{FA8D369D-4187-44D8-BDA3-2E72AFD13A3F}" type="pres">
      <dgm:prSet presAssocID="{EB4D3F56-AE9B-498A-A6E7-55C3D89FB0C5}" presName="parentText" presStyleCnt="5" presStyleIdx="2" presStyleLbl="node1">
        <dgm:presLayoutVars>
          <dgm:chMax val="0"/>
          <dgm:bulletEnabled val="1"/>
        </dgm:presLayoutVars>
      </dgm:prSet>
      <dgm:spPr/>
    </dgm:pt>
    <dgm:pt modelId="{582B75B8-6A2A-487E-BB94-8DB532E85D4E}" type="pres">
      <dgm:prSet presAssocID="{35B69103-C108-4063-B11F-FF80E2F7E910}" presName="spacer" presStyleCnt="0"/>
      <dgm:spPr/>
    </dgm:pt>
    <dgm:pt modelId="{67C3248D-3861-4AB8-AA51-F29B53DB8FF8}" type="pres">
      <dgm:prSet presAssocID="{192FE4C5-117A-464B-87C9-206A9064E5AF}" presName="parentText" presStyleCnt="5" presStyleIdx="3" presStyleLbl="node1">
        <dgm:presLayoutVars>
          <dgm:chMax val="0"/>
          <dgm:bulletEnabled val="1"/>
        </dgm:presLayoutVars>
      </dgm:prSet>
      <dgm:spPr/>
    </dgm:pt>
    <dgm:pt modelId="{E379A7AE-5129-4B48-9545-ED07129C53E8}" type="pres">
      <dgm:prSet presAssocID="{12107810-A570-4033-B0FE-B185D1216981}" presName="spacer" presStyleCnt="0"/>
      <dgm:spPr/>
    </dgm:pt>
    <dgm:pt modelId="{BF4EC03D-804E-4EAD-9AFC-E3A5F398E32A}" type="pres">
      <dgm:prSet presAssocID="{51906148-8AD4-4560-9760-D25A8C905E13}" presName="parentText" presStyleCnt="5" presStyleIdx="4" presStyleLbl="node1">
        <dgm:presLayoutVars>
          <dgm:chMax val="0"/>
          <dgm:bulletEnabled val="1"/>
        </dgm:presLayoutVars>
      </dgm:prSet>
      <dgm:spPr/>
    </dgm:pt>
  </dgm:ptLst>
  <dgm:cxnLst>
    <dgm:cxn destId="{67C3248D-3861-4AB8-AA51-F29B53DB8FF8}" destOrd="0" modelId="{48BE7802-A6D2-4C7D-BEBC-8898BBB13FBE}" presId="urn:microsoft.com/office/officeart/2005/8/layout/vList2" srcId="{192FE4C5-117A-464B-87C9-206A9064E5AF}" srcOrd="0" type="presOf"/>
    <dgm:cxn destId="{BF4EC03D-804E-4EAD-9AFC-E3A5F398E32A}" destOrd="0" modelId="{B648531C-0307-48DA-9BF5-97296CC29154}" presId="urn:microsoft.com/office/officeart/2005/8/layout/vList2" srcId="{51906148-8AD4-4560-9760-D25A8C905E13}" srcOrd="0" type="presOf"/>
    <dgm:cxn destId="{192FE4C5-117A-464B-87C9-206A9064E5AF}" destOrd="0" modelId="{FE19E81C-E4DB-47E4-8B34-18C5ACD64AF0}" parTransId="{7B99B9B0-6613-4302-BA0B-6B0837D187C6}" sibTransId="{12107810-A570-4033-B0FE-B185D1216981}" srcId="{86B9298E-5D80-4906-A5EE-689F3A223B4F}" srcOrd="3"/>
    <dgm:cxn destId="{51906148-8AD4-4560-9760-D25A8C905E13}" destOrd="0" modelId="{9A2A781F-D2B4-4A6F-8BC0-7139D8DA3F38}" parTransId="{331FECD4-40F8-4CF9-8D3D-2CB630C6C382}" sibTransId="{F250C78B-AC52-495F-924A-62BEC21D88AB}" srcId="{86B9298E-5D80-4906-A5EE-689F3A223B4F}" srcOrd="4"/>
    <dgm:cxn destId="{251DE6E7-A9E3-4ABC-ADD1-0BD6C52F1920}" destOrd="0" modelId="{FD328E44-1824-4216-BA81-FFCDAAE107C6}" parTransId="{ACCAABB0-03A5-40EA-97A2-ED18750D5484}" sibTransId="{A8766C79-6AB2-41EF-BE95-DB8524420792}" srcId="{86B9298E-5D80-4906-A5EE-689F3A223B4F}" srcOrd="1"/>
    <dgm:cxn destId="{E4B8BE44-471A-4E48-9B5C-023325D24FB8}" destOrd="0" modelId="{D2864446-4482-4253-AA0F-2AB5424F616E}" presId="urn:microsoft.com/office/officeart/2005/8/layout/vList2" srcId="{2132EFB9-AD21-4312-98EB-2163952F289B}" srcOrd="0" type="presOf"/>
    <dgm:cxn destId="{FA8D369D-4187-44D8-BDA3-2E72AFD13A3F}" destOrd="0" modelId="{7291FC7C-18C2-4E40-B3EB-DD0EE8A11BBF}" presId="urn:microsoft.com/office/officeart/2005/8/layout/vList2" srcId="{EB4D3F56-AE9B-498A-A6E7-55C3D89FB0C5}" srcOrd="0" type="presOf"/>
    <dgm:cxn destId="{15116752-6825-4648-B683-12B76004097D}" destOrd="0" modelId="{0D6C598C-E503-4BF3-8E27-934F5A1D4CDC}" presId="urn:microsoft.com/office/officeart/2005/8/layout/vList2" srcId="{251DE6E7-A9E3-4ABC-ADD1-0BD6C52F1920}" srcOrd="0" type="presOf"/>
    <dgm:cxn destId="{2132EFB9-AD21-4312-98EB-2163952F289B}" destOrd="0" modelId="{56AC7AA7-3C74-469B-93C6-57632761624E}" parTransId="{0CFE5E70-1B57-4F54-A7C8-3C9EDD9D97F1}" sibTransId="{519E685F-7E13-473A-9D20-76142B2E5E27}" srcId="{86B9298E-5D80-4906-A5EE-689F3A223B4F}" srcOrd="0"/>
    <dgm:cxn destId="{5B1C367D-128B-417C-8CF2-4F2F9DD2A3AD}" destOrd="0" modelId="{D9EB0EF5-96A4-4492-A86D-4CC207278348}" presId="urn:microsoft.com/office/officeart/2005/8/layout/vList2" srcId="{86B9298E-5D80-4906-A5EE-689F3A223B4F}" srcOrd="0" type="presOf"/>
    <dgm:cxn destId="{EB4D3F56-AE9B-498A-A6E7-55C3D89FB0C5}" destOrd="0" modelId="{135859FF-6C14-4E1F-ADFE-4B3C8B19ED56}" parTransId="{88EFF07B-FEB6-4897-A353-34F36F3A587C}" sibTransId="{35B69103-C108-4063-B11F-FF80E2F7E910}" srcId="{86B9298E-5D80-4906-A5EE-689F3A223B4F}" srcOrd="2"/>
    <dgm:cxn destId="{E4B8BE44-471A-4E48-9B5C-023325D24FB8}" destOrd="0" modelId="{74A8CEB5-01A7-4D26-A697-0C3C5B5CE2A3}" presId="urn:microsoft.com/office/officeart/2005/8/layout/vList2" srcId="{5B1C367D-128B-417C-8CF2-4F2F9DD2A3AD}" srcOrd="0" type="presParOf"/>
    <dgm:cxn destId="{8556ABB9-B0DA-46B1-9610-3DEACC3B802A}" destOrd="0" modelId="{81758B6C-9C58-4A20-B241-D179C51B9E4E}" presId="urn:microsoft.com/office/officeart/2005/8/layout/vList2" srcId="{5B1C367D-128B-417C-8CF2-4F2F9DD2A3AD}" srcOrd="1" type="presParOf"/>
    <dgm:cxn destId="{15116752-6825-4648-B683-12B76004097D}" destOrd="0" modelId="{C72AB155-4C3D-44E4-924D-72CFC1C514DC}" presId="urn:microsoft.com/office/officeart/2005/8/layout/vList2" srcId="{5B1C367D-128B-417C-8CF2-4F2F9DD2A3AD}" srcOrd="2" type="presParOf"/>
    <dgm:cxn destId="{EB52ED00-A0F0-435B-8186-7E8D206E8DE9}" destOrd="0" modelId="{5140E4B0-52E9-4E8C-8346-FB8CBD6BAA05}" presId="urn:microsoft.com/office/officeart/2005/8/layout/vList2" srcId="{5B1C367D-128B-417C-8CF2-4F2F9DD2A3AD}" srcOrd="3" type="presParOf"/>
    <dgm:cxn destId="{FA8D369D-4187-44D8-BDA3-2E72AFD13A3F}" destOrd="0" modelId="{4FEB1631-7850-4529-9A7C-2427D7C6EC4B}" presId="urn:microsoft.com/office/officeart/2005/8/layout/vList2" srcId="{5B1C367D-128B-417C-8CF2-4F2F9DD2A3AD}" srcOrd="4" type="presParOf"/>
    <dgm:cxn destId="{582B75B8-6A2A-487E-BB94-8DB532E85D4E}" destOrd="0" modelId="{C0E00E89-0685-429D-99B0-2C3EE7CA972D}" presId="urn:microsoft.com/office/officeart/2005/8/layout/vList2" srcId="{5B1C367D-128B-417C-8CF2-4F2F9DD2A3AD}" srcOrd="5" type="presParOf"/>
    <dgm:cxn destId="{67C3248D-3861-4AB8-AA51-F29B53DB8FF8}" destOrd="0" modelId="{96BA7B4B-DD68-45D7-9677-7F78699CFD74}" presId="urn:microsoft.com/office/officeart/2005/8/layout/vList2" srcId="{5B1C367D-128B-417C-8CF2-4F2F9DD2A3AD}" srcOrd="6" type="presParOf"/>
    <dgm:cxn destId="{E379A7AE-5129-4B48-9545-ED07129C53E8}" destOrd="0" modelId="{D664FAC2-8247-4DF7-A6F8-4AE8D958EE39}" presId="urn:microsoft.com/office/officeart/2005/8/layout/vList2" srcId="{5B1C367D-128B-417C-8CF2-4F2F9DD2A3AD}" srcOrd="7" type="presParOf"/>
    <dgm:cxn destId="{BF4EC03D-804E-4EAD-9AFC-E3A5F398E32A}" destOrd="0" modelId="{0A8CCE07-0189-458F-9AAC-AC39BD5F19AC}" presId="urn:microsoft.com/office/officeart/2005/8/layout/vList2" srcId="{5B1C367D-128B-417C-8CF2-4F2F9DD2A3AD}" srcOrd="8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9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E674272-D562-4755-9276-B56339FF8B86}" type="doc">
      <dgm:prSet csCatId="colorful" csTypeId="urn:microsoft.com/office/officeart/2005/8/colors/colorful1" loCatId="matrix" loTypeId="urn:microsoft.com/office/officeart/2005/8/layout/matrix3" qsCatId="simple" qsTypeId="urn:microsoft.com/office/officeart/2005/8/quickstyle/simple4"/>
      <dgm:spPr/>
      <dgm:t>
        <a:bodyPr numCol="1"/>
        <a:lstStyle/>
        <a:p>
          <a:endParaRPr lang="en-US"/>
        </a:p>
      </dgm:t>
    </dgm:pt>
    <dgm:pt modelId="{E0D1168A-AA4F-4E90-9B5C-714A6C25CDBA}">
      <dgm:prSet/>
      <dgm:spPr/>
      <dgm:t>
        <a:bodyPr numCol="1"/>
        <a:lstStyle/>
        <a:p>
          <a:r>
            <a:rPr altLang="pt-BR" lang="pt-BR"/>
            <a:t>PB 24% A 26%</a:t>
          </a:r>
          <a:endParaRPr lang="en-US"/>
        </a:p>
      </dgm:t>
    </dgm:pt>
    <dgm:pt cxnId="{740807D3-BE8D-4E95-8128-050A98067100}" modelId="{A2D1B9C4-1FE9-4525-93BC-4799050AFFC4}" type="parTrans">
      <dgm:prSet/>
      <dgm:spPr/>
      <dgm:t>
        <a:bodyPr numCol="1"/>
        <a:lstStyle/>
        <a:p>
          <a:endParaRPr lang="en-US"/>
        </a:p>
      </dgm:t>
    </dgm:pt>
    <dgm:pt cxnId="{740807D3-BE8D-4E95-8128-050A98067100}" modelId="{6437B3A9-1C29-40BF-9F56-8F0D4613672E}" type="sibTrans">
      <dgm:prSet/>
      <dgm:spPr/>
      <dgm:t>
        <a:bodyPr numCol="1"/>
        <a:lstStyle/>
        <a:p>
          <a:endParaRPr lang="en-US"/>
        </a:p>
      </dgm:t>
    </dgm:pt>
    <dgm:pt modelId="{5B2AC2EE-9315-4F07-8D97-F6A7DB754329}">
      <dgm:prSet/>
      <dgm:spPr/>
      <dgm:t>
        <a:bodyPr numCol="1"/>
        <a:lstStyle/>
        <a:p>
          <a:r>
            <a:rPr altLang="pt-BR" lang="pt-BR"/>
            <a:t>E.M. PROXIMO 3000KCAL</a:t>
          </a:r>
          <a:endParaRPr lang="en-US"/>
        </a:p>
      </dgm:t>
    </dgm:pt>
    <dgm:pt cxnId="{226A998D-C638-4BCC-8B28-BF70AD3BE265}" modelId="{BC97B82E-2B85-4A73-A182-3F4A951DBD9B}" type="parTrans">
      <dgm:prSet/>
      <dgm:spPr/>
      <dgm:t>
        <a:bodyPr numCol="1"/>
        <a:lstStyle/>
        <a:p>
          <a:endParaRPr lang="en-US"/>
        </a:p>
      </dgm:t>
    </dgm:pt>
    <dgm:pt cxnId="{226A998D-C638-4BCC-8B28-BF70AD3BE265}" modelId="{4C93362C-DFE9-47DE-8D36-E28D0D874B79}" type="sibTrans">
      <dgm:prSet/>
      <dgm:spPr/>
      <dgm:t>
        <a:bodyPr numCol="1"/>
        <a:lstStyle/>
        <a:p>
          <a:endParaRPr lang="en-US"/>
        </a:p>
      </dgm:t>
    </dgm:pt>
    <dgm:pt modelId="{50B4D7FE-4CB2-4C97-8303-535CCF1D1D0F}">
      <dgm:prSet/>
      <dgm:spPr/>
      <dgm:t>
        <a:bodyPr numCol="1"/>
        <a:lstStyle/>
        <a:p>
          <a:r>
            <a:rPr altLang="pt-BR" lang="pt-BR"/>
            <a:t>CALCIO 1%</a:t>
          </a:r>
          <a:endParaRPr lang="en-US"/>
        </a:p>
      </dgm:t>
    </dgm:pt>
    <dgm:pt cxnId="{88AB2CB0-CA52-4D73-B974-C88EA23BBEB5}" modelId="{F414AE44-02BD-4E7C-BC29-527C59F6F52A}" type="parTrans">
      <dgm:prSet/>
      <dgm:spPr/>
      <dgm:t>
        <a:bodyPr numCol="1"/>
        <a:lstStyle/>
        <a:p>
          <a:endParaRPr lang="en-US"/>
        </a:p>
      </dgm:t>
    </dgm:pt>
    <dgm:pt cxnId="{88AB2CB0-CA52-4D73-B974-C88EA23BBEB5}" modelId="{A7C4B71D-5AD8-4343-9616-0672EF4F7B01}" type="sibTrans">
      <dgm:prSet/>
      <dgm:spPr/>
      <dgm:t>
        <a:bodyPr numCol="1"/>
        <a:lstStyle/>
        <a:p>
          <a:endParaRPr lang="en-US"/>
        </a:p>
      </dgm:t>
    </dgm:pt>
    <dgm:pt modelId="{17C067FE-3FCB-452A-B3E9-4E7BF3037281}">
      <dgm:prSet/>
      <dgm:spPr/>
      <dgm:t>
        <a:bodyPr numCol="1"/>
        <a:lstStyle/>
        <a:p>
          <a:r>
            <a:rPr altLang="pt-BR" lang="pt-BR"/>
            <a:t>FOSFORO DISP. 0,5%</a:t>
          </a:r>
          <a:endParaRPr lang="en-US"/>
        </a:p>
      </dgm:t>
    </dgm:pt>
    <dgm:pt cxnId="{EDC4DD49-4621-45B8-B068-C6E3AFA1CC7E}" modelId="{12C3E96D-34C8-4CF0-A732-C5F2AD2FF8BB}" type="parTrans">
      <dgm:prSet/>
      <dgm:spPr/>
      <dgm:t>
        <a:bodyPr numCol="1"/>
        <a:lstStyle/>
        <a:p>
          <a:endParaRPr lang="en-US"/>
        </a:p>
      </dgm:t>
    </dgm:pt>
    <dgm:pt cxnId="{EDC4DD49-4621-45B8-B068-C6E3AFA1CC7E}" modelId="{9E2DD370-FF24-4904-8B1C-7D7B087F6DE7}" type="sibTrans">
      <dgm:prSet/>
      <dgm:spPr/>
      <dgm:t>
        <a:bodyPr numCol="1"/>
        <a:lstStyle/>
        <a:p>
          <a:endParaRPr lang="en-US"/>
        </a:p>
      </dgm:t>
    </dgm:pt>
    <dgm:pt modelId="{B8CCE179-0C6B-4181-8E72-CB96AC4DE546}" type="pres">
      <dgm:prSet presAssocID="{4E674272-D562-4755-9276-B56339FF8B86}" presName="matrix" presStyleCnt="0">
        <dgm:presLayoutVars>
          <dgm:chMax val="1"/>
          <dgm:dir/>
          <dgm:resizeHandles val="exact"/>
        </dgm:presLayoutVars>
      </dgm:prSet>
      <dgm:spPr/>
    </dgm:pt>
    <dgm:pt modelId="{0FFD1FC6-2083-446F-B31A-29C28E300CCF}" type="pres">
      <dgm:prSet presAssocID="{4E674272-D562-4755-9276-B56339FF8B86}" presName="diamond" presStyleCnt="1" presStyleIdx="0" presStyleLbl="bgShp"/>
      <dgm:spPr/>
    </dgm:pt>
    <dgm:pt modelId="{3D240BE1-867D-4C7B-86A4-15B701132605}" type="pres">
      <dgm:prSet presAssocID="{4E674272-D562-4755-9276-B56339FF8B86}" presName="quad1" presStyleCnt="4" presStyleIdx="0" presStyleLbl="node1">
        <dgm:presLayoutVars>
          <dgm:chMax val="0"/>
          <dgm:chPref val="0"/>
          <dgm:bulletEnabled val="1"/>
        </dgm:presLayoutVars>
      </dgm:prSet>
      <dgm:spPr/>
    </dgm:pt>
    <dgm:pt modelId="{EF108CD7-9BA4-43A8-B341-3B97536DCA86}" type="pres">
      <dgm:prSet presAssocID="{4E674272-D562-4755-9276-B56339FF8B86}" presName="quad2" presStyleCnt="4" presStyleIdx="1" presStyleLbl="node1">
        <dgm:presLayoutVars>
          <dgm:chMax val="0"/>
          <dgm:chPref val="0"/>
          <dgm:bulletEnabled val="1"/>
        </dgm:presLayoutVars>
      </dgm:prSet>
      <dgm:spPr/>
    </dgm:pt>
    <dgm:pt modelId="{9185DCDB-7176-42FA-97E4-7628347B6A82}" type="pres">
      <dgm:prSet presAssocID="{4E674272-D562-4755-9276-B56339FF8B86}" presName="quad3" presStyleCnt="4" presStyleIdx="2" presStyleLbl="node1">
        <dgm:presLayoutVars>
          <dgm:chMax val="0"/>
          <dgm:chPref val="0"/>
          <dgm:bulletEnabled val="1"/>
        </dgm:presLayoutVars>
      </dgm:prSet>
      <dgm:spPr/>
    </dgm:pt>
    <dgm:pt modelId="{1ACDBE9D-C249-410C-B6F2-CA9534F76BC5}" type="pres">
      <dgm:prSet presAssocID="{4E674272-D562-4755-9276-B56339FF8B86}" presName="quad4" presStyleCnt="4" presStyleIdx="3" presStyleLbl="node1">
        <dgm:presLayoutVars>
          <dgm:chMax val="0"/>
          <dgm:chPref val="0"/>
          <dgm:bulletEnabled val="1"/>
        </dgm:presLayoutVars>
      </dgm:prSet>
      <dgm:spPr/>
    </dgm:pt>
  </dgm:ptLst>
  <dgm:cxnLst>
    <dgm:cxn destId="{1ACDBE9D-C249-410C-B6F2-CA9534F76BC5}" destOrd="0" modelId="{3A37605E-E1CF-4440-8274-070F08EF474E}" presId="urn:microsoft.com/office/officeart/2005/8/layout/matrix3" srcId="{17C067FE-3FCB-452A-B3E9-4E7BF3037281}" srcOrd="0" type="presOf"/>
    <dgm:cxn destId="{17C067FE-3FCB-452A-B3E9-4E7BF3037281}" destOrd="0" modelId="{EDC4DD49-4621-45B8-B068-C6E3AFA1CC7E}" parTransId="{12C3E96D-34C8-4CF0-A732-C5F2AD2FF8BB}" sibTransId="{9E2DD370-FF24-4904-8B1C-7D7B087F6DE7}" srcId="{4E674272-D562-4755-9276-B56339FF8B86}" srcOrd="3"/>
    <dgm:cxn destId="{5B2AC2EE-9315-4F07-8D97-F6A7DB754329}" destOrd="0" modelId="{226A998D-C638-4BCC-8B28-BF70AD3BE265}" parTransId="{BC97B82E-2B85-4A73-A182-3F4A951DBD9B}" sibTransId="{4C93362C-DFE9-47DE-8D36-E28D0D874B79}" srcId="{4E674272-D562-4755-9276-B56339FF8B86}" srcOrd="1"/>
    <dgm:cxn destId="{B8CCE179-0C6B-4181-8E72-CB96AC4DE546}" destOrd="0" modelId="{731CE9A6-2F68-4829-808B-7BC1A3EFE6C4}" presId="urn:microsoft.com/office/officeart/2005/8/layout/matrix3" srcId="{4E674272-D562-4755-9276-B56339FF8B86}" srcOrd="0" type="presOf"/>
    <dgm:cxn destId="{50B4D7FE-4CB2-4C97-8303-535CCF1D1D0F}" destOrd="0" modelId="{88AB2CB0-CA52-4D73-B974-C88EA23BBEB5}" parTransId="{F414AE44-02BD-4E7C-BC29-527C59F6F52A}" sibTransId="{A7C4B71D-5AD8-4343-9616-0672EF4F7B01}" srcId="{4E674272-D562-4755-9276-B56339FF8B86}" srcOrd="2"/>
    <dgm:cxn destId="{E0D1168A-AA4F-4E90-9B5C-714A6C25CDBA}" destOrd="0" modelId="{740807D3-BE8D-4E95-8128-050A98067100}" parTransId="{A2D1B9C4-1FE9-4525-93BC-4799050AFFC4}" sibTransId="{6437B3A9-1C29-40BF-9F56-8F0D4613672E}" srcId="{4E674272-D562-4755-9276-B56339FF8B86}" srcOrd="0"/>
    <dgm:cxn destId="{EF108CD7-9BA4-43A8-B341-3B97536DCA86}" destOrd="0" modelId="{EC24B1E6-72CA-4685-8401-18EDBEBDE1A0}" presId="urn:microsoft.com/office/officeart/2005/8/layout/matrix3" srcId="{5B2AC2EE-9315-4F07-8D97-F6A7DB754329}" srcOrd="0" type="presOf"/>
    <dgm:cxn destId="{3D240BE1-867D-4C7B-86A4-15B701132605}" destOrd="0" modelId="{8D9F42E7-1C83-455E-B7E2-8CBA6F9BE0AC}" presId="urn:microsoft.com/office/officeart/2005/8/layout/matrix3" srcId="{E0D1168A-AA4F-4E90-9B5C-714A6C25CDBA}" srcOrd="0" type="presOf"/>
    <dgm:cxn destId="{9185DCDB-7176-42FA-97E4-7628347B6A82}" destOrd="0" modelId="{E65510F1-C3A1-4C9B-BE20-DAA39C12B684}" presId="urn:microsoft.com/office/officeart/2005/8/layout/matrix3" srcId="{50B4D7FE-4CB2-4C97-8303-535CCF1D1D0F}" srcOrd="0" type="presOf"/>
    <dgm:cxn destId="{0FFD1FC6-2083-446F-B31A-29C28E300CCF}" destOrd="0" modelId="{1C415E62-43D4-4042-8C84-65A257CD299B}" presId="urn:microsoft.com/office/officeart/2005/8/layout/matrix3" srcId="{B8CCE179-0C6B-4181-8E72-CB96AC4DE546}" srcOrd="0" type="presParOf"/>
    <dgm:cxn destId="{3D240BE1-867D-4C7B-86A4-15B701132605}" destOrd="0" modelId="{0F083881-7CC9-4656-BBB4-CDFFF13B9C6F}" presId="urn:microsoft.com/office/officeart/2005/8/layout/matrix3" srcId="{B8CCE179-0C6B-4181-8E72-CB96AC4DE546}" srcOrd="1" type="presParOf"/>
    <dgm:cxn destId="{EF108CD7-9BA4-43A8-B341-3B97536DCA86}" destOrd="0" modelId="{8A1CC172-BC2E-4AD7-B314-D1D6A628569E}" presId="urn:microsoft.com/office/officeart/2005/8/layout/matrix3" srcId="{B8CCE179-0C6B-4181-8E72-CB96AC4DE546}" srcOrd="2" type="presParOf"/>
    <dgm:cxn destId="{9185DCDB-7176-42FA-97E4-7628347B6A82}" destOrd="0" modelId="{A06447FC-9FCD-4FD7-9E52-9609D872AD0A}" presId="urn:microsoft.com/office/officeart/2005/8/layout/matrix3" srcId="{B8CCE179-0C6B-4181-8E72-CB96AC4DE546}" srcOrd="3" type="presParOf"/>
    <dgm:cxn destId="{1ACDBE9D-C249-410C-B6F2-CA9534F76BC5}" destOrd="0" modelId="{AC57F80B-4D92-47D6-8C8A-82DE2A26F266}" presId="urn:microsoft.com/office/officeart/2005/8/layout/matrix3" srcId="{B8CCE179-0C6B-4181-8E72-CB96AC4DE546}" srcOrd="4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1E6EBE-3971-4DCA-840C-8912BF456E9F}" type="doc">
      <dgm:prSet csCatId="colorful" csTypeId="urn:microsoft.com/office/officeart/2005/8/colors/colorful1" loCatId="list" loTypeId="urn:microsoft.com/office/officeart/2005/8/layout/default" qsCatId="simple" qsTypeId="urn:microsoft.com/office/officeart/2005/8/quickstyle/simple5"/>
      <dgm:spPr/>
      <dgm:t>
        <a:bodyPr numCol="1"/>
        <a:lstStyle/>
        <a:p>
          <a:endParaRPr lang="en-US"/>
        </a:p>
      </dgm:t>
    </dgm:pt>
    <dgm:pt modelId="{E92A623F-C306-4354-8127-49177EFCF0D9}">
      <dgm:prSet/>
      <dgm:spPr/>
      <dgm:t>
        <a:bodyPr numCol="1"/>
        <a:lstStyle/>
        <a:p>
          <a:r>
            <a:rPr altLang="pt-BR" lang="pt-BR"/>
            <a:t>PB 22%</a:t>
          </a:r>
          <a:endParaRPr lang="en-US"/>
        </a:p>
      </dgm:t>
    </dgm:pt>
    <dgm:pt cxnId="{EB224A0B-8CC3-481F-88DB-505F3C3A2D52}" modelId="{2F6C2091-9655-4DDE-A616-38D8CF29C0BB}" type="parTrans">
      <dgm:prSet/>
      <dgm:spPr/>
      <dgm:t>
        <a:bodyPr numCol="1"/>
        <a:lstStyle/>
        <a:p>
          <a:endParaRPr lang="en-US"/>
        </a:p>
      </dgm:t>
    </dgm:pt>
    <dgm:pt cxnId="{EB224A0B-8CC3-481F-88DB-505F3C3A2D52}" modelId="{5BFB4E2B-88C4-4EBD-8DCA-FB9316809A1F}" type="sibTrans">
      <dgm:prSet/>
      <dgm:spPr/>
      <dgm:t>
        <a:bodyPr numCol="1"/>
        <a:lstStyle/>
        <a:p>
          <a:endParaRPr lang="en-US"/>
        </a:p>
      </dgm:t>
    </dgm:pt>
    <dgm:pt modelId="{622C938D-0914-4112-9387-8D650347DC36}">
      <dgm:prSet/>
      <dgm:spPr/>
      <dgm:t>
        <a:bodyPr numCol="1"/>
        <a:lstStyle/>
        <a:p>
          <a:r>
            <a:rPr altLang="pt-BR" lang="pt-BR"/>
            <a:t>E.M. PROXIMO 2800KCAL</a:t>
          </a:r>
          <a:endParaRPr lang="en-US"/>
        </a:p>
      </dgm:t>
    </dgm:pt>
    <dgm:pt cxnId="{15BCA077-6F56-43EA-AD17-EA17473A646D}" modelId="{B0B5BEEC-E3B2-4B40-AE51-2CD4E6C9DC47}" type="parTrans">
      <dgm:prSet/>
      <dgm:spPr/>
      <dgm:t>
        <a:bodyPr numCol="1"/>
        <a:lstStyle/>
        <a:p>
          <a:endParaRPr lang="en-US"/>
        </a:p>
      </dgm:t>
    </dgm:pt>
    <dgm:pt cxnId="{15BCA077-6F56-43EA-AD17-EA17473A646D}" modelId="{2FCB0C25-A1E8-4380-BED2-0946C1B5CB6D}" type="sibTrans">
      <dgm:prSet/>
      <dgm:spPr/>
      <dgm:t>
        <a:bodyPr numCol="1"/>
        <a:lstStyle/>
        <a:p>
          <a:endParaRPr lang="en-US"/>
        </a:p>
      </dgm:t>
    </dgm:pt>
    <dgm:pt modelId="{B5F4478D-8670-45A0-A655-3E84BFCF3EBF}">
      <dgm:prSet/>
      <dgm:spPr/>
      <dgm:t>
        <a:bodyPr numCol="1"/>
        <a:lstStyle/>
        <a:p>
          <a:r>
            <a:rPr altLang="pt-BR" lang="pt-BR"/>
            <a:t>CALCIO ACIMA DE 3%</a:t>
          </a:r>
          <a:endParaRPr lang="en-US"/>
        </a:p>
      </dgm:t>
    </dgm:pt>
    <dgm:pt cxnId="{4D97C515-1CC8-49C3-9F36-F0A358426328}" modelId="{80FE73E2-A621-49D7-9FB2-C2027B02F6CC}" type="parTrans">
      <dgm:prSet/>
      <dgm:spPr/>
      <dgm:t>
        <a:bodyPr numCol="1"/>
        <a:lstStyle/>
        <a:p>
          <a:endParaRPr lang="en-US"/>
        </a:p>
      </dgm:t>
    </dgm:pt>
    <dgm:pt cxnId="{4D97C515-1CC8-49C3-9F36-F0A358426328}" modelId="{9F207922-2FF3-4C89-A383-EC7B760B0DE0}" type="sibTrans">
      <dgm:prSet/>
      <dgm:spPr/>
      <dgm:t>
        <a:bodyPr numCol="1"/>
        <a:lstStyle/>
        <a:p>
          <a:endParaRPr lang="en-US"/>
        </a:p>
      </dgm:t>
    </dgm:pt>
    <dgm:pt modelId="{4609FCD1-D539-429E-9749-E057CA2B98C6}">
      <dgm:prSet/>
      <dgm:spPr/>
      <dgm:t>
        <a:bodyPr numCol="1"/>
        <a:lstStyle/>
        <a:p>
          <a:r>
            <a:rPr altLang="pt-BR" lang="pt-BR"/>
            <a:t>FOSFORO DISP. 0,5%</a:t>
          </a:r>
          <a:endParaRPr lang="en-US"/>
        </a:p>
      </dgm:t>
    </dgm:pt>
    <dgm:pt cxnId="{18535D67-811B-4B79-988D-514B803821AA}" modelId="{53B93A8D-0141-42D3-A595-8EB6DC141FAB}" type="parTrans">
      <dgm:prSet/>
      <dgm:spPr/>
      <dgm:t>
        <a:bodyPr numCol="1"/>
        <a:lstStyle/>
        <a:p>
          <a:endParaRPr lang="en-US"/>
        </a:p>
      </dgm:t>
    </dgm:pt>
    <dgm:pt cxnId="{18535D67-811B-4B79-988D-514B803821AA}" modelId="{3E69F05A-01E7-4B32-99E4-2CD7C6B16D18}" type="sibTrans">
      <dgm:prSet/>
      <dgm:spPr/>
      <dgm:t>
        <a:bodyPr numCol="1"/>
        <a:lstStyle/>
        <a:p>
          <a:endParaRPr lang="en-US"/>
        </a:p>
      </dgm:t>
    </dgm:pt>
    <dgm:pt modelId="{1825A682-5479-4801-B76A-C54E2EC5EAE4}">
      <dgm:prSet/>
      <dgm:spPr/>
      <dgm:t>
        <a:bodyPr numCol="1"/>
        <a:lstStyle/>
        <a:p>
          <a:r>
            <a:rPr altLang="pt-BR" lang="pt-BR"/>
            <a:t>METIONINA 0,470</a:t>
          </a:r>
          <a:endParaRPr lang="en-US"/>
        </a:p>
      </dgm:t>
    </dgm:pt>
    <dgm:pt cxnId="{0BB9B67E-7967-4B26-89E3-2116AB9DDA3E}" modelId="{2FEBE33E-40EA-422E-90F4-42C4940E449B}" type="parTrans">
      <dgm:prSet/>
      <dgm:spPr/>
      <dgm:t>
        <a:bodyPr numCol="1"/>
        <a:lstStyle/>
        <a:p>
          <a:endParaRPr lang="en-US"/>
        </a:p>
      </dgm:t>
    </dgm:pt>
    <dgm:pt cxnId="{0BB9B67E-7967-4B26-89E3-2116AB9DDA3E}" modelId="{CF41F7B6-E8D8-4E4B-B0D0-58380C49B48C}" type="sibTrans">
      <dgm:prSet/>
      <dgm:spPr/>
      <dgm:t>
        <a:bodyPr numCol="1"/>
        <a:lstStyle/>
        <a:p>
          <a:endParaRPr lang="en-US"/>
        </a:p>
      </dgm:t>
    </dgm:pt>
    <dgm:pt modelId="{59D65BE0-7766-467C-AD77-31E9CF1C06A0}" type="pres">
      <dgm:prSet presAssocID="{571E6EBE-3971-4DCA-840C-8912BF456E9F}" presName="diagram" presStyleCnt="0">
        <dgm:presLayoutVars>
          <dgm:dir/>
          <dgm:resizeHandles val="exact"/>
        </dgm:presLayoutVars>
      </dgm:prSet>
      <dgm:spPr/>
    </dgm:pt>
    <dgm:pt modelId="{00A3CDF5-9853-4F25-8C2D-3464DA2DB7BA}" type="pres">
      <dgm:prSet presAssocID="{E92A623F-C306-4354-8127-49177EFCF0D9}" presName="node" presStyleCnt="5" presStyleIdx="0" presStyleLbl="node1">
        <dgm:presLayoutVars>
          <dgm:bulletEnabled val="1"/>
        </dgm:presLayoutVars>
      </dgm:prSet>
      <dgm:spPr/>
    </dgm:pt>
    <dgm:pt modelId="{C4CFC74C-7666-48A5-AB6D-E032A5F5566F}" type="pres">
      <dgm:prSet presAssocID="{5BFB4E2B-88C4-4EBD-8DCA-FB9316809A1F}" presName="sibTrans" presStyleCnt="0"/>
      <dgm:spPr/>
    </dgm:pt>
    <dgm:pt modelId="{CD679A33-3023-49F6-8AD9-08597A6282CD}" type="pres">
      <dgm:prSet presAssocID="{622C938D-0914-4112-9387-8D650347DC36}" presName="node" presStyleCnt="5" presStyleIdx="1" presStyleLbl="node1">
        <dgm:presLayoutVars>
          <dgm:bulletEnabled val="1"/>
        </dgm:presLayoutVars>
      </dgm:prSet>
      <dgm:spPr/>
    </dgm:pt>
    <dgm:pt modelId="{DA4044B2-8A4D-4FEF-BD8F-ABCECC4FB429}" type="pres">
      <dgm:prSet presAssocID="{2FCB0C25-A1E8-4380-BED2-0946C1B5CB6D}" presName="sibTrans" presStyleCnt="0"/>
      <dgm:spPr/>
    </dgm:pt>
    <dgm:pt modelId="{C8F82847-F286-4CDA-9415-34A73242169E}" type="pres">
      <dgm:prSet presAssocID="{B5F4478D-8670-45A0-A655-3E84BFCF3EBF}" presName="node" presStyleCnt="5" presStyleIdx="2" presStyleLbl="node1">
        <dgm:presLayoutVars>
          <dgm:bulletEnabled val="1"/>
        </dgm:presLayoutVars>
      </dgm:prSet>
      <dgm:spPr/>
    </dgm:pt>
    <dgm:pt modelId="{3E8BE2AD-0C86-45D4-8AFA-C9A6329FFAEB}" type="pres">
      <dgm:prSet presAssocID="{9F207922-2FF3-4C89-A383-EC7B760B0DE0}" presName="sibTrans" presStyleCnt="0"/>
      <dgm:spPr/>
    </dgm:pt>
    <dgm:pt modelId="{2227CEEF-64FB-4954-AB03-221EDC58E464}" type="pres">
      <dgm:prSet presAssocID="{4609FCD1-D539-429E-9749-E057CA2B98C6}" presName="node" presStyleCnt="5" presStyleIdx="3" presStyleLbl="node1">
        <dgm:presLayoutVars>
          <dgm:bulletEnabled val="1"/>
        </dgm:presLayoutVars>
      </dgm:prSet>
      <dgm:spPr/>
    </dgm:pt>
    <dgm:pt modelId="{D7DF724E-0A47-4DD2-95E9-8F720C63E1D1}" type="pres">
      <dgm:prSet presAssocID="{3E69F05A-01E7-4B32-99E4-2CD7C6B16D18}" presName="sibTrans" presStyleCnt="0"/>
      <dgm:spPr/>
    </dgm:pt>
    <dgm:pt modelId="{A6A418D0-B64B-4CD6-A41B-6651F410D192}" type="pres">
      <dgm:prSet presAssocID="{1825A682-5479-4801-B76A-C54E2EC5EAE4}" presName="node" presStyleCnt="5" presStyleIdx="4" presStyleLbl="node1">
        <dgm:presLayoutVars>
          <dgm:bulletEnabled val="1"/>
        </dgm:presLayoutVars>
      </dgm:prSet>
      <dgm:spPr/>
    </dgm:pt>
  </dgm:ptLst>
  <dgm:cxnLst>
    <dgm:cxn destId="{E92A623F-C306-4354-8127-49177EFCF0D9}" destOrd="0" modelId="{EB224A0B-8CC3-481F-88DB-505F3C3A2D52}" parTransId="{2F6C2091-9655-4DDE-A616-38D8CF29C0BB}" sibTransId="{5BFB4E2B-88C4-4EBD-8DCA-FB9316809A1F}" srcId="{571E6EBE-3971-4DCA-840C-8912BF456E9F}" srcOrd="0"/>
    <dgm:cxn destId="{B5F4478D-8670-45A0-A655-3E84BFCF3EBF}" destOrd="0" modelId="{4D97C515-1CC8-49C3-9F36-F0A358426328}" parTransId="{80FE73E2-A621-49D7-9FB2-C2027B02F6CC}" sibTransId="{9F207922-2FF3-4C89-A383-EC7B760B0DE0}" srcId="{571E6EBE-3971-4DCA-840C-8912BF456E9F}" srcOrd="2"/>
    <dgm:cxn destId="{4609FCD1-D539-429E-9749-E057CA2B98C6}" destOrd="0" modelId="{18535D67-811B-4B79-988D-514B803821AA}" parTransId="{53B93A8D-0141-42D3-A595-8EB6DC141FAB}" sibTransId="{3E69F05A-01E7-4B32-99E4-2CD7C6B16D18}" srcId="{571E6EBE-3971-4DCA-840C-8912BF456E9F}" srcOrd="3"/>
    <dgm:cxn destId="{622C938D-0914-4112-9387-8D650347DC36}" destOrd="0" modelId="{15BCA077-6F56-43EA-AD17-EA17473A646D}" parTransId="{B0B5BEEC-E3B2-4B40-AE51-2CD4E6C9DC47}" sibTransId="{2FCB0C25-A1E8-4380-BED2-0946C1B5CB6D}" srcId="{571E6EBE-3971-4DCA-840C-8912BF456E9F}" srcOrd="1"/>
    <dgm:cxn destId="{00A3CDF5-9853-4F25-8C2D-3464DA2DB7BA}" destOrd="0" modelId="{648EA457-F737-48F0-A0C6-F0DC4AEB9F59}" presId="urn:microsoft.com/office/officeart/2005/8/layout/default" srcId="{E92A623F-C306-4354-8127-49177EFCF0D9}" srcOrd="0" type="presOf"/>
    <dgm:cxn destId="{C8F82847-F286-4CDA-9415-34A73242169E}" destOrd="0" modelId="{37AEE65A-D6C8-48DE-9B5D-6FEDBFFFC6B5}" presId="urn:microsoft.com/office/officeart/2005/8/layout/default" srcId="{B5F4478D-8670-45A0-A655-3E84BFCF3EBF}" srcOrd="0" type="presOf"/>
    <dgm:cxn destId="{1825A682-5479-4801-B76A-C54E2EC5EAE4}" destOrd="0" modelId="{0BB9B67E-7967-4B26-89E3-2116AB9DDA3E}" parTransId="{2FEBE33E-40EA-422E-90F4-42C4940E449B}" sibTransId="{CF41F7B6-E8D8-4E4B-B0D0-58380C49B48C}" srcId="{571E6EBE-3971-4DCA-840C-8912BF456E9F}" srcOrd="4"/>
    <dgm:cxn destId="{2227CEEF-64FB-4954-AB03-221EDC58E464}" destOrd="0" modelId="{3C119887-2AFB-45E7-A1EB-3996866A6BB4}" presId="urn:microsoft.com/office/officeart/2005/8/layout/default" srcId="{4609FCD1-D539-429E-9749-E057CA2B98C6}" srcOrd="0" type="presOf"/>
    <dgm:cxn destId="{59D65BE0-7766-467C-AD77-31E9CF1C06A0}" destOrd="0" modelId="{679D2DA1-0954-4526-B24F-0A70AA1E0FFE}" presId="urn:microsoft.com/office/officeart/2005/8/layout/default" srcId="{571E6EBE-3971-4DCA-840C-8912BF456E9F}" srcOrd="0" type="presOf"/>
    <dgm:cxn destId="{A6A418D0-B64B-4CD6-A41B-6651F410D192}" destOrd="0" modelId="{2AEA5BD1-3A1A-409D-AA87-462FA07839E2}" presId="urn:microsoft.com/office/officeart/2005/8/layout/default" srcId="{1825A682-5479-4801-B76A-C54E2EC5EAE4}" srcOrd="0" type="presOf"/>
    <dgm:cxn destId="{CD679A33-3023-49F6-8AD9-08597A6282CD}" destOrd="0" modelId="{135C4EFD-F2C8-4AD0-9198-D36C25BEC267}" presId="urn:microsoft.com/office/officeart/2005/8/layout/default" srcId="{622C938D-0914-4112-9387-8D650347DC36}" srcOrd="0" type="presOf"/>
    <dgm:cxn destId="{00A3CDF5-9853-4F25-8C2D-3464DA2DB7BA}" destOrd="0" modelId="{6C7D1D1C-7D79-4E5B-885B-98C52759D061}" presId="urn:microsoft.com/office/officeart/2005/8/layout/default" srcId="{59D65BE0-7766-467C-AD77-31E9CF1C06A0}" srcOrd="0" type="presParOf"/>
    <dgm:cxn destId="{C4CFC74C-7666-48A5-AB6D-E032A5F5566F}" destOrd="0" modelId="{70875EA4-E5EA-4737-8CBA-CCB658ED7E69}" presId="urn:microsoft.com/office/officeart/2005/8/layout/default" srcId="{59D65BE0-7766-467C-AD77-31E9CF1C06A0}" srcOrd="1" type="presParOf"/>
    <dgm:cxn destId="{CD679A33-3023-49F6-8AD9-08597A6282CD}" destOrd="0" modelId="{03A22D47-EEC8-45F0-A857-7A6DE843EEA6}" presId="urn:microsoft.com/office/officeart/2005/8/layout/default" srcId="{59D65BE0-7766-467C-AD77-31E9CF1C06A0}" srcOrd="2" type="presParOf"/>
    <dgm:cxn destId="{DA4044B2-8A4D-4FEF-BD8F-ABCECC4FB429}" destOrd="0" modelId="{EB7A1000-4373-4246-8744-3A54F3830523}" presId="urn:microsoft.com/office/officeart/2005/8/layout/default" srcId="{59D65BE0-7766-467C-AD77-31E9CF1C06A0}" srcOrd="3" type="presParOf"/>
    <dgm:cxn destId="{C8F82847-F286-4CDA-9415-34A73242169E}" destOrd="0" modelId="{62D6C666-709C-4554-9E60-B0733464D375}" presId="urn:microsoft.com/office/officeart/2005/8/layout/default" srcId="{59D65BE0-7766-467C-AD77-31E9CF1C06A0}" srcOrd="4" type="presParOf"/>
    <dgm:cxn destId="{3E8BE2AD-0C86-45D4-8AFA-C9A6329FFAEB}" destOrd="0" modelId="{0396FF49-18A0-409A-B450-F85818B70294}" presId="urn:microsoft.com/office/officeart/2005/8/layout/default" srcId="{59D65BE0-7766-467C-AD77-31E9CF1C06A0}" srcOrd="5" type="presParOf"/>
    <dgm:cxn destId="{2227CEEF-64FB-4954-AB03-221EDC58E464}" destOrd="0" modelId="{F10F8DDD-4593-4E48-AD0B-457753BBD35D}" presId="urn:microsoft.com/office/officeart/2005/8/layout/default" srcId="{59D65BE0-7766-467C-AD77-31E9CF1C06A0}" srcOrd="6" type="presParOf"/>
    <dgm:cxn destId="{D7DF724E-0A47-4DD2-95E9-8F720C63E1D1}" destOrd="0" modelId="{FD506756-CF37-49DC-829E-5821BA6D29C4}" presId="urn:microsoft.com/office/officeart/2005/8/layout/default" srcId="{59D65BE0-7766-467C-AD77-31E9CF1C06A0}" srcOrd="7" type="presParOf"/>
    <dgm:cxn destId="{A6A418D0-B64B-4CD6-A41B-6651F410D192}" destOrd="0" modelId="{58401D33-D7B4-4938-A4D4-5BF6AE32E3BF}" presId="urn:microsoft.com/office/officeart/2005/8/layout/default" srcId="{59D65BE0-7766-467C-AD77-31E9CF1C06A0}" srcOrd="8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0A94C0-8555-44D2-B30D-A3041D545E01}" type="doc">
      <dgm:prSet csCatId="accent1" csTypeId="urn:microsoft.com/office/officeart/2005/8/colors/accent1_2" loCatId="hierarchy" loTypeId="urn:microsoft.com/office/officeart/2005/8/layout/hierarchy1" qsCatId="simple" qsTypeId="urn:microsoft.com/office/officeart/2005/8/quickstyle/simple1"/>
      <dgm:spPr/>
      <dgm:t>
        <a:bodyPr numCol="1"/>
        <a:lstStyle/>
        <a:p>
          <a:endParaRPr lang="en-US"/>
        </a:p>
      </dgm:t>
    </dgm:pt>
    <dgm:pt modelId="{6D035D8B-C27F-4BE4-8448-56FF64AD7D14}">
      <dgm:prSet/>
      <dgm:spPr/>
      <dgm:t>
        <a:bodyPr numCol="1"/>
        <a:lstStyle/>
        <a:p>
          <a:r>
            <a:rPr altLang="pt-BR" lang="pt-BR"/>
            <a:t>UNIFORMIDADE DAS AVES</a:t>
          </a:r>
          <a:endParaRPr lang="en-US"/>
        </a:p>
      </dgm:t>
    </dgm:pt>
    <dgm:pt cxnId="{69A07965-1312-4F8F-88F2-945ABA022D95}" modelId="{E034B9DD-2551-4892-9050-C2B51DD7445D}" type="parTrans">
      <dgm:prSet/>
      <dgm:spPr/>
      <dgm:t>
        <a:bodyPr numCol="1"/>
        <a:lstStyle/>
        <a:p>
          <a:endParaRPr lang="en-US"/>
        </a:p>
      </dgm:t>
    </dgm:pt>
    <dgm:pt cxnId="{69A07965-1312-4F8F-88F2-945ABA022D95}" modelId="{2BC3E839-2BEB-45E3-A3D2-14C4588E240C}" type="sibTrans">
      <dgm:prSet/>
      <dgm:spPr/>
      <dgm:t>
        <a:bodyPr numCol="1"/>
        <a:lstStyle/>
        <a:p>
          <a:endParaRPr lang="en-US"/>
        </a:p>
      </dgm:t>
    </dgm:pt>
    <dgm:pt modelId="{CF66B36A-22EF-4467-B767-E813F3A336C8}">
      <dgm:prSet/>
      <dgm:spPr/>
      <dgm:t>
        <a:bodyPr numCol="1"/>
        <a:lstStyle/>
        <a:p>
          <a:r>
            <a:rPr altLang="pt-BR" lang="pt-BR"/>
            <a:t>UNIFORMIDADE DE PRODUÇÃO DE OVOS</a:t>
          </a:r>
          <a:endParaRPr lang="en-US"/>
        </a:p>
      </dgm:t>
    </dgm:pt>
    <dgm:pt cxnId="{F1F85AE2-9F4A-46AF-A966-3603D9826930}" modelId="{EC9A9BF8-B998-424E-B46C-16AA7E894375}" type="parTrans">
      <dgm:prSet/>
      <dgm:spPr/>
      <dgm:t>
        <a:bodyPr numCol="1"/>
        <a:lstStyle/>
        <a:p>
          <a:endParaRPr lang="en-US"/>
        </a:p>
      </dgm:t>
    </dgm:pt>
    <dgm:pt cxnId="{F1F85AE2-9F4A-46AF-A966-3603D9826930}" modelId="{8F364DD9-4C7F-49B9-9060-975B2FC80249}" type="sibTrans">
      <dgm:prSet/>
      <dgm:spPr/>
      <dgm:t>
        <a:bodyPr numCol="1"/>
        <a:lstStyle/>
        <a:p>
          <a:endParaRPr lang="en-US"/>
        </a:p>
      </dgm:t>
    </dgm:pt>
    <dgm:pt modelId="{F9A8B64A-46A5-4A84-A735-7BE1964810D5}">
      <dgm:prSet/>
      <dgm:spPr/>
      <dgm:t>
        <a:bodyPr numCol="1"/>
        <a:lstStyle/>
        <a:p>
          <a:r>
            <a:rPr altLang="pt-BR" lang="pt-BR"/>
            <a:t>UNIFORMIDADE DE TAMANHO DOS OVOS</a:t>
          </a:r>
          <a:endParaRPr lang="en-US"/>
        </a:p>
      </dgm:t>
    </dgm:pt>
    <dgm:pt cxnId="{329AD294-A866-44C3-A35A-680D73613211}" modelId="{602B3D21-0DD2-437D-8D0D-08E88167FAA8}" type="parTrans">
      <dgm:prSet/>
      <dgm:spPr/>
      <dgm:t>
        <a:bodyPr numCol="1"/>
        <a:lstStyle/>
        <a:p>
          <a:endParaRPr lang="en-US"/>
        </a:p>
      </dgm:t>
    </dgm:pt>
    <dgm:pt cxnId="{329AD294-A866-44C3-A35A-680D73613211}" modelId="{B2A1B660-83ED-4580-AE5E-E9BD76463BF2}" type="sibTrans">
      <dgm:prSet/>
      <dgm:spPr/>
      <dgm:t>
        <a:bodyPr numCol="1"/>
        <a:lstStyle/>
        <a:p>
          <a:endParaRPr lang="en-US"/>
        </a:p>
      </dgm:t>
    </dgm:pt>
    <dgm:pt modelId="{750A5F92-A762-4B92-9404-044A6CFEEEA1}" type="pres">
      <dgm:prSet presAssocID="{B50A94C0-8555-44D2-B30D-A3041D545E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490B2D-887C-4DFB-BCFA-477697904E9F}" type="pres">
      <dgm:prSet presAssocID="{6D035D8B-C27F-4BE4-8448-56FF64AD7D14}" presName="hierRoot1" presStyleCnt="0"/>
      <dgm:spPr/>
    </dgm:pt>
    <dgm:pt modelId="{6086F0CA-7617-42DA-B901-E51412EBA333}" type="pres">
      <dgm:prSet presAssocID="{6D035D8B-C27F-4BE4-8448-56FF64AD7D14}" presName="composite" presStyleCnt="0"/>
      <dgm:spPr/>
    </dgm:pt>
    <dgm:pt modelId="{687A9715-A6EA-4748-8286-13BFCC09F078}" type="pres">
      <dgm:prSet presAssocID="{6D035D8B-C27F-4BE4-8448-56FF64AD7D14}" presName="background" presStyleCnt="3" presStyleIdx="0" presStyleLbl="node0"/>
      <dgm:spPr/>
    </dgm:pt>
    <dgm:pt modelId="{65F862B1-3409-4EC6-95A3-2D23A360F8E6}" type="pres">
      <dgm:prSet presAssocID="{6D035D8B-C27F-4BE4-8448-56FF64AD7D14}" presName="text" presStyleCnt="3" presStyleIdx="0" presStyleLbl="fgAcc0">
        <dgm:presLayoutVars>
          <dgm:chPref val="3"/>
        </dgm:presLayoutVars>
      </dgm:prSet>
      <dgm:spPr/>
    </dgm:pt>
    <dgm:pt modelId="{6C41011B-CE64-4936-934E-338674AAF694}" type="pres">
      <dgm:prSet presAssocID="{6D035D8B-C27F-4BE4-8448-56FF64AD7D14}" presName="hierChild2" presStyleCnt="0"/>
      <dgm:spPr/>
    </dgm:pt>
    <dgm:pt modelId="{3464AF9D-5781-4A63-852F-A1333A0DEF87}" type="pres">
      <dgm:prSet presAssocID="{CF66B36A-22EF-4467-B767-E813F3A336C8}" presName="hierRoot1" presStyleCnt="0"/>
      <dgm:spPr/>
    </dgm:pt>
    <dgm:pt modelId="{63F60A43-D320-44BF-A5E2-3FEDD3E2BD29}" type="pres">
      <dgm:prSet presAssocID="{CF66B36A-22EF-4467-B767-E813F3A336C8}" presName="composite" presStyleCnt="0"/>
      <dgm:spPr/>
    </dgm:pt>
    <dgm:pt modelId="{6FB4F331-D178-4DCF-950E-1C6D5F02E048}" type="pres">
      <dgm:prSet presAssocID="{CF66B36A-22EF-4467-B767-E813F3A336C8}" presName="background" presStyleCnt="3" presStyleIdx="1" presStyleLbl="node0"/>
      <dgm:spPr/>
    </dgm:pt>
    <dgm:pt modelId="{35CCC86C-C9B2-4489-A39F-1D44A3344FE6}" type="pres">
      <dgm:prSet presAssocID="{CF66B36A-22EF-4467-B767-E813F3A336C8}" presName="text" presStyleCnt="3" presStyleIdx="1" presStyleLbl="fgAcc0">
        <dgm:presLayoutVars>
          <dgm:chPref val="3"/>
        </dgm:presLayoutVars>
      </dgm:prSet>
      <dgm:spPr/>
    </dgm:pt>
    <dgm:pt modelId="{3DECF584-D4BF-47EF-8B66-BF4811CDBD2C}" type="pres">
      <dgm:prSet presAssocID="{CF66B36A-22EF-4467-B767-E813F3A336C8}" presName="hierChild2" presStyleCnt="0"/>
      <dgm:spPr/>
    </dgm:pt>
    <dgm:pt modelId="{6D31A4BA-6C74-471A-91CD-EF0F7C712115}" type="pres">
      <dgm:prSet presAssocID="{F9A8B64A-46A5-4A84-A735-7BE1964810D5}" presName="hierRoot1" presStyleCnt="0"/>
      <dgm:spPr/>
    </dgm:pt>
    <dgm:pt modelId="{8D27D01E-DAE9-4EED-A101-9AAD074BB0CC}" type="pres">
      <dgm:prSet presAssocID="{F9A8B64A-46A5-4A84-A735-7BE1964810D5}" presName="composite" presStyleCnt="0"/>
      <dgm:spPr/>
    </dgm:pt>
    <dgm:pt modelId="{8EAFE6E4-CD7E-403D-8DD3-77BCDC2EC9B6}" type="pres">
      <dgm:prSet presAssocID="{F9A8B64A-46A5-4A84-A735-7BE1964810D5}" presName="background" presStyleCnt="3" presStyleIdx="2" presStyleLbl="node0"/>
      <dgm:spPr/>
    </dgm:pt>
    <dgm:pt modelId="{1FE11AB0-649E-444F-8480-22C62168B08A}" type="pres">
      <dgm:prSet presAssocID="{F9A8B64A-46A5-4A84-A735-7BE1964810D5}" presName="text" presStyleCnt="3" presStyleIdx="2" presStyleLbl="fgAcc0">
        <dgm:presLayoutVars>
          <dgm:chPref val="3"/>
        </dgm:presLayoutVars>
      </dgm:prSet>
      <dgm:spPr/>
    </dgm:pt>
    <dgm:pt modelId="{D980B0AD-2E19-4321-B575-C49B6246BD7C}" type="pres">
      <dgm:prSet presAssocID="{F9A8B64A-46A5-4A84-A735-7BE1964810D5}" presName="hierChild2" presStyleCnt="0"/>
      <dgm:spPr/>
    </dgm:pt>
  </dgm:ptLst>
  <dgm:cxnLst>
    <dgm:cxn destId="{6D035D8B-C27F-4BE4-8448-56FF64AD7D14}" destOrd="0" modelId="{69A07965-1312-4F8F-88F2-945ABA022D95}" parTransId="{E034B9DD-2551-4892-9050-C2B51DD7445D}" sibTransId="{2BC3E839-2BEB-45E3-A3D2-14C4588E240C}" srcId="{B50A94C0-8555-44D2-B30D-A3041D545E01}" srcOrd="0"/>
    <dgm:cxn destId="{65F862B1-3409-4EC6-95A3-2D23A360F8E6}" destOrd="0" modelId="{6E94E765-B8A2-44E2-8E0A-AA338D0C0911}" presId="urn:microsoft.com/office/officeart/2005/8/layout/hierarchy1" srcId="{6D035D8B-C27F-4BE4-8448-56FF64AD7D14}" srcOrd="0" type="presOf"/>
    <dgm:cxn destId="{35CCC86C-C9B2-4489-A39F-1D44A3344FE6}" destOrd="0" modelId="{949A3E5A-79AD-4EDE-BFBD-533950BEA565}" presId="urn:microsoft.com/office/officeart/2005/8/layout/hierarchy1" srcId="{CF66B36A-22EF-4467-B767-E813F3A336C8}" srcOrd="0" type="presOf"/>
    <dgm:cxn destId="{F9A8B64A-46A5-4A84-A735-7BE1964810D5}" destOrd="0" modelId="{329AD294-A866-44C3-A35A-680D73613211}" parTransId="{602B3D21-0DD2-437D-8D0D-08E88167FAA8}" sibTransId="{B2A1B660-83ED-4580-AE5E-E9BD76463BF2}" srcId="{B50A94C0-8555-44D2-B30D-A3041D545E01}" srcOrd="2"/>
    <dgm:cxn destId="{CF66B36A-22EF-4467-B767-E813F3A336C8}" destOrd="0" modelId="{F1F85AE2-9F4A-46AF-A966-3603D9826930}" parTransId="{EC9A9BF8-B998-424E-B46C-16AA7E894375}" sibTransId="{8F364DD9-4C7F-49B9-9060-975B2FC80249}" srcId="{B50A94C0-8555-44D2-B30D-A3041D545E01}" srcOrd="1"/>
    <dgm:cxn destId="{750A5F92-A762-4B92-9404-044A6CFEEEA1}" destOrd="0" modelId="{A627B2F9-27BD-4217-A066-9CCEABD40DB4}" presId="urn:microsoft.com/office/officeart/2005/8/layout/hierarchy1" srcId="{B50A94C0-8555-44D2-B30D-A3041D545E01}" srcOrd="0" type="presOf"/>
    <dgm:cxn destId="{1FE11AB0-649E-444F-8480-22C62168B08A}" destOrd="0" modelId="{02EADDFE-5484-4239-99F5-374ABC44167C}" presId="urn:microsoft.com/office/officeart/2005/8/layout/hierarchy1" srcId="{F9A8B64A-46A5-4A84-A735-7BE1964810D5}" srcOrd="0" type="presOf"/>
    <dgm:cxn destId="{1B490B2D-887C-4DFB-BCFA-477697904E9F}" destOrd="0" modelId="{A13E764E-C2B8-4C22-A8D0-1A0614D7092B}" presId="urn:microsoft.com/office/officeart/2005/8/layout/hierarchy1" srcId="{750A5F92-A762-4B92-9404-044A6CFEEEA1}" srcOrd="0" type="presParOf"/>
    <dgm:cxn destId="{6086F0CA-7617-42DA-B901-E51412EBA333}" destOrd="0" modelId="{5516A9F1-577F-482B-A80C-ADD1013A34B2}" presId="urn:microsoft.com/office/officeart/2005/8/layout/hierarchy1" srcId="{1B490B2D-887C-4DFB-BCFA-477697904E9F}" srcOrd="0" type="presParOf"/>
    <dgm:cxn destId="{687A9715-A6EA-4748-8286-13BFCC09F078}" destOrd="0" modelId="{A3142E0A-480B-40C3-BD99-8E53477803C3}" presId="urn:microsoft.com/office/officeart/2005/8/layout/hierarchy1" srcId="{6086F0CA-7617-42DA-B901-E51412EBA333}" srcOrd="0" type="presParOf"/>
    <dgm:cxn destId="{65F862B1-3409-4EC6-95A3-2D23A360F8E6}" destOrd="0" modelId="{4203BA02-D50F-4E8A-9017-7B706A184E53}" presId="urn:microsoft.com/office/officeart/2005/8/layout/hierarchy1" srcId="{6086F0CA-7617-42DA-B901-E51412EBA333}" srcOrd="1" type="presParOf"/>
    <dgm:cxn destId="{6C41011B-CE64-4936-934E-338674AAF694}" destOrd="0" modelId="{F4DBCB69-45E6-45B0-9160-772BD2910EBE}" presId="urn:microsoft.com/office/officeart/2005/8/layout/hierarchy1" srcId="{1B490B2D-887C-4DFB-BCFA-477697904E9F}" srcOrd="1" type="presParOf"/>
    <dgm:cxn destId="{3464AF9D-5781-4A63-852F-A1333A0DEF87}" destOrd="0" modelId="{5BD17E9C-8254-434E-9260-7AA2F8356536}" presId="urn:microsoft.com/office/officeart/2005/8/layout/hierarchy1" srcId="{750A5F92-A762-4B92-9404-044A6CFEEEA1}" srcOrd="1" type="presParOf"/>
    <dgm:cxn destId="{63F60A43-D320-44BF-A5E2-3FEDD3E2BD29}" destOrd="0" modelId="{A6D24725-1F21-4AC3-9404-245D292967A9}" presId="urn:microsoft.com/office/officeart/2005/8/layout/hierarchy1" srcId="{3464AF9D-5781-4A63-852F-A1333A0DEF87}" srcOrd="0" type="presParOf"/>
    <dgm:cxn destId="{6FB4F331-D178-4DCF-950E-1C6D5F02E048}" destOrd="0" modelId="{7CA8616C-DC99-4CE8-AB57-D8244899BAA2}" presId="urn:microsoft.com/office/officeart/2005/8/layout/hierarchy1" srcId="{63F60A43-D320-44BF-A5E2-3FEDD3E2BD29}" srcOrd="0" type="presParOf"/>
    <dgm:cxn destId="{35CCC86C-C9B2-4489-A39F-1D44A3344FE6}" destOrd="0" modelId="{4A3A8DA1-04C5-45B0-993C-F8ADDB156B65}" presId="urn:microsoft.com/office/officeart/2005/8/layout/hierarchy1" srcId="{63F60A43-D320-44BF-A5E2-3FEDD3E2BD29}" srcOrd="1" type="presParOf"/>
    <dgm:cxn destId="{3DECF584-D4BF-47EF-8B66-BF4811CDBD2C}" destOrd="0" modelId="{4B3FA480-B70F-41C6-A56C-DD4A6926B1B2}" presId="urn:microsoft.com/office/officeart/2005/8/layout/hierarchy1" srcId="{3464AF9D-5781-4A63-852F-A1333A0DEF87}" srcOrd="1" type="presParOf"/>
    <dgm:cxn destId="{6D31A4BA-6C74-471A-91CD-EF0F7C712115}" destOrd="0" modelId="{A040EEC8-FDE2-430F-A14E-2BF908EC7C2F}" presId="urn:microsoft.com/office/officeart/2005/8/layout/hierarchy1" srcId="{750A5F92-A762-4B92-9404-044A6CFEEEA1}" srcOrd="2" type="presParOf"/>
    <dgm:cxn destId="{8D27D01E-DAE9-4EED-A101-9AAD074BB0CC}" destOrd="0" modelId="{CF1627CC-36D9-449B-8CC2-B8452C341705}" presId="urn:microsoft.com/office/officeart/2005/8/layout/hierarchy1" srcId="{6D31A4BA-6C74-471A-91CD-EF0F7C712115}" srcOrd="0" type="presParOf"/>
    <dgm:cxn destId="{8EAFE6E4-CD7E-403D-8DD3-77BCDC2EC9B6}" destOrd="0" modelId="{972C3AF4-82CE-4C24-8F4E-4E691BCAB0AB}" presId="urn:microsoft.com/office/officeart/2005/8/layout/hierarchy1" srcId="{8D27D01E-DAE9-4EED-A101-9AAD074BB0CC}" srcOrd="0" type="presParOf"/>
    <dgm:cxn destId="{1FE11AB0-649E-444F-8480-22C62168B08A}" destOrd="0" modelId="{4040183D-8ACA-4DB2-B0C7-35D71510D0BE}" presId="urn:microsoft.com/office/officeart/2005/8/layout/hierarchy1" srcId="{8D27D01E-DAE9-4EED-A101-9AAD074BB0CC}" srcOrd="1" type="presParOf"/>
    <dgm:cxn destId="{D980B0AD-2E19-4321-B575-C49B6246BD7C}" destOrd="0" modelId="{ED88DFA0-1042-4205-A92C-EB6610CB978C}" presId="urn:microsoft.com/office/officeart/2005/8/layout/hierarchy1" srcId="{6D31A4BA-6C74-471A-91CD-EF0F7C712115}" srcOrd="1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6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44F7C9-C07E-4E26-8D2A-C01263C85C85}" type="doc">
      <dgm:prSet csCatId="accent1" csTypeId="urn:microsoft.com/office/officeart/2005/8/colors/accent1_2" loCatId="relationship" loTypeId="urn:microsoft.com/office/officeart/2005/8/layout/arrow5" qsCatId="simple" qsTypeId="urn:microsoft.com/office/officeart/2005/8/quickstyle/simple5"/>
      <dgm:spPr/>
      <dgm:t>
        <a:bodyPr numCol="1"/>
        <a:lstStyle/>
        <a:p>
          <a:endParaRPr lang="en-US"/>
        </a:p>
      </dgm:t>
    </dgm:pt>
    <dgm:pt modelId="{BEC963EF-0322-44AA-BB85-ACF1FA617F5A}">
      <dgm:prSet/>
      <dgm:spPr/>
      <dgm:t>
        <a:bodyPr numCol="1"/>
        <a:lstStyle/>
        <a:p>
          <a:r>
            <a:rPr altLang="pt-BR" lang="pt-BR"/>
            <a:t>QUALIDADE DA CASCA</a:t>
          </a:r>
          <a:endParaRPr lang="en-US"/>
        </a:p>
      </dgm:t>
    </dgm:pt>
    <dgm:pt cxnId="{9218FB0B-4097-4D77-A3CA-F2D1096B6E06}" modelId="{DBC9D115-FB5E-4AF4-B1A0-35ACC099D5DE}" type="parTrans">
      <dgm:prSet/>
      <dgm:spPr/>
      <dgm:t>
        <a:bodyPr numCol="1"/>
        <a:lstStyle/>
        <a:p>
          <a:endParaRPr lang="en-US"/>
        </a:p>
      </dgm:t>
    </dgm:pt>
    <dgm:pt cxnId="{9218FB0B-4097-4D77-A3CA-F2D1096B6E06}" modelId="{027C8A35-0282-44B6-ACA7-FCD8A5653D73}" type="sibTrans">
      <dgm:prSet/>
      <dgm:spPr/>
      <dgm:t>
        <a:bodyPr numCol="1"/>
        <a:lstStyle/>
        <a:p>
          <a:endParaRPr lang="en-US"/>
        </a:p>
      </dgm:t>
    </dgm:pt>
    <dgm:pt modelId="{8A0E884F-1F4C-4DC9-AF01-1B6501847A8C}">
      <dgm:prSet/>
      <dgm:spPr/>
      <dgm:t>
        <a:bodyPr numCol="1"/>
        <a:lstStyle/>
        <a:p>
          <a:r>
            <a:rPr altLang="pt-BR" lang="pt-BR"/>
            <a:t>QUALIDADE DA GEMA</a:t>
          </a:r>
          <a:endParaRPr lang="en-US"/>
        </a:p>
      </dgm:t>
    </dgm:pt>
    <dgm:pt cxnId="{357CDB8B-4653-481B-A04D-A0E86ADD3998}" modelId="{5879143E-99EF-42BA-AE97-DCB304FA1D35}" type="parTrans">
      <dgm:prSet/>
      <dgm:spPr/>
      <dgm:t>
        <a:bodyPr numCol="1"/>
        <a:lstStyle/>
        <a:p>
          <a:endParaRPr lang="en-US"/>
        </a:p>
      </dgm:t>
    </dgm:pt>
    <dgm:pt cxnId="{357CDB8B-4653-481B-A04D-A0E86ADD3998}" modelId="{927A1850-F9AE-44B1-8C67-E8C401B2DF0C}" type="sibTrans">
      <dgm:prSet/>
      <dgm:spPr/>
      <dgm:t>
        <a:bodyPr numCol="1"/>
        <a:lstStyle/>
        <a:p>
          <a:endParaRPr lang="en-US"/>
        </a:p>
      </dgm:t>
    </dgm:pt>
    <dgm:pt modelId="{27BC4F81-C76C-4C16-A986-D6C954E8E87F}">
      <dgm:prSet/>
      <dgm:spPr/>
      <dgm:t>
        <a:bodyPr numCol="1"/>
        <a:lstStyle/>
        <a:p>
          <a:r>
            <a:rPr altLang="pt-BR" lang="pt-BR"/>
            <a:t>QUALIDADE DA CLARA</a:t>
          </a:r>
          <a:endParaRPr lang="en-US"/>
        </a:p>
      </dgm:t>
    </dgm:pt>
    <dgm:pt cxnId="{AFDC5C93-CACF-4402-B8E6-E68463D1D0BF}" modelId="{CD04C1D1-C94E-4740-9F08-BA669CF6AF4F}" type="parTrans">
      <dgm:prSet/>
      <dgm:spPr/>
      <dgm:t>
        <a:bodyPr numCol="1"/>
        <a:lstStyle/>
        <a:p>
          <a:endParaRPr lang="en-US"/>
        </a:p>
      </dgm:t>
    </dgm:pt>
    <dgm:pt cxnId="{AFDC5C93-CACF-4402-B8E6-E68463D1D0BF}" modelId="{876381CA-828C-4B2D-BA02-03DD1E99757C}" type="sibTrans">
      <dgm:prSet/>
      <dgm:spPr/>
      <dgm:t>
        <a:bodyPr numCol="1"/>
        <a:lstStyle/>
        <a:p>
          <a:endParaRPr lang="en-US"/>
        </a:p>
      </dgm:t>
    </dgm:pt>
    <dgm:pt modelId="{08149BC5-EFAB-4675-9E53-EA9565F76FB8}" type="pres">
      <dgm:prSet presAssocID="{7144F7C9-C07E-4E26-8D2A-C01263C85C85}" presName="diagram" presStyleCnt="0">
        <dgm:presLayoutVars>
          <dgm:dir/>
          <dgm:resizeHandles val="exact"/>
        </dgm:presLayoutVars>
      </dgm:prSet>
      <dgm:spPr/>
    </dgm:pt>
    <dgm:pt modelId="{ACAA011A-50E9-4C73-94B4-23D48BEA5549}" type="pres">
      <dgm:prSet presAssocID="{BEC963EF-0322-44AA-BB85-ACF1FA617F5A}" presName="arrow" presStyleCnt="3" presStyleIdx="0" presStyleLbl="node1">
        <dgm:presLayoutVars>
          <dgm:bulletEnabled val="1"/>
        </dgm:presLayoutVars>
      </dgm:prSet>
      <dgm:spPr/>
    </dgm:pt>
    <dgm:pt modelId="{6778B0C4-499B-4E17-A179-172F9B74F735}" type="pres">
      <dgm:prSet presAssocID="{8A0E884F-1F4C-4DC9-AF01-1B6501847A8C}" presName="arrow" presStyleCnt="3" presStyleIdx="1" presStyleLbl="node1">
        <dgm:presLayoutVars>
          <dgm:bulletEnabled val="1"/>
        </dgm:presLayoutVars>
      </dgm:prSet>
      <dgm:spPr/>
    </dgm:pt>
    <dgm:pt modelId="{251CAF77-6DD6-48B9-9941-B9268822E942}" type="pres">
      <dgm:prSet presAssocID="{27BC4F81-C76C-4C16-A986-D6C954E8E87F}" presName="arrow" presStyleCnt="3" presStyleIdx="2" presStyleLbl="node1">
        <dgm:presLayoutVars>
          <dgm:bulletEnabled val="1"/>
        </dgm:presLayoutVars>
      </dgm:prSet>
      <dgm:spPr/>
    </dgm:pt>
  </dgm:ptLst>
  <dgm:cxnLst>
    <dgm:cxn destId="{ACAA011A-50E9-4C73-94B4-23D48BEA5549}" destOrd="0" modelId="{1DED2A08-24D9-4A5C-B703-94A5A53BA76A}" presId="urn:microsoft.com/office/officeart/2005/8/layout/arrow5" srcId="{BEC963EF-0322-44AA-BB85-ACF1FA617F5A}" srcOrd="0" type="presOf"/>
    <dgm:cxn destId="{BEC963EF-0322-44AA-BB85-ACF1FA617F5A}" destOrd="0" modelId="{9218FB0B-4097-4D77-A3CA-F2D1096B6E06}" parTransId="{DBC9D115-FB5E-4AF4-B1A0-35ACC099D5DE}" sibTransId="{027C8A35-0282-44B6-ACA7-FCD8A5653D73}" srcId="{7144F7C9-C07E-4E26-8D2A-C01263C85C85}" srcOrd="0"/>
    <dgm:cxn destId="{08149BC5-EFAB-4675-9E53-EA9565F76FB8}" destOrd="0" modelId="{A0E26263-AB50-487F-98C2-306FC32F3AF9}" presId="urn:microsoft.com/office/officeart/2005/8/layout/arrow5" srcId="{7144F7C9-C07E-4E26-8D2A-C01263C85C85}" srcOrd="0" type="presOf"/>
    <dgm:cxn destId="{8A0E884F-1F4C-4DC9-AF01-1B6501847A8C}" destOrd="0" modelId="{357CDB8B-4653-481B-A04D-A0E86ADD3998}" parTransId="{5879143E-99EF-42BA-AE97-DCB304FA1D35}" sibTransId="{927A1850-F9AE-44B1-8C67-E8C401B2DF0C}" srcId="{7144F7C9-C07E-4E26-8D2A-C01263C85C85}" srcOrd="1"/>
    <dgm:cxn destId="{27BC4F81-C76C-4C16-A986-D6C954E8E87F}" destOrd="0" modelId="{AFDC5C93-CACF-4402-B8E6-E68463D1D0BF}" parTransId="{CD04C1D1-C94E-4740-9F08-BA669CF6AF4F}" sibTransId="{876381CA-828C-4B2D-BA02-03DD1E99757C}" srcId="{7144F7C9-C07E-4E26-8D2A-C01263C85C85}" srcOrd="2"/>
    <dgm:cxn destId="{6778B0C4-499B-4E17-A179-172F9B74F735}" destOrd="0" modelId="{482288AA-9BC3-4E62-AFD9-CAD87ECC6CB6}" presId="urn:microsoft.com/office/officeart/2005/8/layout/arrow5" srcId="{8A0E884F-1F4C-4DC9-AF01-1B6501847A8C}" srcOrd="0" type="presOf"/>
    <dgm:cxn destId="{251CAF77-6DD6-48B9-9941-B9268822E942}" destOrd="0" modelId="{526B6FB0-32B7-4C47-883B-B2731DF0749F}" presId="urn:microsoft.com/office/officeart/2005/8/layout/arrow5" srcId="{27BC4F81-C76C-4C16-A986-D6C954E8E87F}" srcOrd="0" type="presOf"/>
    <dgm:cxn destId="{ACAA011A-50E9-4C73-94B4-23D48BEA5549}" destOrd="0" modelId="{821D244E-81C8-447B-B7E6-7BEB4C0E7F9F}" presId="urn:microsoft.com/office/officeart/2005/8/layout/arrow5" srcId="{08149BC5-EFAB-4675-9E53-EA9565F76FB8}" srcOrd="0" type="presParOf"/>
    <dgm:cxn destId="{6778B0C4-499B-4E17-A179-172F9B74F735}" destOrd="0" modelId="{99BEE1C8-77B6-4ED2-9B8B-47ED1BD6A43F}" presId="urn:microsoft.com/office/officeart/2005/8/layout/arrow5" srcId="{08149BC5-EFAB-4675-9E53-EA9565F76FB8}" srcOrd="1" type="presParOf"/>
    <dgm:cxn destId="{251CAF77-6DD6-48B9-9941-B9268822E942}" destOrd="0" modelId="{F6B4F611-F7F3-42D3-A150-4748398E0AF5}" presId="urn:microsoft.com/office/officeart/2005/8/layout/arrow5" srcId="{08149BC5-EFAB-4675-9E53-EA9565F76FB8}" srcOrd="2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8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590D904-A805-4B69-8AD8-8D09C35AB70E}" type="doc">
      <dgm:prSet csCatId="colorful" csTypeId="urn:microsoft.com/office/officeart/2005/8/colors/colorful5" loCatId="process" loTypeId="urn:microsoft.com/office/officeart/2005/8/layout/vProcess5" qsCatId="simple" qsTypeId="urn:microsoft.com/office/officeart/2005/8/quickstyle/simple1"/>
      <dgm:spPr/>
      <dgm:t>
        <a:bodyPr numCol="1"/>
        <a:lstStyle/>
        <a:p>
          <a:endParaRPr lang="en-US"/>
        </a:p>
      </dgm:t>
    </dgm:pt>
    <dgm:pt modelId="{B4B95A0C-7F2F-40AA-9AA8-2B75562D63FE}">
      <dgm:prSet/>
      <dgm:spPr/>
      <dgm:t>
        <a:bodyPr numCol="1"/>
        <a:lstStyle/>
        <a:p>
          <a:r>
            <a:rPr altLang="pt-BR" lang="pt-BR"/>
            <a:t>MAIOR PICO DE PRODUÇÃO</a:t>
          </a:r>
          <a:endParaRPr lang="en-US"/>
        </a:p>
      </dgm:t>
    </dgm:pt>
    <dgm:pt cxnId="{647A90E1-0F4D-43FF-895A-37C27A857D20}" modelId="{2F918533-B14D-4F34-9971-71B789D93DC2}" type="parTrans">
      <dgm:prSet/>
      <dgm:spPr/>
      <dgm:t>
        <a:bodyPr numCol="1"/>
        <a:lstStyle/>
        <a:p>
          <a:endParaRPr lang="en-US"/>
        </a:p>
      </dgm:t>
    </dgm:pt>
    <dgm:pt cxnId="{647A90E1-0F4D-43FF-895A-37C27A857D20}" modelId="{D5EA806C-3738-48D8-9184-9AF9CC3375F9}" type="sibTrans">
      <dgm:prSet/>
      <dgm:spPr/>
      <dgm:t>
        <a:bodyPr numCol="1"/>
        <a:lstStyle/>
        <a:p>
          <a:endParaRPr lang="en-US"/>
        </a:p>
      </dgm:t>
    </dgm:pt>
    <dgm:pt modelId="{1785D7FB-9787-44DE-BAFA-A736C25311F5}">
      <dgm:prSet/>
      <dgm:spPr/>
      <dgm:t>
        <a:bodyPr numCol="1"/>
        <a:lstStyle/>
        <a:p>
          <a:r>
            <a:rPr altLang="pt-BR" lang="pt-BR"/>
            <a:t>PERSISTENCIA DO PICO DE PRODUÇÃO</a:t>
          </a:r>
          <a:endParaRPr lang="en-US"/>
        </a:p>
      </dgm:t>
    </dgm:pt>
    <dgm:pt cxnId="{5CEC7E8B-FCC7-4775-8992-FA58C799CC1D}" modelId="{33B1F12C-D86B-4083-A7BE-310774B24FDD}" type="parTrans">
      <dgm:prSet/>
      <dgm:spPr/>
      <dgm:t>
        <a:bodyPr numCol="1"/>
        <a:lstStyle/>
        <a:p>
          <a:endParaRPr lang="en-US"/>
        </a:p>
      </dgm:t>
    </dgm:pt>
    <dgm:pt cxnId="{5CEC7E8B-FCC7-4775-8992-FA58C799CC1D}" modelId="{4AC4E7BC-553E-48D8-BF19-3795394DA736}" type="sibTrans">
      <dgm:prSet/>
      <dgm:spPr/>
      <dgm:t>
        <a:bodyPr numCol="1"/>
        <a:lstStyle/>
        <a:p>
          <a:endParaRPr lang="en-US"/>
        </a:p>
      </dgm:t>
    </dgm:pt>
    <dgm:pt modelId="{DE6EF6A4-BC9F-4AA5-8DD8-6A2C92120ABD}">
      <dgm:prSet/>
      <dgm:spPr/>
      <dgm:t>
        <a:bodyPr numCol="1"/>
        <a:lstStyle/>
        <a:p>
          <a:r>
            <a:rPr altLang="pt-BR" lang="pt-BR"/>
            <a:t>LONGEVIDADE DAS CODORNA </a:t>
          </a:r>
          <a:endParaRPr lang="en-US"/>
        </a:p>
      </dgm:t>
    </dgm:pt>
    <dgm:pt cxnId="{B432FE95-D327-46D9-8B5D-0D0E70546403}" modelId="{F57234DE-3AEE-423D-8DD8-E6FB11618F45}" type="parTrans">
      <dgm:prSet/>
      <dgm:spPr/>
      <dgm:t>
        <a:bodyPr numCol="1"/>
        <a:lstStyle/>
        <a:p>
          <a:endParaRPr lang="en-US"/>
        </a:p>
      </dgm:t>
    </dgm:pt>
    <dgm:pt cxnId="{B432FE95-D327-46D9-8B5D-0D0E70546403}" modelId="{08F7DBA3-07A3-4488-9F42-31F6F9C2B941}" type="sibTrans">
      <dgm:prSet/>
      <dgm:spPr/>
      <dgm:t>
        <a:bodyPr numCol="1"/>
        <a:lstStyle/>
        <a:p>
          <a:endParaRPr lang="en-US"/>
        </a:p>
      </dgm:t>
    </dgm:pt>
    <dgm:pt modelId="{8E40896E-24CE-47DF-A186-A7239C071988}">
      <dgm:prSet/>
      <dgm:spPr/>
      <dgm:t>
        <a:bodyPr numCol="1"/>
        <a:lstStyle/>
        <a:p>
          <a:r>
            <a:rPr altLang="pt-BR" lang="pt-BR"/>
            <a:t>MAIS OVOS/AVE/ALOJADA</a:t>
          </a:r>
          <a:endParaRPr lang="en-US"/>
        </a:p>
      </dgm:t>
    </dgm:pt>
    <dgm:pt cxnId="{A924CD81-FCEE-46C4-80FD-5A6FBAE43EAD}" modelId="{8CB19060-0154-4858-B648-0DA8503C7B13}" type="parTrans">
      <dgm:prSet/>
      <dgm:spPr/>
      <dgm:t>
        <a:bodyPr numCol="1"/>
        <a:lstStyle/>
        <a:p>
          <a:endParaRPr lang="en-US"/>
        </a:p>
      </dgm:t>
    </dgm:pt>
    <dgm:pt cxnId="{A924CD81-FCEE-46C4-80FD-5A6FBAE43EAD}" modelId="{683E59F9-E63D-45DE-9010-9B6BE08DC441}" type="sibTrans">
      <dgm:prSet/>
      <dgm:spPr/>
      <dgm:t>
        <a:bodyPr numCol="1"/>
        <a:lstStyle/>
        <a:p>
          <a:endParaRPr lang="en-US"/>
        </a:p>
      </dgm:t>
    </dgm:pt>
    <dgm:pt modelId="{5F104CF1-EDB0-47E6-8A45-A36B967321BC}" type="pres">
      <dgm:prSet presAssocID="{7590D904-A805-4B69-8AD8-8D09C35AB70E}" presName="outerComposite" presStyleCnt="0">
        <dgm:presLayoutVars>
          <dgm:chMax val="5"/>
          <dgm:dir/>
          <dgm:resizeHandles val="exact"/>
        </dgm:presLayoutVars>
      </dgm:prSet>
      <dgm:spPr/>
    </dgm:pt>
    <dgm:pt modelId="{6811EDF1-41E1-4459-B5D3-78EA76B193E0}" type="pres">
      <dgm:prSet presAssocID="{7590D904-A805-4B69-8AD8-8D09C35AB70E}" presName="dummyMaxCanvas" presStyleCnt="0">
        <dgm:presLayoutVars/>
      </dgm:prSet>
      <dgm:spPr/>
    </dgm:pt>
    <dgm:pt modelId="{1865D390-0058-483B-A6FE-3A7CB21F6E2C}" type="pres">
      <dgm:prSet presAssocID="{7590D904-A805-4B69-8AD8-8D09C35AB70E}" presName="FourNodes_1" presStyleCnt="4" presStyleIdx="0" presStyleLbl="node1">
        <dgm:presLayoutVars>
          <dgm:bulletEnabled val="1"/>
        </dgm:presLayoutVars>
      </dgm:prSet>
      <dgm:spPr/>
    </dgm:pt>
    <dgm:pt modelId="{50483847-B16D-4FCA-B7B9-25B95BB231DC}" type="pres">
      <dgm:prSet presAssocID="{7590D904-A805-4B69-8AD8-8D09C35AB70E}" presName="FourNodes_2" presStyleCnt="4" presStyleIdx="1" presStyleLbl="node1">
        <dgm:presLayoutVars>
          <dgm:bulletEnabled val="1"/>
        </dgm:presLayoutVars>
      </dgm:prSet>
      <dgm:spPr/>
    </dgm:pt>
    <dgm:pt modelId="{9A78DD14-3559-431D-86E0-C0F574C6D033}" type="pres">
      <dgm:prSet presAssocID="{7590D904-A805-4B69-8AD8-8D09C35AB70E}" presName="FourNodes_3" presStyleCnt="4" presStyleIdx="2" presStyleLbl="node1">
        <dgm:presLayoutVars>
          <dgm:bulletEnabled val="1"/>
        </dgm:presLayoutVars>
      </dgm:prSet>
      <dgm:spPr/>
    </dgm:pt>
    <dgm:pt modelId="{06FD6105-3FB3-4E27-B6CA-F3DE12298629}" type="pres">
      <dgm:prSet presAssocID="{7590D904-A805-4B69-8AD8-8D09C35AB70E}" presName="FourNodes_4" presStyleCnt="4" presStyleIdx="3" presStyleLbl="node1">
        <dgm:presLayoutVars>
          <dgm:bulletEnabled val="1"/>
        </dgm:presLayoutVars>
      </dgm:prSet>
      <dgm:spPr/>
    </dgm:pt>
    <dgm:pt modelId="{7A999DFB-061C-40FF-8D11-E36F411633FC}" type="pres">
      <dgm:prSet presAssocID="{7590D904-A805-4B69-8AD8-8D09C35AB70E}" presName="FourConn_1-2" presStyleCnt="3" presStyleIdx="0" presStyleLbl="fgAccFollowNode1">
        <dgm:presLayoutVars>
          <dgm:bulletEnabled val="1"/>
        </dgm:presLayoutVars>
      </dgm:prSet>
      <dgm:spPr/>
    </dgm:pt>
    <dgm:pt modelId="{1F4B6A24-3693-4199-917E-7BA6738B9DDC}" type="pres">
      <dgm:prSet presAssocID="{7590D904-A805-4B69-8AD8-8D09C35AB70E}" presName="FourConn_2-3" presStyleCnt="3" presStyleIdx="1" presStyleLbl="fgAccFollowNode1">
        <dgm:presLayoutVars>
          <dgm:bulletEnabled val="1"/>
        </dgm:presLayoutVars>
      </dgm:prSet>
      <dgm:spPr/>
    </dgm:pt>
    <dgm:pt modelId="{EAF96FC5-9810-4A4F-9307-1ECF2530D484}" type="pres">
      <dgm:prSet presAssocID="{7590D904-A805-4B69-8AD8-8D09C35AB70E}" presName="FourConn_3-4" presStyleCnt="3" presStyleIdx="2" presStyleLbl="fgAccFollowNode1">
        <dgm:presLayoutVars>
          <dgm:bulletEnabled val="1"/>
        </dgm:presLayoutVars>
      </dgm:prSet>
      <dgm:spPr/>
    </dgm:pt>
    <dgm:pt modelId="{6D09395B-06BB-42B7-BC7F-7498545E0719}" type="pres">
      <dgm:prSet presAssocID="{7590D904-A805-4B69-8AD8-8D09C35AB70E}" presName="FourNodes_1_text" presStyleCnt="4" presStyleIdx="3" presStyleLbl="node1">
        <dgm:presLayoutVars>
          <dgm:bulletEnabled val="1"/>
        </dgm:presLayoutVars>
      </dgm:prSet>
      <dgm:spPr/>
    </dgm:pt>
    <dgm:pt modelId="{83D53206-5898-465B-9B9F-D540F67B59FC}" type="pres">
      <dgm:prSet presAssocID="{7590D904-A805-4B69-8AD8-8D09C35AB70E}" presName="FourNodes_2_text" presStyleCnt="4" presStyleIdx="3" presStyleLbl="node1">
        <dgm:presLayoutVars>
          <dgm:bulletEnabled val="1"/>
        </dgm:presLayoutVars>
      </dgm:prSet>
      <dgm:spPr/>
    </dgm:pt>
    <dgm:pt modelId="{D378BA7A-2046-40D1-9EBD-EF2B5F526647}" type="pres">
      <dgm:prSet presAssocID="{7590D904-A805-4B69-8AD8-8D09C35AB70E}" presName="FourNodes_3_text" presStyleCnt="4" presStyleIdx="3" presStyleLbl="node1">
        <dgm:presLayoutVars>
          <dgm:bulletEnabled val="1"/>
        </dgm:presLayoutVars>
      </dgm:prSet>
      <dgm:spPr/>
    </dgm:pt>
    <dgm:pt modelId="{35AD2357-0777-443E-95D1-9C611128827E}" type="pres">
      <dgm:prSet presAssocID="{7590D904-A805-4B69-8AD8-8D09C35AB70E}" presName="FourNodes_4_text" presStyleCnt="4" presStyleIdx="3" presStyleLbl="node1">
        <dgm:presLayoutVars>
          <dgm:bulletEnabled val="1"/>
        </dgm:presLayoutVars>
      </dgm:prSet>
      <dgm:spPr/>
    </dgm:pt>
  </dgm:ptLst>
  <dgm:cxnLst>
    <dgm:cxn destId="{1865D390-0058-483B-A6FE-3A7CB21F6E2C}" destOrd="0" modelId="{EF35882C-819D-42DB-A71B-5B259F45A486}" presId="urn:microsoft.com/office/officeart/2005/8/layout/vProcess5" srcId="{B4B95A0C-7F2F-40AA-9AA8-2B75562D63FE}" srcOrd="0" type="presOf"/>
    <dgm:cxn destId="{6D09395B-06BB-42B7-BC7F-7498545E0719}" destOrd="0" modelId="{308E4F50-C9A2-47A9-81A3-296F696BD41A}" presId="urn:microsoft.com/office/officeart/2005/8/layout/vProcess5" srcId="{B4B95A0C-7F2F-40AA-9AA8-2B75562D63FE}" srcOrd="1" type="presOf"/>
    <dgm:cxn destId="{5F104CF1-EDB0-47E6-8A45-A36B967321BC}" destOrd="0" modelId="{CAC93052-F8B2-47BD-A120-ED3AC5419F16}" presId="urn:microsoft.com/office/officeart/2005/8/layout/vProcess5" srcId="{7590D904-A805-4B69-8AD8-8D09C35AB70E}" srcOrd="0" type="presOf"/>
    <dgm:cxn destId="{1F4B6A24-3693-4199-917E-7BA6738B9DDC}" destOrd="0" modelId="{AAA36E72-90D8-4F48-8221-53D7F818CBB5}" presId="urn:microsoft.com/office/officeart/2005/8/layout/vProcess5" srcId="{4AC4E7BC-553E-48D8-BF19-3795394DA736}" srcOrd="0" type="presOf"/>
    <dgm:cxn destId="{D378BA7A-2046-40D1-9EBD-EF2B5F526647}" destOrd="0" modelId="{4C5F4E73-4213-434B-A051-FD0FDD3355CF}" presId="urn:microsoft.com/office/officeart/2005/8/layout/vProcess5" srcId="{DE6EF6A4-BC9F-4AA5-8DD8-6A2C92120ABD}" srcOrd="1" type="presOf"/>
    <dgm:cxn destId="{35AD2357-0777-443E-95D1-9C611128827E}" destOrd="0" modelId="{3A38CF75-462A-423D-9F15-99E752B2E0BB}" presId="urn:microsoft.com/office/officeart/2005/8/layout/vProcess5" srcId="{8E40896E-24CE-47DF-A186-A7239C071988}" srcOrd="1" type="presOf"/>
    <dgm:cxn destId="{8E40896E-24CE-47DF-A186-A7239C071988}" destOrd="0" modelId="{A924CD81-FCEE-46C4-80FD-5A6FBAE43EAD}" parTransId="{8CB19060-0154-4858-B648-0DA8503C7B13}" sibTransId="{683E59F9-E63D-45DE-9010-9B6BE08DC441}" srcId="{7590D904-A805-4B69-8AD8-8D09C35AB70E}" srcOrd="3"/>
    <dgm:cxn destId="{83D53206-5898-465B-9B9F-D540F67B59FC}" destOrd="0" modelId="{ABCA6086-BB87-49F9-8CBC-BD0AF6A37FDE}" presId="urn:microsoft.com/office/officeart/2005/8/layout/vProcess5" srcId="{1785D7FB-9787-44DE-BAFA-A736C25311F5}" srcOrd="1" type="presOf"/>
    <dgm:cxn destId="{1785D7FB-9787-44DE-BAFA-A736C25311F5}" destOrd="0" modelId="{5CEC7E8B-FCC7-4775-8992-FA58C799CC1D}" parTransId="{33B1F12C-D86B-4083-A7BE-310774B24FDD}" sibTransId="{4AC4E7BC-553E-48D8-BF19-3795394DA736}" srcId="{7590D904-A805-4B69-8AD8-8D09C35AB70E}" srcOrd="1"/>
    <dgm:cxn destId="{06FD6105-3FB3-4E27-B6CA-F3DE12298629}" destOrd="0" modelId="{F3013092-C09F-4EF1-A1C2-89E75C69C2BE}" presId="urn:microsoft.com/office/officeart/2005/8/layout/vProcess5" srcId="{8E40896E-24CE-47DF-A186-A7239C071988}" srcOrd="0" type="presOf"/>
    <dgm:cxn destId="{DE6EF6A4-BC9F-4AA5-8DD8-6A2C92120ABD}" destOrd="0" modelId="{B432FE95-D327-46D9-8B5D-0D0E70546403}" parTransId="{F57234DE-3AEE-423D-8DD8-E6FB11618F45}" sibTransId="{08F7DBA3-07A3-4488-9F42-31F6F9C2B941}" srcId="{7590D904-A805-4B69-8AD8-8D09C35AB70E}" srcOrd="2"/>
    <dgm:cxn destId="{7A999DFB-061C-40FF-8D11-E36F411633FC}" destOrd="0" modelId="{E30315C4-570B-40E7-8E45-3BB7A24F545D}" presId="urn:microsoft.com/office/officeart/2005/8/layout/vProcess5" srcId="{D5EA806C-3738-48D8-9184-9AF9CC3375F9}" srcOrd="0" type="presOf"/>
    <dgm:cxn destId="{EAF96FC5-9810-4A4F-9307-1ECF2530D484}" destOrd="0" modelId="{E6D6D9CF-9587-43EC-9793-143329B1AB4E}" presId="urn:microsoft.com/office/officeart/2005/8/layout/vProcess5" srcId="{08F7DBA3-07A3-4488-9F42-31F6F9C2B941}" srcOrd="0" type="presOf"/>
    <dgm:cxn destId="{B4B95A0C-7F2F-40AA-9AA8-2B75562D63FE}" destOrd="0" modelId="{647A90E1-0F4D-43FF-895A-37C27A857D20}" parTransId="{2F918533-B14D-4F34-9971-71B789D93DC2}" sibTransId="{D5EA806C-3738-48D8-9184-9AF9CC3375F9}" srcId="{7590D904-A805-4B69-8AD8-8D09C35AB70E}" srcOrd="0"/>
    <dgm:cxn destId="{50483847-B16D-4FCA-B7B9-25B95BB231DC}" destOrd="0" modelId="{F859F8F3-D91B-4E7E-9705-F39CAD0C9F7B}" presId="urn:microsoft.com/office/officeart/2005/8/layout/vProcess5" srcId="{1785D7FB-9787-44DE-BAFA-A736C25311F5}" srcOrd="0" type="presOf"/>
    <dgm:cxn destId="{9A78DD14-3559-431D-86E0-C0F574C6D033}" destOrd="0" modelId="{7D3CE8FF-0520-47CB-9209-1F311CF89F39}" presId="urn:microsoft.com/office/officeart/2005/8/layout/vProcess5" srcId="{DE6EF6A4-BC9F-4AA5-8DD8-6A2C92120ABD}" srcOrd="0" type="presOf"/>
    <dgm:cxn destId="{6811EDF1-41E1-4459-B5D3-78EA76B193E0}" destOrd="0" modelId="{88766921-5280-4F54-B40C-E99D0F1645FB}" presId="urn:microsoft.com/office/officeart/2005/8/layout/vProcess5" srcId="{5F104CF1-EDB0-47E6-8A45-A36B967321BC}" srcOrd="0" type="presParOf"/>
    <dgm:cxn destId="{1865D390-0058-483B-A6FE-3A7CB21F6E2C}" destOrd="0" modelId="{31D0B830-36EF-4275-91E3-FF80232E54CE}" presId="urn:microsoft.com/office/officeart/2005/8/layout/vProcess5" srcId="{5F104CF1-EDB0-47E6-8A45-A36B967321BC}" srcOrd="1" type="presParOf"/>
    <dgm:cxn destId="{50483847-B16D-4FCA-B7B9-25B95BB231DC}" destOrd="0" modelId="{A24CC88A-A92B-428C-BBD6-099B20A01221}" presId="urn:microsoft.com/office/officeart/2005/8/layout/vProcess5" srcId="{5F104CF1-EDB0-47E6-8A45-A36B967321BC}" srcOrd="2" type="presParOf"/>
    <dgm:cxn destId="{9A78DD14-3559-431D-86E0-C0F574C6D033}" destOrd="0" modelId="{24B18F39-892A-4F97-9EE6-F88621326F63}" presId="urn:microsoft.com/office/officeart/2005/8/layout/vProcess5" srcId="{5F104CF1-EDB0-47E6-8A45-A36B967321BC}" srcOrd="3" type="presParOf"/>
    <dgm:cxn destId="{06FD6105-3FB3-4E27-B6CA-F3DE12298629}" destOrd="0" modelId="{7596AA8F-2CCB-42ED-A0B9-5F568416D999}" presId="urn:microsoft.com/office/officeart/2005/8/layout/vProcess5" srcId="{5F104CF1-EDB0-47E6-8A45-A36B967321BC}" srcOrd="4" type="presParOf"/>
    <dgm:cxn destId="{7A999DFB-061C-40FF-8D11-E36F411633FC}" destOrd="0" modelId="{8B4245A7-D22B-41B9-BF51-C57785D361EB}" presId="urn:microsoft.com/office/officeart/2005/8/layout/vProcess5" srcId="{5F104CF1-EDB0-47E6-8A45-A36B967321BC}" srcOrd="5" type="presParOf"/>
    <dgm:cxn destId="{1F4B6A24-3693-4199-917E-7BA6738B9DDC}" destOrd="0" modelId="{1D794BA4-67A4-467E-844A-EC4878CC5684}" presId="urn:microsoft.com/office/officeart/2005/8/layout/vProcess5" srcId="{5F104CF1-EDB0-47E6-8A45-A36B967321BC}" srcOrd="6" type="presParOf"/>
    <dgm:cxn destId="{EAF96FC5-9810-4A4F-9307-1ECF2530D484}" destOrd="0" modelId="{2086EA79-5343-4A97-AEFD-B226787126FC}" presId="urn:microsoft.com/office/officeart/2005/8/layout/vProcess5" srcId="{5F104CF1-EDB0-47E6-8A45-A36B967321BC}" srcOrd="7" type="presParOf"/>
    <dgm:cxn destId="{6D09395B-06BB-42B7-BC7F-7498545E0719}" destOrd="0" modelId="{8F3FED50-92D8-45D2-9CE3-1245E1F5A176}" presId="urn:microsoft.com/office/officeart/2005/8/layout/vProcess5" srcId="{5F104CF1-EDB0-47E6-8A45-A36B967321BC}" srcOrd="8" type="presParOf"/>
    <dgm:cxn destId="{83D53206-5898-465B-9B9F-D540F67B59FC}" destOrd="0" modelId="{DDBD7AEF-8D06-4E24-945F-DD6F73DA51B5}" presId="urn:microsoft.com/office/officeart/2005/8/layout/vProcess5" srcId="{5F104CF1-EDB0-47E6-8A45-A36B967321BC}" srcOrd="9" type="presParOf"/>
    <dgm:cxn destId="{D378BA7A-2046-40D1-9EBD-EF2B5F526647}" destOrd="0" modelId="{4F59C966-E99E-4E4B-88B2-8E9686AB977A}" presId="urn:microsoft.com/office/officeart/2005/8/layout/vProcess5" srcId="{5F104CF1-EDB0-47E6-8A45-A36B967321BC}" srcOrd="10" type="presParOf"/>
    <dgm:cxn destId="{35AD2357-0777-443E-95D1-9C611128827E}" destOrd="0" modelId="{FC7CF4B2-8F08-4AF5-A001-3C7EC684744C}" presId="urn:microsoft.com/office/officeart/2005/8/layout/vProcess5" srcId="{5F104CF1-EDB0-47E6-8A45-A36B967321BC}" srcOrd="11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6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B1343513-B578-4A2B-AE8D-ECD25715FB38}">
      <dsp:nvSpPr>
        <dsp:cNvPr id="0" name=""/>
        <dsp:cNvSpPr/>
      </dsp:nvSpPr>
      <dsp:spPr>
        <a:xfrm>
          <a:off x="0" y="494876"/>
          <a:ext cx="5955658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EF3B3C5E-079D-416C-9868-D71EB07BB791}">
      <dsp:nvSpPr>
        <dsp:cNvPr id="0" name=""/>
        <dsp:cNvSpPr/>
      </dsp:nvSpPr>
      <dsp:spPr>
        <a:xfrm>
          <a:off x="297782" y="52076"/>
          <a:ext cx="4168960" cy="88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VELOCIDADE DE CRESCIMENTO</a:t>
          </a:r>
          <a:endParaRPr kern="1200" lang="en-US" sz="3000"/>
        </a:p>
      </dsp:txBody>
      <dsp:txXfrm>
        <a:off x="341013" y="95307"/>
        <a:ext cx="4082498" cy="799138"/>
      </dsp:txXfrm>
    </dsp:sp>
    <dsp:sp modelId="{AE39836F-FBF2-4E8C-95C1-ADA0D257A4DB}">
      <dsp:nvSpPr>
        <dsp:cNvPr id="0" name=""/>
        <dsp:cNvSpPr/>
      </dsp:nvSpPr>
      <dsp:spPr>
        <a:xfrm>
          <a:off x="0" y="1855676"/>
          <a:ext cx="5955658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2">
              <a:hueOff val="1847440"/>
              <a:satOff val="-317"/>
              <a:lumOff val="-3267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07C43EB8-6E5D-4B11-A5CD-57E78F4C1A1B}">
      <dsp:nvSpPr>
        <dsp:cNvPr id="0" name=""/>
        <dsp:cNvSpPr/>
      </dsp:nvSpPr>
      <dsp:spPr>
        <a:xfrm>
          <a:off x="297782" y="1412876"/>
          <a:ext cx="4168960" cy="885600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7"/>
                <a:lumOff val="-326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7"/>
                <a:lumOff val="-326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7"/>
                <a:lumOff val="-326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DEMANDA PROTEICA</a:t>
          </a:r>
          <a:endParaRPr kern="1200" lang="en-US" sz="3000"/>
        </a:p>
      </dsp:txBody>
      <dsp:txXfrm>
        <a:off x="341013" y="1456107"/>
        <a:ext cx="4082498" cy="799138"/>
      </dsp:txXfrm>
    </dsp:sp>
    <dsp:sp modelId="{4F777E11-A825-445C-BF42-DC030F096566}">
      <dsp:nvSpPr>
        <dsp:cNvPr id="0" name=""/>
        <dsp:cNvSpPr/>
      </dsp:nvSpPr>
      <dsp:spPr>
        <a:xfrm>
          <a:off x="0" y="3216476"/>
          <a:ext cx="5955658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2">
              <a:hueOff val="3694879"/>
              <a:satOff val="-634"/>
              <a:lumOff val="-6535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D7D42FAA-FBD2-41DD-AAA7-60AAA54374C8}">
      <dsp:nvSpPr>
        <dsp:cNvPr id="0" name=""/>
        <dsp:cNvSpPr/>
      </dsp:nvSpPr>
      <dsp:spPr>
        <a:xfrm>
          <a:off x="297782" y="2773676"/>
          <a:ext cx="4168960" cy="885600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4"/>
                <a:lumOff val="-653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4"/>
                <a:lumOff val="-653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4"/>
                <a:lumOff val="-653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DEMANDA ENERGETICA</a:t>
          </a:r>
          <a:endParaRPr kern="1200" lang="en-US" sz="3000"/>
        </a:p>
      </dsp:txBody>
      <dsp:txXfrm>
        <a:off x="341013" y="2816907"/>
        <a:ext cx="4082498" cy="799138"/>
      </dsp:txXfrm>
    </dsp:sp>
    <dsp:sp modelId="{A4406E9D-894B-469F-ACAD-A3C633BA8B35}">
      <dsp:nvSpPr>
        <dsp:cNvPr id="0" name=""/>
        <dsp:cNvSpPr/>
      </dsp:nvSpPr>
      <dsp:spPr>
        <a:xfrm>
          <a:off x="0" y="4577277"/>
          <a:ext cx="5955658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2">
              <a:hueOff val="5542319"/>
              <a:satOff val="-952"/>
              <a:lumOff val="-9803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2B6684F2-F277-4B9E-BD20-05D3EB629EDF}">
      <dsp:nvSpPr>
        <dsp:cNvPr id="0" name=""/>
        <dsp:cNvSpPr/>
      </dsp:nvSpPr>
      <dsp:spPr>
        <a:xfrm>
          <a:off x="297782" y="4134477"/>
          <a:ext cx="4168960" cy="88560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2"/>
                <a:lumOff val="-98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2"/>
                <a:lumOff val="-98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2"/>
                <a:lumOff val="-98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METABOLISMO MAIS ACELERADO</a:t>
          </a:r>
          <a:endParaRPr kern="1200" lang="en-US" sz="3000"/>
        </a:p>
      </dsp:txBody>
      <dsp:txXfrm>
        <a:off x="341013" y="4177708"/>
        <a:ext cx="4082498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CAAA9668-06E4-4B6F-99DB-0C8491D4795C}">
      <dsp:nvSpPr>
        <dsp:cNvPr id="0" name=""/>
        <dsp:cNvSpPr/>
      </dsp:nvSpPr>
      <dsp:spPr>
        <a:xfrm>
          <a:off x="0" y="320276"/>
          <a:ext cx="595565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DAADFA17-C94F-4B66-AA09-B2E734F491E6}">
      <dsp:nvSpPr>
        <dsp:cNvPr id="0" name=""/>
        <dsp:cNvSpPr/>
      </dsp:nvSpPr>
      <dsp:spPr>
        <a:xfrm>
          <a:off x="297782" y="25076"/>
          <a:ext cx="4168960" cy="590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8890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000"/>
            <a:t>PESO DA AVE 180-200 GRAMAS</a:t>
          </a:r>
          <a:endParaRPr kern="1200" lang="en-US" sz="2000"/>
        </a:p>
      </dsp:txBody>
      <dsp:txXfrm>
        <a:off x="326603" y="53897"/>
        <a:ext cx="4111318" cy="532758"/>
      </dsp:txXfrm>
    </dsp:sp>
    <dsp:sp modelId="{C4D746F0-1C1A-4E58-B44A-69B7699B4B5E}">
      <dsp:nvSpPr>
        <dsp:cNvPr id="0" name=""/>
        <dsp:cNvSpPr/>
      </dsp:nvSpPr>
      <dsp:spPr>
        <a:xfrm>
          <a:off x="0" y="1227476"/>
          <a:ext cx="595565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3212796"/>
              <a:satOff val="574"/>
              <a:lumOff val="-1254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DFA6027A-874E-42C0-9330-3089645EFBE5}">
      <dsp:nvSpPr>
        <dsp:cNvPr id="0" name=""/>
        <dsp:cNvSpPr/>
      </dsp:nvSpPr>
      <dsp:spPr>
        <a:xfrm>
          <a:off x="297782" y="932276"/>
          <a:ext cx="4168960" cy="590400"/>
        </a:xfrm>
        <a:prstGeom prst="roundRect">
          <a:avLst/>
        </a:prstGeom>
        <a:gradFill rotWithShape="0">
          <a:gsLst>
            <a:gs pos="0">
              <a:schemeClr val="accent5">
                <a:hueOff val="-3212796"/>
                <a:satOff val="574"/>
                <a:lumOff val="-125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212796"/>
                <a:satOff val="574"/>
                <a:lumOff val="-125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212796"/>
                <a:satOff val="574"/>
                <a:lumOff val="-125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8890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000"/>
            <a:t>PESO DO OVO 11 A 13 GRAMAS</a:t>
          </a:r>
          <a:endParaRPr kern="1200" lang="en-US" sz="2000"/>
        </a:p>
      </dsp:txBody>
      <dsp:txXfrm>
        <a:off x="326603" y="961097"/>
        <a:ext cx="4111318" cy="532758"/>
      </dsp:txXfrm>
    </dsp:sp>
    <dsp:sp modelId="{91AFD45E-B153-4B05-BA09-037B9D5CD0AE}">
      <dsp:nvSpPr>
        <dsp:cNvPr id="0" name=""/>
        <dsp:cNvSpPr/>
      </dsp:nvSpPr>
      <dsp:spPr>
        <a:xfrm>
          <a:off x="0" y="2134677"/>
          <a:ext cx="595565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6425592"/>
              <a:satOff val="1148"/>
              <a:lumOff val="-2509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46CB2A38-50F7-4588-A24C-01B8E87809AB}">
      <dsp:nvSpPr>
        <dsp:cNvPr id="0" name=""/>
        <dsp:cNvSpPr/>
      </dsp:nvSpPr>
      <dsp:spPr>
        <a:xfrm>
          <a:off x="297782" y="1839476"/>
          <a:ext cx="4168960" cy="590400"/>
        </a:xfrm>
        <a:prstGeom prst="roundRect">
          <a:avLst/>
        </a:prstGeom>
        <a:gradFill rotWithShape="0">
          <a:gsLst>
            <a:gs pos="0">
              <a:schemeClr val="accent5">
                <a:hueOff val="-6425592"/>
                <a:satOff val="1148"/>
                <a:lumOff val="-250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6425592"/>
                <a:satOff val="1148"/>
                <a:lumOff val="-250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6425592"/>
                <a:satOff val="1148"/>
                <a:lumOff val="-2509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8890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000"/>
            <a:t>PROPORÇÃO OVO/AVE  6,3%</a:t>
          </a:r>
          <a:endParaRPr kern="1200" lang="en-US" sz="2000"/>
        </a:p>
      </dsp:txBody>
      <dsp:txXfrm>
        <a:off x="326603" y="1868297"/>
        <a:ext cx="4111318" cy="532758"/>
      </dsp:txXfrm>
    </dsp:sp>
    <dsp:sp modelId="{F0B0835E-74A9-45F7-9DE8-230D73D271B2}">
      <dsp:nvSpPr>
        <dsp:cNvPr id="0" name=""/>
        <dsp:cNvSpPr/>
      </dsp:nvSpPr>
      <dsp:spPr>
        <a:xfrm>
          <a:off x="0" y="3041877"/>
          <a:ext cx="595565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9638390"/>
              <a:satOff val="1722"/>
              <a:lumOff val="-3764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0CAB6EEE-529A-45BA-9358-A37DB85EB7B4}">
      <dsp:nvSpPr>
        <dsp:cNvPr id="0" name=""/>
        <dsp:cNvSpPr/>
      </dsp:nvSpPr>
      <dsp:spPr>
        <a:xfrm>
          <a:off x="297782" y="2746677"/>
          <a:ext cx="4168960" cy="590400"/>
        </a:xfrm>
        <a:prstGeom prst="roundRect">
          <a:avLst/>
        </a:prstGeom>
        <a:gradFill rotWithShape="0">
          <a:gsLst>
            <a:gs pos="0">
              <a:schemeClr val="accent5">
                <a:hueOff val="-9638390"/>
                <a:satOff val="1722"/>
                <a:lumOff val="-376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9638390"/>
                <a:satOff val="1722"/>
                <a:lumOff val="-376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9638390"/>
                <a:satOff val="1722"/>
                <a:lumOff val="-376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8890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000"/>
            <a:t>OVO GALINHA 107 GRAMAS??? (1.7 KG)</a:t>
          </a:r>
          <a:endParaRPr kern="1200" lang="en-US" sz="2000"/>
        </a:p>
      </dsp:txBody>
      <dsp:txXfrm>
        <a:off x="326603" y="2775498"/>
        <a:ext cx="4111318" cy="532758"/>
      </dsp:txXfrm>
    </dsp:sp>
    <dsp:sp modelId="{46578038-AD8B-45AD-B49C-B309625CA0BE}">
      <dsp:nvSpPr>
        <dsp:cNvPr id="0" name=""/>
        <dsp:cNvSpPr/>
      </dsp:nvSpPr>
      <dsp:spPr>
        <a:xfrm>
          <a:off x="0" y="3949077"/>
          <a:ext cx="595565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12851186"/>
              <a:satOff val="2296"/>
              <a:lumOff val="-5019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7E334815-CC4F-4908-82C6-FF52F8697B05}">
      <dsp:nvSpPr>
        <dsp:cNvPr id="0" name=""/>
        <dsp:cNvSpPr/>
      </dsp:nvSpPr>
      <dsp:spPr>
        <a:xfrm>
          <a:off x="297782" y="3653877"/>
          <a:ext cx="4168960" cy="590400"/>
        </a:xfrm>
        <a:prstGeom prst="roundRect">
          <a:avLst/>
        </a:prstGeom>
        <a:gradFill rotWithShape="0">
          <a:gsLst>
            <a:gs pos="0">
              <a:schemeClr val="accent5">
                <a:hueOff val="-12851186"/>
                <a:satOff val="2296"/>
                <a:lumOff val="-501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2851186"/>
                <a:satOff val="2296"/>
                <a:lumOff val="-501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2851186"/>
                <a:satOff val="2296"/>
                <a:lumOff val="-5019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8890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000"/>
            <a:t>CRIANÇA 3,780 KG (60 KG)</a:t>
          </a:r>
          <a:endParaRPr kern="1200" lang="en-US" sz="2000"/>
        </a:p>
      </dsp:txBody>
      <dsp:txXfrm>
        <a:off x="326603" y="3682698"/>
        <a:ext cx="4111318" cy="532758"/>
      </dsp:txXfrm>
    </dsp:sp>
    <dsp:sp modelId="{351DC811-736E-4309-B791-5A1C62B7E6EF}">
      <dsp:nvSpPr>
        <dsp:cNvPr id="0" name=""/>
        <dsp:cNvSpPr/>
      </dsp:nvSpPr>
      <dsp:spPr>
        <a:xfrm>
          <a:off x="0" y="4856277"/>
          <a:ext cx="595565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16063984"/>
              <a:satOff val="2870"/>
              <a:lumOff val="-6274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AC26994D-0333-4371-8FDD-2C2678B159F1}">
      <dsp:nvSpPr>
        <dsp:cNvPr id="0" name=""/>
        <dsp:cNvSpPr/>
      </dsp:nvSpPr>
      <dsp:spPr>
        <a:xfrm>
          <a:off x="297782" y="4561077"/>
          <a:ext cx="4168960" cy="590400"/>
        </a:xfrm>
        <a:prstGeom prst="roundRect">
          <a:avLst/>
        </a:prstGeom>
        <a:gradFill rotWithShape="0">
          <a:gsLst>
            <a:gs pos="0">
              <a:schemeClr val="accent5">
                <a:hueOff val="-16063984"/>
                <a:satOff val="2870"/>
                <a:lumOff val="-627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6063984"/>
                <a:satOff val="2870"/>
                <a:lumOff val="-627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6063984"/>
                <a:satOff val="2870"/>
                <a:lumOff val="-627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8890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000"/>
            <a:t>BEZERRO 25,2 KG (400 KG)</a:t>
          </a:r>
          <a:endParaRPr kern="1200" lang="en-US" sz="2000"/>
        </a:p>
      </dsp:txBody>
      <dsp:txXfrm>
        <a:off x="326603" y="4589898"/>
        <a:ext cx="4111318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856DC177-1317-48FE-B3C9-5E6AB96658B2}">
      <dsp:nvSpPr>
        <dsp:cNvPr id="0" name=""/>
        <dsp:cNvSpPr/>
      </dsp:nvSpPr>
      <dsp:spPr>
        <a:xfrm rot="5400000">
          <a:off x="2999072" y="-592275"/>
          <a:ext cx="2101550" cy="3811621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55245" lIns="110490" numCol="1" rIns="110490" spcCol="1270" spcFirstLastPara="0" tIns="55245" vert="horz" wrap="square">
          <a:noAutofit/>
        </a:bodyPr>
        <a:lstStyle/>
        <a:p>
          <a:pPr algn="l" defTabSz="1289050" indent="-285750" lvl="1" marL="28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900"/>
            <a:t>CONDIÇÕES NORMAIS</a:t>
          </a:r>
          <a:endParaRPr kern="1200" lang="en-US" sz="2900"/>
        </a:p>
        <a:p>
          <a:pPr algn="l" defTabSz="1289050" indent="-285750" lvl="1" marL="28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900"/>
            <a:t>DESAFIOS MANEJO</a:t>
          </a:r>
          <a:endParaRPr kern="1200" lang="en-US" sz="2900"/>
        </a:p>
        <a:p>
          <a:pPr algn="l" defTabSz="1289050" indent="-285750" lvl="1" marL="28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900"/>
            <a:t>DESAFIOS DOENÇAS</a:t>
          </a:r>
          <a:endParaRPr kern="1200" lang="en-US" sz="2900"/>
        </a:p>
      </dsp:txBody>
      <dsp:txXfrm rot="-5400000">
        <a:off x="2144037" y="365349"/>
        <a:ext cx="3709032" cy="1896372"/>
      </dsp:txXfrm>
    </dsp:sp>
    <dsp:sp modelId="{95850E02-D407-441C-A83C-B0F6FC982B77}">
      <dsp:nvSpPr>
        <dsp:cNvPr id="0" name=""/>
        <dsp:cNvSpPr/>
      </dsp:nvSpPr>
      <dsp:spPr>
        <a:xfrm>
          <a:off x="0" y="65"/>
          <a:ext cx="2144036" cy="262693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51435" lIns="102870" numCol="1" rIns="102870" spcCol="1270" spcFirstLastPara="0" tIns="51435" vert="horz" wrap="square">
          <a:noAutofit/>
        </a:bodyPr>
        <a:lstStyle/>
        <a:p>
          <a:pPr algn="ctr" defTabSz="12001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700"/>
            <a:t>MANTENÇA</a:t>
          </a:r>
          <a:endParaRPr kern="1200" lang="en-US" sz="2700"/>
        </a:p>
      </dsp:txBody>
      <dsp:txXfrm>
        <a:off x="104663" y="104728"/>
        <a:ext cx="1934710" cy="2417611"/>
      </dsp:txXfrm>
    </dsp:sp>
    <dsp:sp modelId="{2395440B-E95D-4889-B5AD-679390A9B786}">
      <dsp:nvSpPr>
        <dsp:cNvPr id="0" name=""/>
        <dsp:cNvSpPr/>
      </dsp:nvSpPr>
      <dsp:spPr>
        <a:xfrm rot="5400000">
          <a:off x="2999072" y="2166008"/>
          <a:ext cx="2101550" cy="3811621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55245" lIns="110490" numCol="1" rIns="110490" spcCol="1270" spcFirstLastPara="0" tIns="55245" vert="horz" wrap="square">
          <a:noAutofit/>
        </a:bodyPr>
        <a:lstStyle/>
        <a:p>
          <a:pPr algn="l" defTabSz="1289050" indent="-285750" lvl="1" marL="28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900"/>
            <a:t>PERCENTUAL</a:t>
          </a:r>
          <a:endParaRPr kern="1200" lang="en-US" sz="2900"/>
        </a:p>
        <a:p>
          <a:pPr algn="l" defTabSz="1289050" indent="-285750" lvl="1" marL="28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900"/>
            <a:t>PESO DOS OVOS</a:t>
          </a:r>
          <a:endParaRPr kern="1200" lang="en-US" sz="2900"/>
        </a:p>
      </dsp:txBody>
      <dsp:txXfrm rot="-5400000">
        <a:off x="2144037" y="3123633"/>
        <a:ext cx="3709032" cy="1896372"/>
      </dsp:txXfrm>
    </dsp:sp>
    <dsp:sp modelId="{CAF9CD03-2C52-4AF3-ADD9-583F1F338FEF}">
      <dsp:nvSpPr>
        <dsp:cNvPr id="0" name=""/>
        <dsp:cNvSpPr/>
      </dsp:nvSpPr>
      <dsp:spPr>
        <a:xfrm>
          <a:off x="0" y="2758350"/>
          <a:ext cx="2144036" cy="26269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51435" lIns="102870" numCol="1" rIns="102870" spcCol="1270" spcFirstLastPara="0" tIns="51435" vert="horz" wrap="square">
          <a:noAutofit/>
        </a:bodyPr>
        <a:lstStyle/>
        <a:p>
          <a:pPr algn="ctr" defTabSz="12001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700"/>
            <a:t>PRODUÇÃO</a:t>
          </a:r>
          <a:endParaRPr kern="1200" lang="en-US" sz="2700"/>
        </a:p>
      </dsp:txBody>
      <dsp:txXfrm>
        <a:off x="104663" y="2863013"/>
        <a:ext cx="1934710" cy="2417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2A80EFD7-575A-495B-9946-7EF84245390F}">
      <dsp:nvSpPr>
        <dsp:cNvPr id="0" name=""/>
        <dsp:cNvSpPr/>
      </dsp:nvSpPr>
      <dsp:spPr>
        <a:xfrm>
          <a:off x="0" y="467426"/>
          <a:ext cx="595565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657630AB-6E16-4525-B9F7-481D49820105}">
      <dsp:nvSpPr>
        <dsp:cNvPr id="0" name=""/>
        <dsp:cNvSpPr/>
      </dsp:nvSpPr>
      <dsp:spPr>
        <a:xfrm>
          <a:off x="297782" y="98426"/>
          <a:ext cx="4168960" cy="7380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1112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500"/>
            <a:t>SAUDE INTESTINAL </a:t>
          </a:r>
          <a:endParaRPr kern="1200" lang="en-US" sz="2500"/>
        </a:p>
      </dsp:txBody>
      <dsp:txXfrm>
        <a:off x="333808" y="134452"/>
        <a:ext cx="4096908" cy="665948"/>
      </dsp:txXfrm>
    </dsp:sp>
    <dsp:sp modelId="{110A5FE1-03B8-4240-AF04-C97065888042}">
      <dsp:nvSpPr>
        <dsp:cNvPr id="0" name=""/>
        <dsp:cNvSpPr/>
      </dsp:nvSpPr>
      <dsp:spPr>
        <a:xfrm>
          <a:off x="0" y="1601427"/>
          <a:ext cx="595565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5354660"/>
              <a:satOff val="957"/>
              <a:lumOff val="-2091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0289B8BF-B682-434D-A93F-BE93E32A28BC}">
      <dsp:nvSpPr>
        <dsp:cNvPr id="0" name=""/>
        <dsp:cNvSpPr/>
      </dsp:nvSpPr>
      <dsp:spPr>
        <a:xfrm>
          <a:off x="297782" y="1232427"/>
          <a:ext cx="4168960" cy="738000"/>
        </a:xfrm>
        <a:prstGeom prst="roundRect">
          <a:avLst/>
        </a:prstGeom>
        <a:gradFill rotWithShape="0">
          <a:gsLst>
            <a:gs pos="0">
              <a:schemeClr val="accent5">
                <a:hueOff val="-5354660"/>
                <a:satOff val="957"/>
                <a:lumOff val="-209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5354660"/>
                <a:satOff val="957"/>
                <a:lumOff val="-209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5354660"/>
                <a:satOff val="957"/>
                <a:lumOff val="-209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1112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500"/>
            <a:t>ABSORÇÃO DE NUTRIENTES</a:t>
          </a:r>
          <a:endParaRPr kern="1200" lang="en-US" sz="2500"/>
        </a:p>
      </dsp:txBody>
      <dsp:txXfrm>
        <a:off x="333808" y="1268453"/>
        <a:ext cx="4096908" cy="665948"/>
      </dsp:txXfrm>
    </dsp:sp>
    <dsp:sp modelId="{428E6E34-E0CE-4283-BEB5-B9294E8976E5}">
      <dsp:nvSpPr>
        <dsp:cNvPr id="0" name=""/>
        <dsp:cNvSpPr/>
      </dsp:nvSpPr>
      <dsp:spPr>
        <a:xfrm>
          <a:off x="0" y="2735427"/>
          <a:ext cx="5955658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10709322"/>
              <a:satOff val="1913"/>
              <a:lumOff val="-4182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177800" lIns="462225" numCol="1" rIns="462225" spcCol="1270" spcFirstLastPara="0" tIns="520700" vert="horz" wrap="square">
          <a:noAutofit/>
        </a:bodyPr>
        <a:lstStyle/>
        <a:p>
          <a:pPr algn="l" defTabSz="1111250" indent="-228600" lvl="1" marL="228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500"/>
            <a:t>CALCIO/FOSFORO</a:t>
          </a:r>
          <a:endParaRPr kern="1200" lang="en-US" sz="2500"/>
        </a:p>
        <a:p>
          <a:pPr algn="l" defTabSz="1111250" indent="-228600" lvl="1" marL="228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pt-BR" kern="1200" lang="pt-BR" sz="2500"/>
            <a:t>LISINA/METIONINA</a:t>
          </a:r>
          <a:endParaRPr kern="1200" lang="en-US" sz="2500"/>
        </a:p>
      </dsp:txBody>
      <dsp:txXfrm>
        <a:off x="0" y="2735427"/>
        <a:ext cx="5955658" cy="1417500"/>
      </dsp:txXfrm>
    </dsp:sp>
    <dsp:sp modelId="{27D62CF2-A110-431B-A456-DDFECC7C4A76}">
      <dsp:nvSpPr>
        <dsp:cNvPr id="0" name=""/>
        <dsp:cNvSpPr/>
      </dsp:nvSpPr>
      <dsp:spPr>
        <a:xfrm>
          <a:off x="297782" y="2366427"/>
          <a:ext cx="4168960" cy="738000"/>
        </a:xfrm>
        <a:prstGeom prst="roundRect">
          <a:avLst/>
        </a:prstGeom>
        <a:gradFill rotWithShape="0">
          <a:gsLst>
            <a:gs pos="0">
              <a:schemeClr val="accent5">
                <a:hueOff val="-10709322"/>
                <a:satOff val="1913"/>
                <a:lumOff val="-418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0709322"/>
                <a:satOff val="1913"/>
                <a:lumOff val="-418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0709322"/>
                <a:satOff val="1913"/>
                <a:lumOff val="-418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1112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500"/>
            <a:t>PROPORÇÃO ADEQUADA </a:t>
          </a:r>
          <a:endParaRPr kern="1200" lang="en-US" sz="2500"/>
        </a:p>
      </dsp:txBody>
      <dsp:txXfrm>
        <a:off x="333808" y="2402453"/>
        <a:ext cx="4096908" cy="665948"/>
      </dsp:txXfrm>
    </dsp:sp>
    <dsp:sp modelId="{CEFDAA63-C633-4FDC-960C-81CCED4FC07F}">
      <dsp:nvSpPr>
        <dsp:cNvPr id="0" name=""/>
        <dsp:cNvSpPr/>
      </dsp:nvSpPr>
      <dsp:spPr>
        <a:xfrm>
          <a:off x="0" y="4656927"/>
          <a:ext cx="595565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9525">
          <a:solidFill>
            <a:schemeClr val="accent5">
              <a:hueOff val="-16063984"/>
              <a:satOff val="2870"/>
              <a:lumOff val="-6274"/>
              <a:alphaOff val="0"/>
            </a:schemeClr>
          </a:solidFill>
          <a:prstDash val="solid"/>
        </a:ln>
        <a:effectLst/>
      </dsp:spPr>
      <dsp:style>
        <a:lnRef idx="1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</dsp:sp>
    <dsp:sp modelId="{53EBFA80-5F71-4D39-891D-10FB474BA2E4}">
      <dsp:nvSpPr>
        <dsp:cNvPr id="0" name=""/>
        <dsp:cNvSpPr/>
      </dsp:nvSpPr>
      <dsp:spPr>
        <a:xfrm>
          <a:off x="297782" y="4287927"/>
          <a:ext cx="4168960" cy="738000"/>
        </a:xfrm>
        <a:prstGeom prst="roundRect">
          <a:avLst/>
        </a:prstGeom>
        <a:gradFill rotWithShape="0">
          <a:gsLst>
            <a:gs pos="0">
              <a:schemeClr val="accent5">
                <a:hueOff val="-16063984"/>
                <a:satOff val="2870"/>
                <a:lumOff val="-627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6063984"/>
                <a:satOff val="2870"/>
                <a:lumOff val="-627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6063984"/>
                <a:satOff val="2870"/>
                <a:lumOff val="-627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0" lIns="157577" numCol="1" rIns="157577" spcCol="1270" spcFirstLastPara="0" tIns="0" vert="horz" wrap="square">
          <a:noAutofit/>
        </a:bodyPr>
        <a:lstStyle/>
        <a:p>
          <a:pPr algn="l" defTabSz="11112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2500"/>
            <a:t>EQUILIBRIO NUTRICIONAL</a:t>
          </a:r>
          <a:endParaRPr kern="1200" lang="en-US" sz="2500"/>
        </a:p>
      </dsp:txBody>
      <dsp:txXfrm>
        <a:off x="333808" y="4323953"/>
        <a:ext cx="4096908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E4B8BE44-471A-4E48-9B5C-023325D24FB8}">
      <dsp:nvSpPr>
        <dsp:cNvPr id="0" name=""/>
        <dsp:cNvSpPr/>
      </dsp:nvSpPr>
      <dsp:spPr>
        <a:xfrm>
          <a:off x="0" y="58016"/>
          <a:ext cx="5955658" cy="959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56210" lIns="156210" numCol="1" rIns="156210" spcCol="1270" spcFirstLastPara="0" tIns="156210" vert="horz" wrap="square">
          <a:noAutofit/>
        </a:bodyPr>
        <a:lstStyle/>
        <a:p>
          <a:pPr algn="l" defTabSz="18224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4100"/>
            <a:t>INICIAL</a:t>
          </a:r>
          <a:endParaRPr kern="1200" lang="en-US" sz="4100"/>
        </a:p>
      </dsp:txBody>
      <dsp:txXfrm>
        <a:off x="46834" y="104850"/>
        <a:ext cx="5861990" cy="865732"/>
      </dsp:txXfrm>
    </dsp:sp>
    <dsp:sp modelId="{15116752-6825-4648-B683-12B76004097D}">
      <dsp:nvSpPr>
        <dsp:cNvPr id="0" name=""/>
        <dsp:cNvSpPr/>
      </dsp:nvSpPr>
      <dsp:spPr>
        <a:xfrm>
          <a:off x="0" y="1135496"/>
          <a:ext cx="5955658" cy="959400"/>
        </a:xfrm>
        <a:prstGeom prst="roundRect">
          <a:avLst/>
        </a:prstGeom>
        <a:gradFill rotWithShape="0">
          <a:gsLst>
            <a:gs pos="0">
              <a:schemeClr val="accent2">
                <a:hueOff val="1385580"/>
                <a:satOff val="-237"/>
                <a:lumOff val="-245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385580"/>
                <a:satOff val="-237"/>
                <a:lumOff val="-245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385580"/>
                <a:satOff val="-237"/>
                <a:lumOff val="-245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56210" lIns="156210" numCol="1" rIns="156210" spcCol="1270" spcFirstLastPara="0" tIns="156210" vert="horz" wrap="square">
          <a:noAutofit/>
        </a:bodyPr>
        <a:lstStyle/>
        <a:p>
          <a:pPr algn="l" defTabSz="18224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4100"/>
            <a:t>CRESCIMENTO</a:t>
          </a:r>
          <a:endParaRPr kern="1200" lang="en-US" sz="4100"/>
        </a:p>
      </dsp:txBody>
      <dsp:txXfrm>
        <a:off x="46834" y="1182330"/>
        <a:ext cx="5861990" cy="865732"/>
      </dsp:txXfrm>
    </dsp:sp>
    <dsp:sp modelId="{FA8D369D-4187-44D8-BDA3-2E72AFD13A3F}">
      <dsp:nvSpPr>
        <dsp:cNvPr id="0" name=""/>
        <dsp:cNvSpPr/>
      </dsp:nvSpPr>
      <dsp:spPr>
        <a:xfrm>
          <a:off x="0" y="2212976"/>
          <a:ext cx="5955658" cy="959400"/>
        </a:xfrm>
        <a:prstGeom prst="roundRect">
          <a:avLst/>
        </a:prstGeom>
        <a:gradFill rotWithShape="0">
          <a:gsLst>
            <a:gs pos="0">
              <a:schemeClr val="accent2">
                <a:hueOff val="2771159"/>
                <a:satOff val="-476"/>
                <a:lumOff val="-49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6"/>
                <a:lumOff val="-49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6"/>
                <a:lumOff val="-49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56210" lIns="156210" numCol="1" rIns="156210" spcCol="1270" spcFirstLastPara="0" tIns="156210" vert="horz" wrap="square">
          <a:noAutofit/>
        </a:bodyPr>
        <a:lstStyle/>
        <a:p>
          <a:pPr algn="l" defTabSz="18224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4100"/>
            <a:t>PRE POSTURA</a:t>
          </a:r>
          <a:endParaRPr kern="1200" lang="en-US" sz="4100"/>
        </a:p>
      </dsp:txBody>
      <dsp:txXfrm>
        <a:off x="46834" y="2259810"/>
        <a:ext cx="5861990" cy="865732"/>
      </dsp:txXfrm>
    </dsp:sp>
    <dsp:sp modelId="{67C3248D-3861-4AB8-AA51-F29B53DB8FF8}">
      <dsp:nvSpPr>
        <dsp:cNvPr id="0" name=""/>
        <dsp:cNvSpPr/>
      </dsp:nvSpPr>
      <dsp:spPr>
        <a:xfrm>
          <a:off x="0" y="3290456"/>
          <a:ext cx="5955658" cy="959400"/>
        </a:xfrm>
        <a:prstGeom prst="roundRect">
          <a:avLst/>
        </a:prstGeom>
        <a:gradFill rotWithShape="0">
          <a:gsLst>
            <a:gs pos="0">
              <a:schemeClr val="accent2">
                <a:hueOff val="4156739"/>
                <a:satOff val="-714"/>
                <a:lumOff val="-735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156739"/>
                <a:satOff val="-714"/>
                <a:lumOff val="-735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156739"/>
                <a:satOff val="-714"/>
                <a:lumOff val="-735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56210" lIns="156210" numCol="1" rIns="156210" spcCol="1270" spcFirstLastPara="0" tIns="156210" vert="horz" wrap="square">
          <a:noAutofit/>
        </a:bodyPr>
        <a:lstStyle/>
        <a:p>
          <a:pPr algn="l" defTabSz="18224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4100"/>
            <a:t>POSTURA PICO</a:t>
          </a:r>
          <a:endParaRPr kern="1200" lang="en-US" sz="4100"/>
        </a:p>
      </dsp:txBody>
      <dsp:txXfrm>
        <a:off x="46834" y="3337290"/>
        <a:ext cx="5861990" cy="865732"/>
      </dsp:txXfrm>
    </dsp:sp>
    <dsp:sp modelId="{BF4EC03D-804E-4EAD-9AFC-E3A5F398E32A}">
      <dsp:nvSpPr>
        <dsp:cNvPr id="0" name=""/>
        <dsp:cNvSpPr/>
      </dsp:nvSpPr>
      <dsp:spPr>
        <a:xfrm>
          <a:off x="0" y="4367937"/>
          <a:ext cx="5955658" cy="95940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2"/>
                <a:lumOff val="-98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2"/>
                <a:lumOff val="-98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2"/>
                <a:lumOff val="-98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56210" lIns="156210" numCol="1" rIns="156210" spcCol="1270" spcFirstLastPara="0" tIns="156210" vert="horz" wrap="square">
          <a:noAutofit/>
        </a:bodyPr>
        <a:lstStyle/>
        <a:p>
          <a:pPr algn="l" defTabSz="18224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4100"/>
            <a:t>POSTURA MANUTENÇÃO</a:t>
          </a:r>
          <a:endParaRPr kern="1200" lang="en-US" sz="4100"/>
        </a:p>
      </dsp:txBody>
      <dsp:txXfrm>
        <a:off x="46834" y="4414771"/>
        <a:ext cx="5861990" cy="8657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0FFD1FC6-2083-446F-B31A-29C28E300CCF}">
      <dsp:nvSpPr>
        <dsp:cNvPr id="0" name=""/>
        <dsp:cNvSpPr/>
      </dsp:nvSpPr>
      <dsp:spPr>
        <a:xfrm>
          <a:off x="285152" y="0"/>
          <a:ext cx="5385354" cy="538535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b="0" g="0" r="0"/>
        </a:lnRef>
        <a:fillRef idx="1">
          <a:scrgbClr b="0" g="0" r="0"/>
        </a:fillRef>
        <a:effectRef idx="2">
          <a:scrgbClr b="0" g="0" r="0"/>
        </a:effectRef>
        <a:fontRef idx="minor"/>
      </dsp:style>
    </dsp:sp>
    <dsp:sp modelId="{3D240BE1-867D-4C7B-86A4-15B701132605}">
      <dsp:nvSpPr>
        <dsp:cNvPr id="0" name=""/>
        <dsp:cNvSpPr/>
      </dsp:nvSpPr>
      <dsp:spPr>
        <a:xfrm>
          <a:off x="796760" y="511608"/>
          <a:ext cx="2100288" cy="210028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14300" lIns="114300" numCol="1" rIns="114300" spcCol="1270" spcFirstLastPara="0" tIns="114300" vert="horz" wrap="square">
          <a:noAutofit/>
        </a:bodyPr>
        <a:lstStyle/>
        <a:p>
          <a:pPr algn="ctr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PB 24% A 26%</a:t>
          </a:r>
          <a:endParaRPr kern="1200" lang="en-US" sz="3000"/>
        </a:p>
      </dsp:txBody>
      <dsp:txXfrm>
        <a:off x="899288" y="614136"/>
        <a:ext cx="1895232" cy="1895232"/>
      </dsp:txXfrm>
    </dsp:sp>
    <dsp:sp modelId="{EF108CD7-9BA4-43A8-B341-3B97536DCA86}">
      <dsp:nvSpPr>
        <dsp:cNvPr id="0" name=""/>
        <dsp:cNvSpPr/>
      </dsp:nvSpPr>
      <dsp:spPr>
        <a:xfrm>
          <a:off x="3058609" y="511608"/>
          <a:ext cx="2100288" cy="21002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14300" lIns="114300" numCol="1" rIns="114300" spcCol="1270" spcFirstLastPara="0" tIns="114300" vert="horz" wrap="square">
          <a:noAutofit/>
        </a:bodyPr>
        <a:lstStyle/>
        <a:p>
          <a:pPr algn="ctr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E.M. PROXIMO 3000KCAL</a:t>
          </a:r>
          <a:endParaRPr kern="1200" lang="en-US" sz="3000"/>
        </a:p>
      </dsp:txBody>
      <dsp:txXfrm>
        <a:off x="3161137" y="614136"/>
        <a:ext cx="1895232" cy="1895232"/>
      </dsp:txXfrm>
    </dsp:sp>
    <dsp:sp modelId="{9185DCDB-7176-42FA-97E4-7628347B6A82}">
      <dsp:nvSpPr>
        <dsp:cNvPr id="0" name=""/>
        <dsp:cNvSpPr/>
      </dsp:nvSpPr>
      <dsp:spPr>
        <a:xfrm>
          <a:off x="796760" y="2773457"/>
          <a:ext cx="2100288" cy="210028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14300" lIns="114300" numCol="1" rIns="114300" spcCol="1270" spcFirstLastPara="0" tIns="114300" vert="horz" wrap="square">
          <a:noAutofit/>
        </a:bodyPr>
        <a:lstStyle/>
        <a:p>
          <a:pPr algn="ctr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CALCIO 1%</a:t>
          </a:r>
          <a:endParaRPr kern="1200" lang="en-US" sz="3000"/>
        </a:p>
      </dsp:txBody>
      <dsp:txXfrm>
        <a:off x="899288" y="2875985"/>
        <a:ext cx="1895232" cy="1895232"/>
      </dsp:txXfrm>
    </dsp:sp>
    <dsp:sp modelId="{1ACDBE9D-C249-410C-B6F2-CA9534F76BC5}">
      <dsp:nvSpPr>
        <dsp:cNvPr id="0" name=""/>
        <dsp:cNvSpPr/>
      </dsp:nvSpPr>
      <dsp:spPr>
        <a:xfrm>
          <a:off x="3058609" y="2773457"/>
          <a:ext cx="2100288" cy="210028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b="0" g="0" r="0"/>
        </a:lnRef>
        <a:fillRef idx="3">
          <a:scrgbClr b="0" g="0" r="0"/>
        </a:fillRef>
        <a:effectRef idx="2">
          <a:scrgbClr b="0" g="0" r="0"/>
        </a:effectRef>
        <a:fontRef idx="minor">
          <a:schemeClr val="lt1"/>
        </a:fontRef>
      </dsp:style>
      <dsp:txBody>
        <a:bodyPr anchor="ctr" anchorCtr="0" bIns="114300" lIns="114300" numCol="1" rIns="114300" spcCol="1270" spcFirstLastPara="0" tIns="114300" vert="horz" wrap="square">
          <a:noAutofit/>
        </a:bodyPr>
        <a:lstStyle/>
        <a:p>
          <a:pPr algn="ctr" defTabSz="13335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000"/>
            <a:t>FOSFORO DISP. 0,5%</a:t>
          </a:r>
          <a:endParaRPr kern="1200" lang="en-US" sz="3000"/>
        </a:p>
      </dsp:txBody>
      <dsp:txXfrm>
        <a:off x="3161137" y="2875985"/>
        <a:ext cx="1895232" cy="18952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00A3CDF5-9853-4F25-8C2D-3464DA2DB7BA}">
      <dsp:nvSpPr>
        <dsp:cNvPr id="0" name=""/>
        <dsp:cNvSpPr/>
      </dsp:nvSpPr>
      <dsp:spPr>
        <a:xfrm>
          <a:off x="202996" y="1091"/>
          <a:ext cx="2788146" cy="16728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33350" lIns="133350" numCol="1" rIns="133350" spcCol="1270" spcFirstLastPara="0" tIns="133350" vert="horz" wrap="square">
          <a:noAutofit/>
        </a:bodyPr>
        <a:lstStyle/>
        <a:p>
          <a:pPr algn="ctr" defTabSz="15557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500"/>
            <a:t>PB 22%</a:t>
          </a:r>
          <a:endParaRPr kern="1200" lang="en-US" sz="3500"/>
        </a:p>
      </dsp:txBody>
      <dsp:txXfrm>
        <a:off x="202996" y="1091"/>
        <a:ext cx="2788146" cy="1672887"/>
      </dsp:txXfrm>
    </dsp:sp>
    <dsp:sp modelId="{CD679A33-3023-49F6-8AD9-08597A6282CD}">
      <dsp:nvSpPr>
        <dsp:cNvPr id="0" name=""/>
        <dsp:cNvSpPr/>
      </dsp:nvSpPr>
      <dsp:spPr>
        <a:xfrm>
          <a:off x="3269957" y="1091"/>
          <a:ext cx="2788146" cy="16728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33350" lIns="133350" numCol="1" rIns="133350" spcCol="1270" spcFirstLastPara="0" tIns="133350" vert="horz" wrap="square">
          <a:noAutofit/>
        </a:bodyPr>
        <a:lstStyle/>
        <a:p>
          <a:pPr algn="ctr" defTabSz="15557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500"/>
            <a:t>E.M. PROXIMO 2800KCAL</a:t>
          </a:r>
          <a:endParaRPr kern="1200" lang="en-US" sz="3500"/>
        </a:p>
      </dsp:txBody>
      <dsp:txXfrm>
        <a:off x="3269957" y="1091"/>
        <a:ext cx="2788146" cy="1672887"/>
      </dsp:txXfrm>
    </dsp:sp>
    <dsp:sp modelId="{C8F82847-F286-4CDA-9415-34A73242169E}">
      <dsp:nvSpPr>
        <dsp:cNvPr id="0" name=""/>
        <dsp:cNvSpPr/>
      </dsp:nvSpPr>
      <dsp:spPr>
        <a:xfrm>
          <a:off x="202996" y="1952793"/>
          <a:ext cx="2788146" cy="16728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33350" lIns="133350" numCol="1" rIns="133350" spcCol="1270" spcFirstLastPara="0" tIns="133350" vert="horz" wrap="square">
          <a:noAutofit/>
        </a:bodyPr>
        <a:lstStyle/>
        <a:p>
          <a:pPr algn="ctr" defTabSz="15557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500"/>
            <a:t>CALCIO ACIMA DE 3%</a:t>
          </a:r>
          <a:endParaRPr kern="1200" lang="en-US" sz="3500"/>
        </a:p>
      </dsp:txBody>
      <dsp:txXfrm>
        <a:off x="202996" y="1952793"/>
        <a:ext cx="2788146" cy="1672887"/>
      </dsp:txXfrm>
    </dsp:sp>
    <dsp:sp modelId="{2227CEEF-64FB-4954-AB03-221EDC58E464}">
      <dsp:nvSpPr>
        <dsp:cNvPr id="0" name=""/>
        <dsp:cNvSpPr/>
      </dsp:nvSpPr>
      <dsp:spPr>
        <a:xfrm>
          <a:off x="3269957" y="1952793"/>
          <a:ext cx="2788146" cy="167288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33350" lIns="133350" numCol="1" rIns="133350" spcCol="1270" spcFirstLastPara="0" tIns="133350" vert="horz" wrap="square">
          <a:noAutofit/>
        </a:bodyPr>
        <a:lstStyle/>
        <a:p>
          <a:pPr algn="ctr" defTabSz="15557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500"/>
            <a:t>FOSFORO DISP. 0,5%</a:t>
          </a:r>
          <a:endParaRPr kern="1200" lang="en-US" sz="3500"/>
        </a:p>
      </dsp:txBody>
      <dsp:txXfrm>
        <a:off x="3269957" y="1952793"/>
        <a:ext cx="2788146" cy="1672887"/>
      </dsp:txXfrm>
    </dsp:sp>
    <dsp:sp modelId="{A6A418D0-B64B-4CD6-A41B-6651F410D192}">
      <dsp:nvSpPr>
        <dsp:cNvPr id="0" name=""/>
        <dsp:cNvSpPr/>
      </dsp:nvSpPr>
      <dsp:spPr>
        <a:xfrm>
          <a:off x="1736476" y="3904495"/>
          <a:ext cx="2788146" cy="167288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33350" lIns="133350" numCol="1" rIns="133350" spcCol="1270" spcFirstLastPara="0" tIns="133350" vert="horz" wrap="square">
          <a:noAutofit/>
        </a:bodyPr>
        <a:lstStyle/>
        <a:p>
          <a:pPr algn="ctr" defTabSz="15557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500"/>
            <a:t>METIONINA 0,470</a:t>
          </a:r>
          <a:endParaRPr kern="1200" lang="en-US" sz="3500"/>
        </a:p>
      </dsp:txBody>
      <dsp:txXfrm>
        <a:off x="1736476" y="3904495"/>
        <a:ext cx="2788146" cy="16728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687A9715-A6EA-4748-8286-13BFCC09F078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fmla="val 10000" name="adj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</dsp:sp>
    <dsp:sp modelId="{65F862B1-3409-4EC6-95A3-2D23A360F8E6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fmla="val 10000" name="adj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118110" lIns="118110" numCol="1" rIns="118110" spcCol="1270" spcFirstLastPara="0" tIns="118110" vert="horz" wrap="square">
          <a:noAutofit/>
        </a:bodyPr>
        <a:lstStyle/>
        <a:p>
          <a:pPr algn="ctr" defTabSz="13779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100"/>
            <a:t>UNIFORMIDADE DAS AVES</a:t>
          </a:r>
          <a:endParaRPr kern="1200" lang="en-US" sz="3100"/>
        </a:p>
      </dsp:txBody>
      <dsp:txXfrm>
        <a:off x="395110" y="1049709"/>
        <a:ext cx="2932811" cy="1820978"/>
      </dsp:txXfrm>
    </dsp:sp>
    <dsp:sp modelId="{6FB4F331-D178-4DCF-950E-1C6D5F02E048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fmla="val 10000" name="adj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</dsp:sp>
    <dsp:sp modelId="{35CCC86C-C9B2-4489-A39F-1D44A3344FE6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fmla="val 10000" name="adj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118110" lIns="118110" numCol="1" rIns="118110" spcCol="1270" spcFirstLastPara="0" tIns="118110" vert="horz" wrap="square">
          <a:noAutofit/>
        </a:bodyPr>
        <a:lstStyle/>
        <a:p>
          <a:pPr algn="ctr" defTabSz="13779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100"/>
            <a:t>UNIFORMIDADE DE PRODUÇÃO DE OVOS</a:t>
          </a:r>
          <a:endParaRPr kern="1200" lang="en-US" sz="3100"/>
        </a:p>
      </dsp:txBody>
      <dsp:txXfrm>
        <a:off x="4118143" y="1049709"/>
        <a:ext cx="2932811" cy="1820978"/>
      </dsp:txXfrm>
    </dsp:sp>
    <dsp:sp modelId="{8EAFE6E4-CD7E-403D-8DD3-77BCDC2EC9B6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fmla="val 10000" name="adj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</dsp:sp>
    <dsp:sp modelId="{1FE11AB0-649E-444F-8480-22C62168B08A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fmla="val 10000" name="adj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118110" lIns="118110" numCol="1" rIns="118110" spcCol="1270" spcFirstLastPara="0" tIns="118110" vert="horz" wrap="square">
          <a:noAutofit/>
        </a:bodyPr>
        <a:lstStyle/>
        <a:p>
          <a:pPr algn="ctr" defTabSz="13779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100"/>
            <a:t>UNIFORMIDADE DE TAMANHO DOS OVOS</a:t>
          </a:r>
          <a:endParaRPr kern="1200" lang="en-US" sz="3100"/>
        </a:p>
      </dsp:txBody>
      <dsp:txXfrm>
        <a:off x="7841176" y="1049709"/>
        <a:ext cx="2932811" cy="18209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ACAA011A-50E9-4C73-94B4-23D48BEA5549}">
      <dsp:nvSpPr>
        <dsp:cNvPr id="0" name=""/>
        <dsp:cNvSpPr/>
      </dsp:nvSpPr>
      <dsp:spPr>
        <a:xfrm>
          <a:off x="1738005" y="1300"/>
          <a:ext cx="2785088" cy="2785088"/>
        </a:xfrm>
        <a:prstGeom prst="downArrow">
          <a:avLst>
            <a:gd fmla="val 50000" name="adj1"/>
            <a:gd fmla="val 35000" name="adj2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20904" lIns="120904" numCol="1" rIns="120904" spcCol="1270" spcFirstLastPara="0" tIns="120904" vert="horz" wrap="square">
          <a:noAutofit/>
        </a:bodyPr>
        <a:lstStyle/>
        <a:p>
          <a:pPr algn="ctr" defTabSz="7556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1700"/>
            <a:t>QUALIDADE DA CASCA</a:t>
          </a:r>
          <a:endParaRPr kern="1200" lang="en-US" sz="1700"/>
        </a:p>
      </dsp:txBody>
      <dsp:txXfrm>
        <a:off x="2434277" y="1300"/>
        <a:ext cx="1392544" cy="2297698"/>
      </dsp:txXfrm>
    </dsp:sp>
    <dsp:sp modelId="{6778B0C4-499B-4E17-A179-172F9B74F735}">
      <dsp:nvSpPr>
        <dsp:cNvPr id="0" name=""/>
        <dsp:cNvSpPr/>
      </dsp:nvSpPr>
      <dsp:spPr>
        <a:xfrm rot="7200000">
          <a:off x="3349265" y="2792085"/>
          <a:ext cx="2785088" cy="2785088"/>
        </a:xfrm>
        <a:prstGeom prst="downArrow">
          <a:avLst>
            <a:gd fmla="val 50000" name="adj1"/>
            <a:gd fmla="val 35000" name="adj2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20904" lIns="120904" numCol="1" rIns="120904" spcCol="1270" spcFirstLastPara="0" tIns="120904" vert="horz" wrap="square">
          <a:noAutofit/>
        </a:bodyPr>
        <a:lstStyle/>
        <a:p>
          <a:pPr algn="ctr" defTabSz="7556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1700"/>
            <a:t>QUALIDADE DA GEMA</a:t>
          </a:r>
          <a:endParaRPr kern="1200" lang="en-US" sz="1700"/>
        </a:p>
      </dsp:txBody>
      <dsp:txXfrm rot="-5400000">
        <a:off x="3804006" y="3610205"/>
        <a:ext cx="2297698" cy="1392544"/>
      </dsp:txXfrm>
    </dsp:sp>
    <dsp:sp modelId="{251CAF77-6DD6-48B9-9941-B9268822E942}">
      <dsp:nvSpPr>
        <dsp:cNvPr id="0" name=""/>
        <dsp:cNvSpPr/>
      </dsp:nvSpPr>
      <dsp:spPr>
        <a:xfrm rot="14400000">
          <a:off x="126745" y="2792085"/>
          <a:ext cx="2785088" cy="2785088"/>
        </a:xfrm>
        <a:prstGeom prst="downArrow">
          <a:avLst>
            <a:gd fmla="val 50000" name="adj1"/>
            <a:gd fmla="val 35000" name="adj2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algn="ctr" blurRad="57150" dir="5400000" dist="19050" rotWithShape="0">
            <a:srgbClr val="000000">
              <a:alpha val="63000"/>
            </a:srgbClr>
          </a:outerShdw>
        </a:effectLst>
      </dsp:spPr>
      <dsp:style>
        <a:lnRef idx="0">
          <a:scrgbClr b="0" g="0" r="0"/>
        </a:lnRef>
        <a:fillRef idx="3">
          <a:scrgbClr b="0" g="0" r="0"/>
        </a:fillRef>
        <a:effectRef idx="3">
          <a:scrgbClr b="0" g="0" r="0"/>
        </a:effectRef>
        <a:fontRef idx="minor">
          <a:schemeClr val="lt1"/>
        </a:fontRef>
      </dsp:style>
      <dsp:txBody>
        <a:bodyPr anchor="ctr" anchorCtr="0" bIns="120904" lIns="120904" numCol="1" rIns="120904" spcCol="1270" spcFirstLastPara="0" tIns="120904" vert="horz" wrap="square">
          <a:noAutofit/>
        </a:bodyPr>
        <a:lstStyle/>
        <a:p>
          <a:pPr algn="ctr" defTabSz="7556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1700"/>
            <a:t>QUALIDADE DA CLARA</a:t>
          </a:r>
          <a:endParaRPr kern="1200" lang="en-US" sz="1700"/>
        </a:p>
      </dsp:txBody>
      <dsp:txXfrm rot="5400000">
        <a:off x="159394" y="3610205"/>
        <a:ext cx="2297698" cy="13925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1865D390-0058-483B-A6FE-3A7CB21F6E2C}">
      <dsp:nvSpPr>
        <dsp:cNvPr id="0" name=""/>
        <dsp:cNvSpPr/>
      </dsp:nvSpPr>
      <dsp:spPr>
        <a:xfrm>
          <a:off x="0" y="0"/>
          <a:ext cx="8664512" cy="791749"/>
        </a:xfrm>
        <a:prstGeom prst="roundRect">
          <a:avLst>
            <a:gd fmla="val 10000" name="adj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  <dsp:txBody>
        <a:bodyPr anchor="ctr" anchorCtr="0" bIns="125730" lIns="125730" numCol="1" rIns="125730" spcCol="1270" spcFirstLastPara="0" tIns="125730" vert="horz" wrap="square">
          <a:noAutofit/>
        </a:bodyPr>
        <a:lstStyle/>
        <a:p>
          <a:pPr algn="l" defTabSz="14668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300"/>
            <a:t>MAIOR PICO DE PRODUÇÃO</a:t>
          </a:r>
          <a:endParaRPr kern="1200" lang="en-US" sz="3300"/>
        </a:p>
      </dsp:txBody>
      <dsp:txXfrm>
        <a:off x="23190" y="23190"/>
        <a:ext cx="7743249" cy="745369"/>
      </dsp:txXfrm>
    </dsp:sp>
    <dsp:sp modelId="{50483847-B16D-4FCA-B7B9-25B95BB231DC}">
      <dsp:nvSpPr>
        <dsp:cNvPr id="0" name=""/>
        <dsp:cNvSpPr/>
      </dsp:nvSpPr>
      <dsp:spPr>
        <a:xfrm>
          <a:off x="725652" y="935704"/>
          <a:ext cx="8664512" cy="791749"/>
        </a:xfrm>
        <a:prstGeom prst="roundRect">
          <a:avLst>
            <a:gd fmla="val 10000" name="adj"/>
          </a:avLst>
        </a:prstGeom>
        <a:solidFill>
          <a:schemeClr val="accent5">
            <a:hueOff val="-5354660"/>
            <a:satOff val="957"/>
            <a:lumOff val="-2091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  <dsp:txBody>
        <a:bodyPr anchor="ctr" anchorCtr="0" bIns="125730" lIns="125730" numCol="1" rIns="125730" spcCol="1270" spcFirstLastPara="0" tIns="125730" vert="horz" wrap="square">
          <a:noAutofit/>
        </a:bodyPr>
        <a:lstStyle/>
        <a:p>
          <a:pPr algn="l" defTabSz="14668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300"/>
            <a:t>PERSISTENCIA DO PICO DE PRODUÇÃO</a:t>
          </a:r>
          <a:endParaRPr kern="1200" lang="en-US" sz="3300"/>
        </a:p>
      </dsp:txBody>
      <dsp:txXfrm>
        <a:off x="748842" y="958894"/>
        <a:ext cx="7377842" cy="745369"/>
      </dsp:txXfrm>
    </dsp:sp>
    <dsp:sp modelId="{9A78DD14-3559-431D-86E0-C0F574C6D033}">
      <dsp:nvSpPr>
        <dsp:cNvPr id="0" name=""/>
        <dsp:cNvSpPr/>
      </dsp:nvSpPr>
      <dsp:spPr>
        <a:xfrm>
          <a:off x="1440475" y="1871408"/>
          <a:ext cx="8664512" cy="791749"/>
        </a:xfrm>
        <a:prstGeom prst="roundRect">
          <a:avLst>
            <a:gd fmla="val 10000" name="adj"/>
          </a:avLst>
        </a:prstGeom>
        <a:solidFill>
          <a:schemeClr val="accent5">
            <a:hueOff val="-10709322"/>
            <a:satOff val="1913"/>
            <a:lumOff val="-4182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  <dsp:txBody>
        <a:bodyPr anchor="ctr" anchorCtr="0" bIns="125730" lIns="125730" numCol="1" rIns="125730" spcCol="1270" spcFirstLastPara="0" tIns="125730" vert="horz" wrap="square">
          <a:noAutofit/>
        </a:bodyPr>
        <a:lstStyle/>
        <a:p>
          <a:pPr algn="l" defTabSz="14668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300"/>
            <a:t>LONGEVIDADE DAS CODORNA </a:t>
          </a:r>
          <a:endParaRPr kern="1200" lang="en-US" sz="3300"/>
        </a:p>
      </dsp:txBody>
      <dsp:txXfrm>
        <a:off x="1463665" y="1894598"/>
        <a:ext cx="7388673" cy="745369"/>
      </dsp:txXfrm>
    </dsp:sp>
    <dsp:sp modelId="{06FD6105-3FB3-4E27-B6CA-F3DE12298629}">
      <dsp:nvSpPr>
        <dsp:cNvPr id="0" name=""/>
        <dsp:cNvSpPr/>
      </dsp:nvSpPr>
      <dsp:spPr>
        <a:xfrm>
          <a:off x="2166128" y="2807113"/>
          <a:ext cx="8664512" cy="791749"/>
        </a:xfrm>
        <a:prstGeom prst="roundRect">
          <a:avLst>
            <a:gd fmla="val 10000" name="adj"/>
          </a:avLst>
        </a:prstGeom>
        <a:solidFill>
          <a:schemeClr val="accent5">
            <a:hueOff val="-16063984"/>
            <a:satOff val="2870"/>
            <a:lumOff val="-6274"/>
            <a:alphaOff val="0"/>
          </a:schemeClr>
        </a:solidFill>
        <a:ln algn="ctr" cap="flat" cmpd="sng"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>
          <a:schemeClr val="lt1"/>
        </a:fontRef>
      </dsp:style>
      <dsp:txBody>
        <a:bodyPr anchor="ctr" anchorCtr="0" bIns="125730" lIns="125730" numCol="1" rIns="125730" spcCol="1270" spcFirstLastPara="0" tIns="125730" vert="horz" wrap="square">
          <a:noAutofit/>
        </a:bodyPr>
        <a:lstStyle/>
        <a:p>
          <a:pPr algn="l" defTabSz="146685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altLang="pt-BR" kern="1200" lang="pt-BR" sz="3300"/>
            <a:t>MAIS OVOS/AVE/ALOJADA</a:t>
          </a:r>
          <a:endParaRPr kern="1200" lang="en-US" sz="3300"/>
        </a:p>
      </dsp:txBody>
      <dsp:txXfrm>
        <a:off x="2189318" y="2830303"/>
        <a:ext cx="7377842" cy="745369"/>
      </dsp:txXfrm>
    </dsp:sp>
    <dsp:sp modelId="{7A999DFB-061C-40FF-8D11-E36F411633FC}">
      <dsp:nvSpPr>
        <dsp:cNvPr id="0" name=""/>
        <dsp:cNvSpPr/>
      </dsp:nvSpPr>
      <dsp:spPr>
        <a:xfrm>
          <a:off x="8149875" y="606408"/>
          <a:ext cx="514637" cy="514637"/>
        </a:xfrm>
        <a:prstGeom prst="downArrow">
          <a:avLst>
            <a:gd fmla="val 55000" name="adj1"/>
            <a:gd fmla="val 45000" name="adj2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algn="ctr" cap="flat" cmpd="sng" w="12700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30480" lIns="30480" numCol="1" rIns="30480" spcCol="1270" spcFirstLastPara="0" tIns="30480" vert="horz" wrap="square">
          <a:noAutofit/>
        </a:bodyPr>
        <a:lstStyle/>
        <a:p>
          <a:pPr algn="ctr" defTabSz="10668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ern="1200" lang="en-US" sz="2400"/>
        </a:p>
      </dsp:txBody>
      <dsp:txXfrm>
        <a:off x="8265668" y="606408"/>
        <a:ext cx="283051" cy="387264"/>
      </dsp:txXfrm>
    </dsp:sp>
    <dsp:sp modelId="{1F4B6A24-3693-4199-917E-7BA6738B9DDC}">
      <dsp:nvSpPr>
        <dsp:cNvPr id="0" name=""/>
        <dsp:cNvSpPr/>
      </dsp:nvSpPr>
      <dsp:spPr>
        <a:xfrm>
          <a:off x="8875528" y="1542112"/>
          <a:ext cx="514637" cy="514637"/>
        </a:xfrm>
        <a:prstGeom prst="downArrow">
          <a:avLst>
            <a:gd fmla="val 55000" name="adj1"/>
            <a:gd fmla="val 45000" name="adj2"/>
          </a:avLst>
        </a:prstGeom>
        <a:solidFill>
          <a:schemeClr val="accent5">
            <a:tint val="40000"/>
            <a:alpha val="90000"/>
            <a:hueOff val="-8053162"/>
            <a:satOff val="1456"/>
            <a:lumOff val="-509"/>
            <a:alphaOff val="0"/>
          </a:schemeClr>
        </a:solidFill>
        <a:ln algn="ctr" cap="flat" cmpd="sng" w="12700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30480" lIns="30480" numCol="1" rIns="30480" spcCol="1270" spcFirstLastPara="0" tIns="30480" vert="horz" wrap="square">
          <a:noAutofit/>
        </a:bodyPr>
        <a:lstStyle/>
        <a:p>
          <a:pPr algn="ctr" defTabSz="10668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ern="1200" lang="en-US" sz="2400"/>
        </a:p>
      </dsp:txBody>
      <dsp:txXfrm>
        <a:off x="8991321" y="1542112"/>
        <a:ext cx="283051" cy="387264"/>
      </dsp:txXfrm>
    </dsp:sp>
    <dsp:sp modelId="{EAF96FC5-9810-4A4F-9307-1ECF2530D484}">
      <dsp:nvSpPr>
        <dsp:cNvPr id="0" name=""/>
        <dsp:cNvSpPr/>
      </dsp:nvSpPr>
      <dsp:spPr>
        <a:xfrm>
          <a:off x="9590350" y="2477817"/>
          <a:ext cx="514637" cy="514637"/>
        </a:xfrm>
        <a:prstGeom prst="downArrow">
          <a:avLst>
            <a:gd fmla="val 55000" name="adj1"/>
            <a:gd fmla="val 45000" name="adj2"/>
          </a:avLst>
        </a:prstGeom>
        <a:solidFill>
          <a:schemeClr val="accent5">
            <a:tint val="40000"/>
            <a:alpha val="90000"/>
            <a:hueOff val="-16106326"/>
            <a:satOff val="2911"/>
            <a:lumOff val="-1018"/>
            <a:alphaOff val="0"/>
          </a:schemeClr>
        </a:solidFill>
        <a:ln algn="ctr" cap="flat" cmpd="sng" w="12700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b="0" g="0" r="0"/>
        </a:lnRef>
        <a:fillRef idx="1">
          <a:scrgbClr b="0" g="0" r="0"/>
        </a:fillRef>
        <a:effectRef idx="0">
          <a:scrgbClr b="0" g="0" r="0"/>
        </a:effectRef>
        <a:fontRef idx="minor"/>
      </dsp:style>
      <dsp:txBody>
        <a:bodyPr anchor="ctr" anchorCtr="0" bIns="30480" lIns="30480" numCol="1" rIns="30480" spcCol="1270" spcFirstLastPara="0" tIns="30480" vert="horz" wrap="square">
          <a:noAutofit/>
        </a:bodyPr>
        <a:lstStyle/>
        <a:p>
          <a:pPr algn="ctr" defTabSz="1066800" indent="0" lvl="0" mar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ern="1200" lang="en-US" sz="2400"/>
        </a:p>
      </dsp:txBody>
      <dsp:txXfrm>
        <a:off x="9706143" y="2477817"/>
        <a:ext cx="283051" cy="387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pri="4000" type="list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destId="1" destOrd="0" modelId="4" srcId="0" srcOrd="0"/>
        <dgm:cxn destId="2" destOrd="0" modelId="5" srcId="0" srcOrd="1"/>
        <dgm:cxn destId="3" destOrd="0" modelId="6" srcId="0" srcOrd="2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4" srcId="0" srcOrd="0"/>
        <dgm:cxn destId="2" destOrd="0" modelId="5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</dgm:cxnLst>
      <dgm:bg/>
      <dgm:whole/>
    </dgm:dataModel>
  </dgm:clrData>
  <dgm:layoutNode name="linear">
    <dgm:shape xmlns:r="http://schemas.openxmlformats.org/officeDocument/2006/relationships" r:blip="">
      <dgm:adjLst/>
    </dgm:shape>
    <dgm:varLst>
      <dgm:dir/>
      <dgm:animLvl val="lvl"/>
      <dgm:resizeHandles val="exact"/>
    </dgm:varLst>
    <dgm:choose name="Name0">
      <dgm:if arg="dir" func="var" name="Name1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presOf/>
    <dgm:constrLst>
      <dgm:constr for="ch" forName="parentLin" refType="w" type="w"/>
      <dgm:constr for="ch" forName="parentLin" type="h" val="INF"/>
      <dgm:constr fact="0.05" for="des" forName="parentLeftMargin" refType="w" type="w"/>
      <dgm:constr fact="0.7" for="des" forName="parentText" refType="w" type="w"/>
      <dgm:constr fact="0.82" for="des" forName="parentText" refFor="des" refForName="parentText" refType="primFontSz" type="h"/>
      <dgm:constr fact="-0.41" for="ch" forName="negativeSpace" refFor="des" refForName="parentText" refType="primFontSz" type="h"/>
      <dgm:constr fact="-0.82" for="ch" forName="negativeSpace" op="lte" refFor="des" refForName="parentText" refType="h" type="h"/>
      <dgm:constr fact="-0.82" for="ch" forName="negativeSpace" op="gte" refFor="des" refForName="parentText" refType="h" type="h"/>
      <dgm:constr for="ch" forName="childText" refType="w" type="w"/>
      <dgm:constr fact="0.7" for="ch" forName="childText" refFor="des" refForName="parentText" refType="primFontSz" type="h"/>
      <dgm:constr for="des" forName="parentText" type="primFontSz" val="65"/>
      <dgm:constr for="ch" forName="childText" refFor="des" refForName="parentText" refType="primFontSz" type="primFontSz"/>
      <dgm:constr fact="1.64" for="ch" forName="childText" refFor="des" refForName="parentText" refType="primFontSz" type="tMarg"/>
      <dgm:constr fact="3.28" for="ch" forName="childText" op="lte" refFor="des" refForName="parentText" refType="h" type="tMarg"/>
      <dgm:constr fact="3.28" for="ch" forName="childText" op="gte" refFor="des" refForName="parentText" refType="h" type="tMarg"/>
      <dgm:constr fact="0.22" for="ch" forName="childText" refType="w" type="lMarg"/>
      <dgm:constr for="ch" forName="childText" refFor="ch" refForName="childText" refType="lMarg" type="rMarg"/>
      <dgm:constr fact="0.075" for="des" forName="parentText" refType="w" type="lMarg"/>
      <dgm:constr for="des" forName="parentText" refFor="des" refForName="parentText" refType="lMarg" type="rMarg"/>
      <dgm:constr fact="0.15" for="ch" forName="spaceBetweenRectangles" refFor="des" refForName="parentText" refType="primFontSz" type="h"/>
    </dgm:constrLst>
    <dgm:ruleLst>
      <dgm:rule fact="NaN" for="des" forName="parentText" max="NaN" type="primFontSz" val="5"/>
    </dgm:ruleLst>
    <dgm:forEach axis="ch" name="Name3" ptType="node">
      <dgm:layoutNode name="parentLin">
        <dgm:shape xmlns:r="http://schemas.openxmlformats.org/officeDocument/2006/relationships" r:blip="">
          <dgm:adjLst/>
        </dgm:shape>
        <dgm:layoutNode name="parentLeftMargin">
          <dgm:alg type="sp"/>
          <dgm:shape xmlns:r="http://schemas.openxmlformats.org/officeDocument/2006/relationships" hideGeom="1" r:blip="" type="rect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shape xmlns:r="http://schemas.openxmlformats.org/officeDocument/2006/relationships" r:blip="" type="roundRect">
            <dgm:adjLst/>
          </dgm:shape>
          <dgm:varLst>
            <dgm:chMax val="0"/>
            <dgm:bulletEnabled val="1"/>
          </dgm:varLst>
          <dgm:choose name="Name7">
            <dgm:if arg="dir" func="var" name="Name8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presOf axis="self" ptType="node"/>
          <dgm:constrLst>
            <dgm:constr type="tMarg"/>
            <dgm:constr type="bMarg"/>
          </dgm:constrLst>
          <dgm:ruleLst/>
        </dgm:layoutNode>
        <dgm:choose name="Name4">
          <dgm:if arg="dir" func="var" name="Name5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presOf/>
        <dgm:constrLst/>
        <dgm:ruleLst/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alg type="tx">
          <dgm:param type="stBulletLvl" val="1"/>
        </dgm:alg>
        <dgm:shape xmlns:r="http://schemas.openxmlformats.org/officeDocument/2006/relationships" r:blip="" type="rect" zOrderOff="-2">
          <dgm:adjLst/>
        </dgm:shape>
        <dgm:varLst>
          <dgm:bulletEnabled val="1"/>
        </dgm:varLst>
        <dgm:presOf axis="des" ptType="node"/>
        <dgm:constrLst>
          <dgm:constr refType="primFontSz" type="secFontSz"/>
        </dgm:constrLst>
        <dgm:ruleLst>
          <dgm:rule fact="NaN" max="NaN" type="h" val="INF"/>
        </dgm:ruleLst>
      </dgm:layoutNode>
      <dgm:forEach axis="followSib" cnt="1" name="Name10" ptType="sibTrans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pri="4000" type="list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destId="1" destOrd="0" modelId="4" srcId="0" srcOrd="0"/>
        <dgm:cxn destId="2" destOrd="0" modelId="5" srcId="0" srcOrd="1"/>
        <dgm:cxn destId="3" destOrd="0" modelId="6" srcId="0" srcOrd="2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4" srcId="0" srcOrd="0"/>
        <dgm:cxn destId="2" destOrd="0" modelId="5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</dgm:cxnLst>
      <dgm:bg/>
      <dgm:whole/>
    </dgm:dataModel>
  </dgm:clrData>
  <dgm:layoutNode name="linear">
    <dgm:shape xmlns:r="http://schemas.openxmlformats.org/officeDocument/2006/relationships" r:blip="">
      <dgm:adjLst/>
    </dgm:shape>
    <dgm:varLst>
      <dgm:dir/>
      <dgm:animLvl val="lvl"/>
      <dgm:resizeHandles val="exact"/>
    </dgm:varLst>
    <dgm:choose name="Name0">
      <dgm:if arg="dir" func="var" name="Name1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presOf/>
    <dgm:constrLst>
      <dgm:constr for="ch" forName="parentLin" refType="w" type="w"/>
      <dgm:constr for="ch" forName="parentLin" type="h" val="INF"/>
      <dgm:constr fact="0.05" for="des" forName="parentLeftMargin" refType="w" type="w"/>
      <dgm:constr fact="0.7" for="des" forName="parentText" refType="w" type="w"/>
      <dgm:constr fact="0.82" for="des" forName="parentText" refFor="des" refForName="parentText" refType="primFontSz" type="h"/>
      <dgm:constr fact="-0.41" for="ch" forName="negativeSpace" refFor="des" refForName="parentText" refType="primFontSz" type="h"/>
      <dgm:constr fact="-0.82" for="ch" forName="negativeSpace" op="lte" refFor="des" refForName="parentText" refType="h" type="h"/>
      <dgm:constr fact="-0.82" for="ch" forName="negativeSpace" op="gte" refFor="des" refForName="parentText" refType="h" type="h"/>
      <dgm:constr for="ch" forName="childText" refType="w" type="w"/>
      <dgm:constr fact="0.7" for="ch" forName="childText" refFor="des" refForName="parentText" refType="primFontSz" type="h"/>
      <dgm:constr for="des" forName="parentText" type="primFontSz" val="65"/>
      <dgm:constr for="ch" forName="childText" refFor="des" refForName="parentText" refType="primFontSz" type="primFontSz"/>
      <dgm:constr fact="1.64" for="ch" forName="childText" refFor="des" refForName="parentText" refType="primFontSz" type="tMarg"/>
      <dgm:constr fact="3.28" for="ch" forName="childText" op="lte" refFor="des" refForName="parentText" refType="h" type="tMarg"/>
      <dgm:constr fact="3.28" for="ch" forName="childText" op="gte" refFor="des" refForName="parentText" refType="h" type="tMarg"/>
      <dgm:constr fact="0.22" for="ch" forName="childText" refType="w" type="lMarg"/>
      <dgm:constr for="ch" forName="childText" refFor="ch" refForName="childText" refType="lMarg" type="rMarg"/>
      <dgm:constr fact="0.075" for="des" forName="parentText" refType="w" type="lMarg"/>
      <dgm:constr for="des" forName="parentText" refFor="des" refForName="parentText" refType="lMarg" type="rMarg"/>
      <dgm:constr fact="0.15" for="ch" forName="spaceBetweenRectangles" refFor="des" refForName="parentText" refType="primFontSz" type="h"/>
    </dgm:constrLst>
    <dgm:ruleLst>
      <dgm:rule fact="NaN" for="des" forName="parentText" max="NaN" type="primFontSz" val="5"/>
    </dgm:ruleLst>
    <dgm:forEach axis="ch" name="Name3" ptType="node">
      <dgm:layoutNode name="parentLin">
        <dgm:shape xmlns:r="http://schemas.openxmlformats.org/officeDocument/2006/relationships" r:blip="">
          <dgm:adjLst/>
        </dgm:shape>
        <dgm:layoutNode name="parentLeftMargin">
          <dgm:alg type="sp"/>
          <dgm:shape xmlns:r="http://schemas.openxmlformats.org/officeDocument/2006/relationships" hideGeom="1" r:blip="" type="rect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shape xmlns:r="http://schemas.openxmlformats.org/officeDocument/2006/relationships" r:blip="" type="roundRect">
            <dgm:adjLst/>
          </dgm:shape>
          <dgm:varLst>
            <dgm:chMax val="0"/>
            <dgm:bulletEnabled val="1"/>
          </dgm:varLst>
          <dgm:choose name="Name7">
            <dgm:if arg="dir" func="var" name="Name8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presOf axis="self" ptType="node"/>
          <dgm:constrLst>
            <dgm:constr type="tMarg"/>
            <dgm:constr type="bMarg"/>
          </dgm:constrLst>
          <dgm:ruleLst/>
        </dgm:layoutNode>
        <dgm:choose name="Name4">
          <dgm:if arg="dir" func="var" name="Name5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presOf/>
        <dgm:constrLst/>
        <dgm:ruleLst/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alg type="tx">
          <dgm:param type="stBulletLvl" val="1"/>
        </dgm:alg>
        <dgm:shape xmlns:r="http://schemas.openxmlformats.org/officeDocument/2006/relationships" r:blip="" type="rect" zOrderOff="-2">
          <dgm:adjLst/>
        </dgm:shape>
        <dgm:varLst>
          <dgm:bulletEnabled val="1"/>
        </dgm:varLst>
        <dgm:presOf axis="des" ptType="node"/>
        <dgm:constrLst>
          <dgm:constr refType="primFontSz" type="secFontSz"/>
        </dgm:constrLst>
        <dgm:ruleLst>
          <dgm:rule fact="NaN" max="NaN" type="h" val="INF"/>
        </dgm:ruleLst>
      </dgm:layoutNode>
      <dgm:forEach axis="followSib" cnt="1" name="Name10" ptType="sibTrans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pri="15000" type="list"/>
    <dgm:cat pri="2000" type="convert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destId="1" destOrd="0" modelId="4" srcId="0" srcOrd="0"/>
        <dgm:cxn destId="2" destOrd="0" modelId="5" srcId="0" srcOrd="1"/>
        <dgm:cxn destId="3" destOrd="0" modelId="6" srcId="0" srcOrd="2"/>
        <dgm:cxn destId="11" destOrd="0" modelId="13" srcId="1" srcOrd="0"/>
        <dgm:cxn destId="12" destOrd="0" modelId="14" srcId="1" srcOrd="1"/>
        <dgm:cxn destId="21" destOrd="0" modelId="23" srcId="2" srcOrd="0"/>
        <dgm:cxn destId="22" destOrd="0" modelId="24" srcId="2" srcOrd="1"/>
        <dgm:cxn destId="31" destOrd="0" modelId="33" srcId="3" srcOrd="0"/>
        <dgm:cxn destId="32" destOrd="0" modelId="34" srcId="3" srcOrd="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destId="1" destOrd="0" modelId="4" srcId="0" srcOrd="0"/>
        <dgm:cxn destId="2" destOrd="0" modelId="5" srcId="0" srcOrd="1"/>
        <dgm:cxn destId="11" destOrd="0" modelId="13" srcId="1" srcOrd="0"/>
        <dgm:cxn destId="21" destOrd="0" modelId="23" srcId="2" src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  <dgm:cxn destId="11" destOrd="0" modelId="13" srcId="1" srcOrd="0"/>
        <dgm:cxn destId="21" destOrd="0" modelId="23" srcId="2" srcOrd="0"/>
        <dgm:cxn destId="31" destOrd="0" modelId="33" srcId="3" srcOrd="0"/>
        <dgm:cxn destId="41" destOrd="0" modelId="43" srcId="4" srcOrd="0"/>
      </dgm:cxnLst>
      <dgm:bg/>
      <dgm:whole/>
    </dgm:dataModel>
  </dgm:clrData>
  <dgm:layoutNode name="Name0">
    <dgm:shape xmlns:r="http://schemas.openxmlformats.org/officeDocument/2006/relationships" r:blip="">
      <dgm:adjLst/>
    </dgm:shape>
    <dgm:varLst>
      <dgm:dir/>
      <dgm:animLvl val="lvl"/>
      <dgm:resizeHandles val="exact"/>
    </dgm:varLst>
    <dgm:choose name="Name1">
      <dgm:if arg="dir" func="var" name="Name2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presOf/>
    <dgm:constrLst>
      <dgm:constr for="ch" forName="linNode" refType="h" type="h"/>
      <dgm:constr for="ch" forName="linNode" refType="w" type="w"/>
      <dgm:constr fact="0.05" for="ch" forName="sp" refType="h" type="h"/>
      <dgm:constr for="des" forName="parentText" op="equ" type="primFontSz" val="65"/>
      <dgm:constr for="des" forName="descendantText" op="equ" type="secFontSz"/>
    </dgm:constrLst>
    <dgm:ruleLst/>
    <dgm:forEach axis="ch" name="Name4" ptType="node">
      <dgm:layoutNode name="linNode">
        <dgm:shape xmlns:r="http://schemas.openxmlformats.org/officeDocument/2006/relationships" r:blip="">
          <dgm:adjLst/>
        </dgm:shape>
        <dgm:layoutNode name="parentText">
          <dgm:alg type="tx"/>
          <dgm:shape xmlns:r="http://schemas.openxmlformats.org/officeDocument/2006/relationships" r:blip="" type="roundRect" zOrderOff="3">
            <dgm:adjLst/>
          </dgm:shape>
          <dgm:varLst>
            <dgm:chMax val="1"/>
            <dgm:bulletEnabled val="1"/>
          </dgm:varLst>
          <dgm:presOf axis="self" ptType="node"/>
          <dgm:constrLst>
            <dgm:constr fact="0.15" refType="primFontSz" type="tMarg"/>
            <dgm:constr fact="0.15" refType="primFontSz" type="bMarg"/>
            <dgm:constr fact="0.3" refType="primFontSz" type="lMarg"/>
            <dgm:constr fact="0.3" refType="primFontSz" type="rMarg"/>
          </dgm:constrLst>
          <dgm:ruleLst>
            <dgm:rule fact="NaN" max="NaN" type="primFontSz" val="5"/>
          </dgm:ruleLst>
        </dgm:layoutNode>
        <dgm:choose name="Name5">
          <dgm:if arg="dir" func="var" name="Name6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presOf/>
        <dgm:constrLst>
          <dgm:constr fact="0.36" for="ch" forName="parentText" refType="w" type="w"/>
          <dgm:constr fact="0.64" for="ch" forName="descendantText" refType="w" type="w"/>
          <dgm:constr for="ch" forName="parentText" refType="h" type="h"/>
          <dgm:constr fact="0.8" for="ch" forName="descendantText" refFor="ch" refForName="parentText" refType="h" type="h"/>
        </dgm:constrLst>
        <dgm:ruleLst/>
        <dgm:choose name="Name8">
          <dgm:if axis="ch" func="cnt" name="Name9" op="gte" ptType="node" val="1">
            <dgm:layoutNode name="descendantText" styleLbl="alignAccFollowNode1">
              <dgm:alg type="tx">
                <dgm:param type="stBulletLvl" val="1"/>
                <dgm:param type="txAnchorVertCh" val="mid"/>
              </dgm:alg>
              <dgm:varLst>
                <dgm:bulletEnabled val="1"/>
              </dgm:varLst>
              <dgm:choose name="Name10">
                <dgm:if arg="dir" func="var" name="Name11" op="equ" val="norm">
                  <dgm:shape xmlns:r="http://schemas.openxmlformats.org/officeDocument/2006/relationships" r:blip="" rot="90" type="round2SameRect">
                    <dgm:adjLst/>
                  </dgm:shape>
                </dgm:if>
                <dgm:else name="Name12">
                  <dgm:shape xmlns:r="http://schemas.openxmlformats.org/officeDocument/2006/relationships" r:blip="" rot="-90" type="round2SameRect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refType="secFontSz" type="primFontSz"/>
                <dgm:constr fact="0.3" refType="secFontSz" type="lMarg"/>
                <dgm:constr fact="0.3" refType="secFontSz" type="rMarg"/>
                <dgm:constr fact="0.15" refType="secFontSz" type="tMarg"/>
                <dgm:constr fact="0.15" refType="secFontSz" type="bMarg"/>
              </dgm:constrLst>
              <dgm:ruleLst>
                <dgm:rule fact="NaN" max="NaN" type="secFontSz" val="5"/>
              </dgm:ruleLst>
            </dgm:layoutNode>
          </dgm:if>
          <dgm:else name="Name13"/>
        </dgm:choose>
      </dgm:layoutNode>
      <dgm:forEach axis="followSib" cnt="1" name="Name14" ptType="sibTrans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pri="4000" type="list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destId="1" destOrd="0" modelId="4" srcId="0" srcOrd="0"/>
        <dgm:cxn destId="2" destOrd="0" modelId="5" srcId="0" srcOrd="1"/>
        <dgm:cxn destId="3" destOrd="0" modelId="6" srcId="0" srcOrd="2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4" srcId="0" srcOrd="0"/>
        <dgm:cxn destId="2" destOrd="0" modelId="5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</dgm:cxnLst>
      <dgm:bg/>
      <dgm:whole/>
    </dgm:dataModel>
  </dgm:clrData>
  <dgm:layoutNode name="linear">
    <dgm:shape xmlns:r="http://schemas.openxmlformats.org/officeDocument/2006/relationships" r:blip="">
      <dgm:adjLst/>
    </dgm:shape>
    <dgm:varLst>
      <dgm:dir/>
      <dgm:animLvl val="lvl"/>
      <dgm:resizeHandles val="exact"/>
    </dgm:varLst>
    <dgm:choose name="Name0">
      <dgm:if arg="dir" func="var" name="Name1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presOf/>
    <dgm:constrLst>
      <dgm:constr for="ch" forName="parentLin" refType="w" type="w"/>
      <dgm:constr for="ch" forName="parentLin" type="h" val="INF"/>
      <dgm:constr fact="0.05" for="des" forName="parentLeftMargin" refType="w" type="w"/>
      <dgm:constr fact="0.7" for="des" forName="parentText" refType="w" type="w"/>
      <dgm:constr fact="0.82" for="des" forName="parentText" refFor="des" refForName="parentText" refType="primFontSz" type="h"/>
      <dgm:constr fact="-0.41" for="ch" forName="negativeSpace" refFor="des" refForName="parentText" refType="primFontSz" type="h"/>
      <dgm:constr fact="-0.82" for="ch" forName="negativeSpace" op="lte" refFor="des" refForName="parentText" refType="h" type="h"/>
      <dgm:constr fact="-0.82" for="ch" forName="negativeSpace" op="gte" refFor="des" refForName="parentText" refType="h" type="h"/>
      <dgm:constr for="ch" forName="childText" refType="w" type="w"/>
      <dgm:constr fact="0.7" for="ch" forName="childText" refFor="des" refForName="parentText" refType="primFontSz" type="h"/>
      <dgm:constr for="des" forName="parentText" type="primFontSz" val="65"/>
      <dgm:constr for="ch" forName="childText" refFor="des" refForName="parentText" refType="primFontSz" type="primFontSz"/>
      <dgm:constr fact="1.64" for="ch" forName="childText" refFor="des" refForName="parentText" refType="primFontSz" type="tMarg"/>
      <dgm:constr fact="3.28" for="ch" forName="childText" op="lte" refFor="des" refForName="parentText" refType="h" type="tMarg"/>
      <dgm:constr fact="3.28" for="ch" forName="childText" op="gte" refFor="des" refForName="parentText" refType="h" type="tMarg"/>
      <dgm:constr fact="0.22" for="ch" forName="childText" refType="w" type="lMarg"/>
      <dgm:constr for="ch" forName="childText" refFor="ch" refForName="childText" refType="lMarg" type="rMarg"/>
      <dgm:constr fact="0.075" for="des" forName="parentText" refType="w" type="lMarg"/>
      <dgm:constr for="des" forName="parentText" refFor="des" refForName="parentText" refType="lMarg" type="rMarg"/>
      <dgm:constr fact="0.15" for="ch" forName="spaceBetweenRectangles" refFor="des" refForName="parentText" refType="primFontSz" type="h"/>
    </dgm:constrLst>
    <dgm:ruleLst>
      <dgm:rule fact="NaN" for="des" forName="parentText" max="NaN" type="primFontSz" val="5"/>
    </dgm:ruleLst>
    <dgm:forEach axis="ch" name="Name3" ptType="node">
      <dgm:layoutNode name="parentLin">
        <dgm:shape xmlns:r="http://schemas.openxmlformats.org/officeDocument/2006/relationships" r:blip="">
          <dgm:adjLst/>
        </dgm:shape>
        <dgm:layoutNode name="parentLeftMargin">
          <dgm:alg type="sp"/>
          <dgm:shape xmlns:r="http://schemas.openxmlformats.org/officeDocument/2006/relationships" hideGeom="1" r:blip="" type="rect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shape xmlns:r="http://schemas.openxmlformats.org/officeDocument/2006/relationships" r:blip="" type="roundRect">
            <dgm:adjLst/>
          </dgm:shape>
          <dgm:varLst>
            <dgm:chMax val="0"/>
            <dgm:bulletEnabled val="1"/>
          </dgm:varLst>
          <dgm:choose name="Name7">
            <dgm:if arg="dir" func="var" name="Name8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presOf axis="self" ptType="node"/>
          <dgm:constrLst>
            <dgm:constr type="tMarg"/>
            <dgm:constr type="bMarg"/>
          </dgm:constrLst>
          <dgm:ruleLst/>
        </dgm:layoutNode>
        <dgm:choose name="Name4">
          <dgm:if arg="dir" func="var" name="Name5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presOf/>
        <dgm:constrLst/>
        <dgm:ruleLst/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alg type="tx">
          <dgm:param type="stBulletLvl" val="1"/>
        </dgm:alg>
        <dgm:shape xmlns:r="http://schemas.openxmlformats.org/officeDocument/2006/relationships" r:blip="" type="rect" zOrderOff="-2">
          <dgm:adjLst/>
        </dgm:shape>
        <dgm:varLst>
          <dgm:bulletEnabled val="1"/>
        </dgm:varLst>
        <dgm:presOf axis="des" ptType="node"/>
        <dgm:constrLst>
          <dgm:constr refType="primFontSz" type="secFontSz"/>
        </dgm:constrLst>
        <dgm:ruleLst>
          <dgm:rule fact="NaN" max="NaN" type="h" val="INF"/>
        </dgm:ruleLst>
      </dgm:layoutNode>
      <dgm:forEach axis="followSib" cnt="1" name="Name10" ptType="sibTrans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pri="3000" type="list"/>
    <dgm:cat pri="1000" type="convert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destId="1" destOrd="0" modelId="4" srcId="0" srcOrd="0"/>
        <dgm:cxn destId="2" destOrd="0" modelId="5" srcId="0" srcOrd="1"/>
        <dgm:cxn destId="11" destOrd="0" modelId="12" srcId="1" srcOrd="0"/>
        <dgm:cxn destId="21" destOrd="0" modelId="23" srcId="2" src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3" srcId="0" srcOrd="0"/>
        <dgm:cxn destId="2" destOrd="0" modelId="4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</dgm:cxnLst>
      <dgm:bg/>
      <dgm:whole/>
    </dgm:dataModel>
  </dgm:clrData>
  <dgm:layoutNode name="linear"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varLst>
      <dgm:animLvl val="lvl"/>
      <dgm:resizeHandles val="exact"/>
    </dgm:varLst>
    <dgm:presOf/>
    <dgm:constrLst>
      <dgm:constr for="ch" forName="parentText" refType="w" type="w"/>
      <dgm:constr fact="0.52" for="ch" forName="parentText" refFor="ch" refForName="parentText" refType="primFontSz" type="h"/>
      <dgm:constr for="ch" forName="childText" refType="w" type="w"/>
      <dgm:constr fact="0.46" for="ch" forName="childText" refFor="ch" refForName="parentText" refType="primFontSz" type="h"/>
      <dgm:constr for="ch" forName="parentText" op="equ" type="h"/>
      <dgm:constr for="ch" forName="parentText" op="equ" type="primFontSz" val="65"/>
      <dgm:constr for="ch" forName="childText" op="equ" refFor="ch" refForName="parentText" refType="primFontSz" type="primFontSz"/>
      <dgm:constr fact="0.08" for="ch" forName="spacer" refFor="ch" refForName="parentText" refType="primFontSz" type="h"/>
    </dgm:constrLst>
    <dgm:ruleLst>
      <dgm:rule fact="NaN" for="ch" forName="parentText" max="NaN" type="primFontSz" val="5"/>
    </dgm:ruleLst>
    <dgm:forEach axis="ch" name="Name0" ptType="node">
      <dgm:layoutNode name="parentText" styleLbl="node1">
        <dgm:alg type="tx">
          <dgm:param type="parTxLTRAlign" val="l"/>
          <dgm:param type="parTxRTLAlign" val="r"/>
        </dgm:alg>
        <dgm:shape xmlns:r="http://schemas.openxmlformats.org/officeDocument/2006/relationships" r:blip="" type="roundRect">
          <dgm:adjLst/>
        </dgm:shape>
        <dgm:varLst>
          <dgm:chMax val="0"/>
          <dgm:bulletEnabled val="1"/>
        </dgm:varLst>
        <dgm:presOf axis="self"/>
        <dgm:constrLst>
          <dgm:constr fact="0.3" refType="primFontSz" type="tMarg"/>
          <dgm:constr fact="0.3" refType="primFontSz" type="bMarg"/>
          <dgm:constr fact="0.3" refType="primFontSz" type="lMarg"/>
          <dgm:constr fact="0.3" refType="primFontSz" type="rMarg"/>
        </dgm:constrLst>
        <dgm:ruleLst>
          <dgm:rule fact="NaN" max="NaN" type="h" val="INF"/>
        </dgm:ruleLst>
      </dgm:layoutNode>
      <dgm:choose name="Name1">
        <dgm:if axis="ch" func="cnt" name="Name2" op="gte" ptType="node" val="1">
          <dgm:layoutNode name="childText" styleLbl="revTx">
            <dgm:alg type="tx">
              <dgm:param type="stBulletLvl" val="1"/>
              <dgm:param type="lnSpAfChP" val="20"/>
            </dgm:alg>
            <dgm:shape xmlns:r="http://schemas.openxmlformats.org/officeDocument/2006/relationships" r:blip="" type="rect">
              <dgm:adjLst/>
            </dgm:shape>
            <dgm:varLst>
              <dgm:bulletEnabled val="1"/>
            </dgm:varLst>
            <dgm:presOf axis="des" ptType="node"/>
            <dgm:constrLst>
              <dgm:constr fact="0.1" refType="primFontSz" type="tMarg"/>
              <dgm:constr fact="0.1" refType="primFontSz" type="bMarg"/>
              <dgm:constr fact="0.09" refType="w" type="lMarg"/>
            </dgm:constrLst>
            <dgm:ruleLst>
              <dgm:rule fact="NaN" max="NaN" type="h" val="INF"/>
            </dgm:ruleLst>
          </dgm:layoutNode>
        </dgm:if>
        <dgm:else name="Name3">
          <dgm:choose name="Name4">
            <dgm:if axis="par ch" func="cnt" name="Name5" op="gte" ptType="doc node" val="2">
              <dgm:forEach axis="followSib" cnt="1" name="Name6" ptType="sibTrans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pri="1000" type="matrix"/>
    <dgm:cat pri="18000" type="convert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destId="1" destOrd="0" modelId="5" srcId="0" srcOrd="0"/>
        <dgm:cxn destId="2" destOrd="0" modelId="6" srcId="0" srcOrd="1"/>
        <dgm:cxn destId="3" destOrd="0" modelId="7" srcId="0" srcOrd="0"/>
        <dgm:cxn destId="4" destOrd="0" modelId="8" srcId="0" srcOrd="1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alg type="composite">
      <dgm:param type="ar" val="1"/>
    </dgm:alg>
    <dgm:shape xmlns:r="http://schemas.openxmlformats.org/officeDocument/2006/relationships" r:blip="">
      <dgm:adjLst/>
    </dgm:shape>
    <dgm:varLst>
      <dgm:chMax val="1"/>
      <dgm:dir/>
      <dgm:resizeHandles val="exact"/>
    </dgm:varLst>
    <dgm:presOf/>
    <dgm:choose name="Name0">
      <dgm:if arg="dir" func="var" name="Name1" op="equ" val="norm">
        <dgm:constrLst>
          <dgm:constr for="ch" forName="diamond" refType="w" type="w"/>
          <dgm:constr for="ch" forName="diamond" refType="h" type="h"/>
          <dgm:constr fact="0.39" for="ch" forName="quad1" refType="w" type="w"/>
          <dgm:constr fact="0.39" for="ch" forName="quad1" refType="h" type="h"/>
          <dgm:constr fact="0.29" for="ch" forName="quad1" refType="w" type="ctrX"/>
          <dgm:constr fact="0.29" for="ch" forName="quad1" refType="h" type="ctrY"/>
          <dgm:constr fact="0.39" for="ch" forName="quad2" refType="w" type="w"/>
          <dgm:constr fact="0.39" for="ch" forName="quad2" refType="h" type="h"/>
          <dgm:constr fact="0.71" for="ch" forName="quad2" refType="w" type="ctrX"/>
          <dgm:constr fact="0.29" for="ch" forName="quad2" refType="h" type="ctrY"/>
          <dgm:constr fact="0.39" for="ch" forName="quad3" refType="w" type="w"/>
          <dgm:constr fact="0.39" for="ch" forName="quad3" refType="h" type="h"/>
          <dgm:constr fact="0.29" for="ch" forName="quad3" refType="w" type="ctrX"/>
          <dgm:constr fact="0.71" for="ch" forName="quad3" refType="h" type="ctrY"/>
          <dgm:constr fact="0.39" for="ch" forName="quad4" refType="w" type="w"/>
          <dgm:constr fact="0.39" for="ch" forName="quad4" refType="h" type="h"/>
          <dgm:constr fact="0.71" for="ch" forName="quad4" refType="w" type="ctrX"/>
          <dgm:constr fact="0.71" for="ch" forName="quad4" refType="h" type="ctrY"/>
          <dgm:constr for="des" op="equ" ptType="node" type="primFontSz" val="65"/>
        </dgm:constrLst>
      </dgm:if>
      <dgm:else name="Name2">
        <dgm:constrLst>
          <dgm:constr for="ch" forName="diamond" refType="w" type="w"/>
          <dgm:constr for="ch" forName="diamond" refType="h" type="h"/>
          <dgm:constr fact="0.39" for="ch" forName="quad1" refType="w" type="w"/>
          <dgm:constr fact="0.39" for="ch" forName="quad1" refType="h" type="h"/>
          <dgm:constr fact="0.71" for="ch" forName="quad1" refType="w" type="ctrX"/>
          <dgm:constr fact="0.29" for="ch" forName="quad1" refType="h" type="ctrY"/>
          <dgm:constr fact="0.39" for="ch" forName="quad2" refType="w" type="w"/>
          <dgm:constr fact="0.39" for="ch" forName="quad2" refType="h" type="h"/>
          <dgm:constr fact="0.29" for="ch" forName="quad2" refType="w" type="ctrX"/>
          <dgm:constr fact="0.29" for="ch" forName="quad2" refType="h" type="ctrY"/>
          <dgm:constr fact="0.39" for="ch" forName="quad3" refType="w" type="w"/>
          <dgm:constr fact="0.39" for="ch" forName="quad3" refType="h" type="h"/>
          <dgm:constr fact="0.71" for="ch" forName="quad3" refType="w" type="ctrX"/>
          <dgm:constr fact="0.71" for="ch" forName="quad3" refType="h" type="ctrY"/>
          <dgm:constr fact="0.39" for="ch" forName="quad4" refType="w" type="w"/>
          <dgm:constr fact="0.39" for="ch" forName="quad4" refType="h" type="h"/>
          <dgm:constr fact="0.29" for="ch" forName="quad4" refType="w" type="ctrX"/>
          <dgm:constr fact="0.71" for="ch" forName="quad4" refType="h" type="ctrY"/>
          <dgm:constr for="des" op="equ" ptType="node" type="primFontSz" val="65"/>
        </dgm:constrLst>
      </dgm:else>
    </dgm:choose>
    <dgm:ruleLst/>
    <dgm:choose name="Name3">
      <dgm:if axis="ch" func="cnt" name="Name4" op="gte" ptType="node" val="1">
        <dgm:layoutNode name="diamond" styleLbl="bgShp">
          <dgm:alg type="sp"/>
          <dgm:shape xmlns:r="http://schemas.openxmlformats.org/officeDocument/2006/relationships" r:blip="" type="diamond">
            <dgm:adjLst/>
          </dgm:shape>
          <dgm:presOf/>
          <dgm:constrLst>
            <dgm:constr op="equ" refType="h" type="w"/>
          </dgm:constrLst>
          <dgm:ruleLst/>
        </dgm:layoutNode>
        <dgm:layoutNode name="quad1">
          <dgm:alg type="tx"/>
          <dgm:shape xmlns:r="http://schemas.openxmlformats.org/officeDocument/2006/relationships" r:blip="" type="roundRect">
            <dgm:adjLst/>
          </dgm:shape>
          <dgm:varLst>
            <dgm:chMax val="0"/>
            <dgm:chPref val="0"/>
            <dgm:bulletEnabled val="1"/>
          </dgm:varLst>
          <dgm:presOf axis="ch desOrSelf" cnt="1 0" ptType="node node" st="1 1"/>
          <dgm:constrLst>
            <dgm:constr op="equ" refType="h" type="w"/>
            <dgm:constr fact="0.3" refType="primFontSz" type="tMarg"/>
            <dgm:constr fact="0.3" refType="primFontSz" type="bMarg"/>
            <dgm:constr fact="0.3" refType="primFontSz" type="lMarg"/>
            <dgm:constr fact="0.3" refType="primFontSz" type="rMarg"/>
          </dgm:constrLst>
          <dgm:ruleLst>
            <dgm:rule fact="NaN" max="NaN" type="primFontSz" val="5"/>
          </dgm:ruleLst>
        </dgm:layoutNode>
        <dgm:layoutNode name="quad2">
          <dgm:alg type="tx"/>
          <dgm:shape xmlns:r="http://schemas.openxmlformats.org/officeDocument/2006/relationships" r:blip="" type="roundRect">
            <dgm:adjLst/>
          </dgm:shape>
          <dgm:varLst>
            <dgm:chMax val="0"/>
            <dgm:chPref val="0"/>
            <dgm:bulletEnabled val="1"/>
          </dgm:varLst>
          <dgm:presOf axis="ch desOrSelf" cnt="1 0" ptType="node node" st="2 1"/>
          <dgm:constrLst>
            <dgm:constr op="equ" refType="h" type="w"/>
            <dgm:constr fact="0.3" refType="primFontSz" type="tMarg"/>
            <dgm:constr fact="0.3" refType="primFontSz" type="bMarg"/>
            <dgm:constr fact="0.3" refType="primFontSz" type="lMarg"/>
            <dgm:constr fact="0.3" refType="primFontSz" type="rMarg"/>
          </dgm:constrLst>
          <dgm:ruleLst>
            <dgm:rule fact="NaN" max="NaN" type="primFontSz" val="5"/>
          </dgm:ruleLst>
        </dgm:layoutNode>
        <dgm:layoutNode name="quad3">
          <dgm:alg type="tx"/>
          <dgm:shape xmlns:r="http://schemas.openxmlformats.org/officeDocument/2006/relationships" r:blip="" type="roundRect">
            <dgm:adjLst/>
          </dgm:shape>
          <dgm:varLst>
            <dgm:chMax val="0"/>
            <dgm:chPref val="0"/>
            <dgm:bulletEnabled val="1"/>
          </dgm:varLst>
          <dgm:presOf axis="ch desOrSelf" cnt="1 0" ptType="node node" st="3 1"/>
          <dgm:constrLst>
            <dgm:constr op="equ" refType="h" type="w"/>
            <dgm:constr fact="0.3" refType="primFontSz" type="tMarg"/>
            <dgm:constr fact="0.3" refType="primFontSz" type="bMarg"/>
            <dgm:constr fact="0.3" refType="primFontSz" type="lMarg"/>
            <dgm:constr fact="0.3" refType="primFontSz" type="rMarg"/>
          </dgm:constrLst>
          <dgm:ruleLst>
            <dgm:rule fact="NaN" max="NaN" type="primFontSz" val="5"/>
          </dgm:ruleLst>
        </dgm:layoutNode>
        <dgm:layoutNode name="quad4">
          <dgm:alg type="tx"/>
          <dgm:shape xmlns:r="http://schemas.openxmlformats.org/officeDocument/2006/relationships" r:blip="" type="roundRect">
            <dgm:adjLst/>
          </dgm:shape>
          <dgm:varLst>
            <dgm:chMax val="0"/>
            <dgm:chPref val="0"/>
            <dgm:bulletEnabled val="1"/>
          </dgm:varLst>
          <dgm:presOf axis="ch desOrSelf" cnt="1 0" ptType="node node" st="4 1"/>
          <dgm:constrLst>
            <dgm:constr op="equ" refType="h" type="w"/>
            <dgm:constr fact="0.3" refType="primFontSz" type="tMarg"/>
            <dgm:constr fact="0.3" refType="primFontSz" type="bMarg"/>
            <dgm:constr fact="0.3" refType="primFontSz" type="lMarg"/>
            <dgm:constr fact="0.3" refType="primFontSz" type="rMarg"/>
          </dgm:constrLst>
          <dgm:ruleLst>
            <dgm:rule fact="NaN" max="NaN" type="primFontSz" val="5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pri="400" type="list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destId="1" destOrd="0" modelId="6" srcId="0" srcOrd="0"/>
        <dgm:cxn destId="2" destOrd="0" modelId="7" srcId="0" srcOrd="1"/>
        <dgm:cxn destId="3" destOrd="0" modelId="8" srcId="0" srcOrd="2"/>
        <dgm:cxn destId="4" destOrd="0" modelId="9" srcId="0" srcOrd="3"/>
        <dgm:cxn destId="5" destOrd="0" modelId="10" srcId="0" srcOrd="4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3" srcId="0" srcOrd="0"/>
        <dgm:cxn destId="2" destOrd="0" modelId="4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destId="1" destOrd="0" modelId="7" srcId="0" srcOrd="0"/>
        <dgm:cxn destId="2" destOrd="0" modelId="8" srcId="0" srcOrd="1"/>
        <dgm:cxn destId="3" destOrd="0" modelId="9" srcId="0" srcOrd="2"/>
        <dgm:cxn destId="4" destOrd="0" modelId="10" srcId="0" srcOrd="3"/>
        <dgm:cxn destId="5" destOrd="0" modelId="11" srcId="0" srcOrd="4"/>
        <dgm:cxn destId="6" destOrd="0" modelId="12" srcId="0" srcOrd="5"/>
      </dgm:cxnLst>
      <dgm:bg/>
      <dgm:whole/>
    </dgm:dataModel>
  </dgm:clrData>
  <dgm:layoutNode name="diagram">
    <dgm:shape xmlns:r="http://schemas.openxmlformats.org/officeDocument/2006/relationships" r:blip="">
      <dgm:adjLst/>
    </dgm:shape>
    <dgm:varLst>
      <dgm:dir/>
      <dgm:resizeHandles val="exact"/>
    </dgm:varLst>
    <dgm:choose name="Name0">
      <dgm:if arg="dir" func="var" name="Name1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presOf/>
    <dgm:constrLst>
      <dgm:constr for="ch" forName="node" refType="w" type="w"/>
      <dgm:constr fact="0.6" for="ch" forName="node" refFor="ch" refForName="node" refType="w" type="h"/>
      <dgm:constr fact="0.1" for="ch" forName="sibTrans" refFor="ch" refForName="node" refType="w" type="w"/>
      <dgm:constr refFor="ch" refForName="sibTrans" refType="w" type="sp"/>
      <dgm:constr for="ch" forName="node" op="equ" type="primFontSz" val="65"/>
    </dgm:constrLst>
    <dgm:ruleLst/>
    <dgm:forEach axis="ch" name="Name3" ptType="node">
      <dgm:layoutNode name="node">
        <dgm:alg type="tx"/>
        <dgm:shape xmlns:r="http://schemas.openxmlformats.org/officeDocument/2006/relationships" r:blip="" type="rect">
          <dgm:adjLst/>
        </dgm:shape>
        <dgm:varLst>
          <dgm:bulletEnabled val="1"/>
        </dgm:varLst>
        <dgm:presOf axis="desOrSelf" ptType="node"/>
        <dgm:constrLst>
          <dgm:constr fact="0.3" refType="primFontSz" type="lMarg"/>
          <dgm:constr fact="0.3" refType="primFontSz" type="rMarg"/>
          <dgm:constr fact="0.3" refType="primFontSz" type="tMarg"/>
          <dgm:constr fact="0.3" refType="primFontSz" type="bMarg"/>
        </dgm:constrLst>
        <dgm:ruleLst>
          <dgm:rule fact="NaN" max="NaN" type="primFontSz" val="5"/>
        </dgm:ruleLst>
      </dgm:layoutNode>
      <dgm:forEach axis="followSib" cnt="1" name="Name4" ptType="sibTrans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pri="2000" type="hierarchy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destId="1" destOrd="0" modelId="4" srcId="0" srcOrd="0"/>
        <dgm:cxn destId="2" destOrd="0" modelId="5" srcId="1" srcOrd="0"/>
        <dgm:cxn destId="3" destOrd="0" modelId="6" srcId="1" srcOrd="1"/>
        <dgm:cxn destId="21" destOrd="0" modelId="23" srcId="2" srcOrd="0"/>
        <dgm:cxn destId="22" destOrd="0" modelId="24" srcId="2" srcOrd="1"/>
        <dgm:cxn destId="31" destOrd="0" modelId="33" srcId="3" src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destId="1" destOrd="0" modelId="2" srcId="0" srcOrd="0"/>
        <dgm:cxn destId="11" destOrd="0" modelId="13" srcId="1" srcOrd="0"/>
        <dgm:cxn destId="12" destOrd="0" modelId="14" srcId="1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destId="1" destOrd="0" modelId="4" srcId="0" srcOrd="0"/>
        <dgm:cxn destId="2" destOrd="0" modelId="5" srcId="1" srcOrd="0"/>
        <dgm:cxn destId="3" destOrd="0" modelId="6" srcId="1" srcOrd="1"/>
        <dgm:cxn destId="21" destOrd="0" modelId="23" srcId="2" srcOrd="0"/>
        <dgm:cxn destId="211" destOrd="0" modelId="24" srcId="21" srcOrd="0"/>
        <dgm:cxn destId="31" destOrd="0" modelId="33" srcId="3" srcOrd="0"/>
        <dgm:cxn destId="311" destOrd="0" modelId="34" srcId="31" srcOrd="0"/>
      </dgm:cxnLst>
      <dgm:bg/>
      <dgm:whole/>
    </dgm:dataModel>
  </dgm:clrData>
  <dgm:layoutNode name="hierChild1">
    <dgm:shape xmlns:r="http://schemas.openxmlformats.org/officeDocument/2006/relationships" r:blip="">
      <dgm:adjLst/>
    </dgm:shape>
    <dgm:varLst>
      <dgm:chPref val="1"/>
      <dgm:dir/>
      <dgm:animOne val="branch"/>
      <dgm:animLvl val="lvl"/>
      <dgm:resizeHandles/>
    </dgm:varLst>
    <dgm:choose name="Name0">
      <dgm:if arg="dir" func="var" name="Name1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presOf/>
    <dgm:constrLst>
      <dgm:constr for="des" op="equ" ptType="node" type="primFontSz" val="65"/>
      <dgm:constr for="des" forName="composite" refType="w" type="w"/>
      <dgm:constr fact="0.667" for="des" forName="composite" refFor="des" refForName="composite" refType="w" type="h"/>
      <dgm:constr for="des" forName="composite2" refFor="des" refForName="composite" refType="w" type="w"/>
      <dgm:constr for="des" forName="composite2" refFor="des" refForName="composite" refType="h" type="h"/>
      <dgm:constr for="des" forName="composite3" refFor="des" refForName="composite" refType="w" type="w"/>
      <dgm:constr for="des" forName="composite3" refFor="des" refForName="composite" refType="h" type="h"/>
      <dgm:constr for="des" forName="composite4" refFor="des" refForName="composite" refType="w" type="w"/>
      <dgm:constr for="des" forName="composite4" refFor="des" refForName="composite" refType="h" type="h"/>
      <dgm:constr for="des" forName="composite5" refFor="des" refForName="composite" refType="w" type="w"/>
      <dgm:constr for="des" forName="composite5" refFor="des" refForName="composite" refType="h" type="h"/>
      <dgm:constr fact="0.1" refFor="des" refForName="composite" refType="w" type="sibSp"/>
      <dgm:constr for="des" forName="hierChild2" refType="sibSp" type="sibSp"/>
      <dgm:constr for="des" forName="hierChild3" refType="sibSp" type="sibSp"/>
      <dgm:constr for="des" forName="hierChild4" refType="sibSp" type="sibSp"/>
      <dgm:constr for="des" forName="hierChild5" refType="sibSp" type="sibSp"/>
      <dgm:constr for="des" forName="hierChild6" refType="sibSp" type="sibSp"/>
      <dgm:constr fact="0.25" for="des" forName="hierRoot1" refFor="des" refForName="composite" refType="h" type="sp"/>
      <dgm:constr for="des" forName="hierRoot2" refFor="des" refForName="hierRoot1" refType="sp" type="sp"/>
      <dgm:constr for="des" forName="hierRoot3" refFor="des" refForName="hierRoot1" refType="sp" type="sp"/>
      <dgm:constr for="des" forName="hierRoot4" refFor="des" refForName="hierRoot1" refType="sp" type="sp"/>
      <dgm:constr for="des" forName="hierRoot5" refFor="des" refForName="hierRoot1" refType="sp" type="sp"/>
    </dgm:constrLst>
    <dgm:ruleLst/>
    <dgm:forEach axis="ch" name="Name3">
      <dgm:forEach axis="self" name="Name4" ptType="node">
        <dgm:layoutNode name="hierRoot1">
          <dgm:alg type="hierRoot"/>
          <dgm:shape xmlns:r="http://schemas.openxmlformats.org/officeDocument/2006/relationships" r:blip="">
            <dgm:adjLst/>
          </dgm:shape>
          <dgm:layoutNode name="composite">
            <dgm:alg type="composite"/>
            <dgm:shape xmlns:r="http://schemas.openxmlformats.org/officeDocument/2006/relationships" r:blip="">
              <dgm:adjLst/>
            </dgm:shape>
            <dgm:layoutNode moveWith="text" name="background" styleLbl="node0">
              <dgm:alg type="sp"/>
              <dgm:shape xmlns:r="http://schemas.openxmlformats.org/officeDocument/2006/relationships" r:blip="" type="roundRect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alg type="tx"/>
              <dgm:shape xmlns:r="http://schemas.openxmlformats.org/officeDocument/2006/relationships" r:blip="" type="roundRect">
                <dgm:adjLst>
                  <dgm:adj idx="1" val="0.1"/>
                </dgm:adjLst>
              </dgm:shape>
              <dgm:varLst>
                <dgm:chPref val="3"/>
              </dgm:varLst>
              <dgm:presOf axis="self"/>
              <dgm:constrLst>
                <dgm:constr fact="0.3" refType="primFontSz" type="tMarg"/>
                <dgm:constr fact="0.3" refType="primFontSz" type="bMarg"/>
                <dgm:constr fact="0.3" refType="primFontSz" type="lMarg"/>
                <dgm:constr fact="0.3" refType="primFontSz" type="rMarg"/>
              </dgm:constrLst>
              <dgm:ruleLst>
                <dgm:rule fact="NaN" max="NaN" type="primFontSz" val="5"/>
              </dgm:ruleLst>
            </dgm:layoutNode>
            <dgm:presOf/>
            <dgm:constrLst>
              <dgm:constr fact="0.9" for="ch" forName="background" refType="w" type="w"/>
              <dgm:constr fact="0.635" for="ch" forName="background" refFor="ch" refForName="background" refType="w" type="h"/>
              <dgm:constr for="ch" forName="background" type="t"/>
              <dgm:constr for="ch" forName="background" type="l"/>
              <dgm:constr fact="0.9" for="ch" forName="text" refType="w" type="w"/>
              <dgm:constr fact="0.635" for="ch" forName="text" refFor="ch" refForName="text" refType="w" type="h"/>
              <dgm:constr fact="0.095" for="ch" forName="text" refType="w" type="t"/>
              <dgm:constr fact="0.1" for="ch" forName="text" refType="w" type="l"/>
            </dgm:constrLst>
            <dgm:ruleLst/>
          </dgm:layoutNode>
          <dgm:layoutNode name="hierChild2">
            <dgm:shape xmlns:r="http://schemas.openxmlformats.org/officeDocument/2006/relationships" r:blip="">
              <dgm:adjLst/>
            </dgm:shape>
            <dgm:choose name="Name5">
              <dgm:if arg="dir" func="var" name="Name6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presOf/>
            <dgm:constrLst/>
            <dgm:ruleLst/>
            <dgm:forEach axis="ch" name="Name8">
              <dgm:forEach axis="self" cnt="1" name="Name9" ptType="parTrans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r:blip="" type="conn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axis="self" name="Name11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layoutNode moveWith="text2" name="background2">
                      <dgm:alg type="sp"/>
                      <dgm:shape xmlns:r="http://schemas.openxmlformats.org/officeDocument/2006/relationships" r:blip="" type="roundRect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alg type="tx"/>
                      <dgm:shape xmlns:r="http://schemas.openxmlformats.org/officeDocument/2006/relationships" r:blip="" type="roundRect">
                        <dgm:adjLst>
                          <dgm:adj idx="1" val="0.1"/>
                        </dgm:adjLst>
                      </dgm:shape>
                      <dgm:varLst>
                        <dgm:chPref val="3"/>
                      </dgm:varLst>
                      <dgm:presOf axis="self"/>
                      <dgm:constrLst>
                        <dgm:constr fact="0.3" refType="primFontSz" type="tMarg"/>
                        <dgm:constr fact="0.3" refType="primFontSz" type="bMarg"/>
                        <dgm:constr fact="0.3" refType="primFontSz" type="lMarg"/>
                        <dgm:constr fact="0.3" refType="primFontSz" type="rMarg"/>
                      </dgm:constrLst>
                      <dgm:ruleLst>
                        <dgm:rule fact="NaN" max="NaN" type="primFontSz" val="5"/>
                      </dgm:ruleLst>
                    </dgm:layoutNode>
                    <dgm:presOf/>
                    <dgm:constrLst>
                      <dgm:constr fact="0.9" for="ch" forName="background2" refType="w" type="w"/>
                      <dgm:constr fact="0.635" for="ch" forName="background2" refFor="ch" refForName="background2" refType="w" type="h"/>
                      <dgm:constr for="ch" forName="background2" type="t"/>
                      <dgm:constr for="ch" forName="background2" type="l"/>
                      <dgm:constr fact="0.9" for="ch" forName="text2" refType="w" type="w"/>
                      <dgm:constr fact="0.635" for="ch" forName="text2" refFor="ch" refForName="text2" refType="w" type="h"/>
                      <dgm:constr fact="0.095" for="ch" forName="text2" refType="w" type="t"/>
                      <dgm:constr fact="0.1" for="ch" forName="text2" refType="w" type="l"/>
                    </dgm:constrLst>
                    <dgm:ruleLst/>
                  </dgm:layoutNode>
                  <dgm:layoutNode name="hierChild3">
                    <dgm:shape xmlns:r="http://schemas.openxmlformats.org/officeDocument/2006/relationships" r:blip="">
                      <dgm:adjLst/>
                    </dgm:shape>
                    <dgm:choose name="Name12">
                      <dgm:if arg="dir" func="var" name="Name13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presOf/>
                    <dgm:constrLst/>
                    <dgm:ruleLst/>
                    <dgm:forEach axis="ch" name="Name15">
                      <dgm:forEach axis="self" cnt="1" name="Name16" ptType="parTrans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r:blip="" type="conn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axis="self" name="Name18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layoutNode moveWith="text3" name="background3">
                              <dgm:alg type="sp"/>
                              <dgm:shape xmlns:r="http://schemas.openxmlformats.org/officeDocument/2006/relationships" r:blip="" type="roundRect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alg type="tx"/>
                              <dgm:shape xmlns:r="http://schemas.openxmlformats.org/officeDocument/2006/relationships" r:blip="" type="roundRect">
                                <dgm:adjLst>
                                  <dgm:adj idx="1" val="0.1"/>
                                </dgm:adjLst>
                              </dgm:shape>
                              <dgm:varLst>
                                <dgm:chPref val="3"/>
                              </dgm:varLst>
                              <dgm:presOf axis="self"/>
                              <dgm:constrLst>
                                <dgm:constr fact="0.3" refType="primFontSz" type="tMarg"/>
                                <dgm:constr fact="0.3" refType="primFontSz" type="bMarg"/>
                                <dgm:constr fact="0.3" refType="primFontSz" type="lMarg"/>
                                <dgm:constr fact="0.3" refType="primFontSz" type="rMarg"/>
                              </dgm:constrLst>
                              <dgm:ruleLst>
                                <dgm:rule fact="NaN" max="NaN" type="primFontSz" val="5"/>
                              </dgm:ruleLst>
                            </dgm:layoutNode>
                            <dgm:presOf/>
                            <dgm:constrLst>
                              <dgm:constr fact="0.9" for="ch" forName="background3" refType="w" type="w"/>
                              <dgm:constr fact="0.635" for="ch" forName="background3" refFor="ch" refForName="background3" refType="w" type="h"/>
                              <dgm:constr for="ch" forName="background3" type="t"/>
                              <dgm:constr for="ch" forName="background3" type="l"/>
                              <dgm:constr fact="0.9" for="ch" forName="text3" refType="w" type="w"/>
                              <dgm:constr fact="0.635" for="ch" forName="text3" refFor="ch" refForName="text3" refType="w" type="h"/>
                              <dgm:constr fact="0.095" for="ch" forName="text3" refType="w" type="t"/>
                              <dgm:constr fact="0.1" for="ch" forName="text3" refType="w" type="l"/>
                            </dgm:constrLst>
                            <dgm:ruleLst/>
                          </dgm:layoutNode>
                          <dgm:layoutNode name="hierChild4">
                            <dgm:shape xmlns:r="http://schemas.openxmlformats.org/officeDocument/2006/relationships" r:blip="">
                              <dgm:adjLst/>
                            </dgm:shape>
                            <dgm:choose name="Name19">
                              <dgm:if arg="dir" func="var" name="Name20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presOf/>
                            <dgm:constrLst/>
                            <dgm:ruleLst/>
                            <dgm:forEach axis="ch" name="repeat">
                              <dgm:forEach axis="self" cnt="1" name="Name22" ptType="parTrans">
                                <dgm:layoutNode name="Name23">
                                  <dgm:shape xmlns:r="http://schemas.openxmlformats.org/officeDocument/2006/relationships" r:blip="" type="conn" zOrderOff="-999">
                                    <dgm:adjLst/>
                                  </dgm:shape>
                                  <dgm:choose name="Name24">
                                    <dgm:if axis="self" func="depth" name="Name25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axis="self" name="Name27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layoutNode moveWith="text4" name="background4">
                                      <dgm:alg type="sp"/>
                                      <dgm:shape xmlns:r="http://schemas.openxmlformats.org/officeDocument/2006/relationships" r:blip="" type="roundRect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alg type="tx"/>
                                      <dgm:shape xmlns:r="http://schemas.openxmlformats.org/officeDocument/2006/relationships" r:blip="" type="roundRect">
                                        <dgm:adjLst>
                                          <dgm:adj idx="1" val="0.1"/>
                                        </dgm:adjLst>
                                      </dgm:shape>
                                      <dgm:varLst>
                                        <dgm:chPref val="3"/>
                                      </dgm:varLst>
                                      <dgm:presOf axis="self"/>
                                      <dgm:constrLst>
                                        <dgm:constr fact="0.3" refType="primFontSz" type="tMarg"/>
                                        <dgm:constr fact="0.3" refType="primFontSz" type="bMarg"/>
                                        <dgm:constr fact="0.3" refType="primFontSz" type="lMarg"/>
                                        <dgm:constr fact="0.3" refType="primFontSz" type="rMarg"/>
                                      </dgm:constrLst>
                                      <dgm:ruleLst>
                                        <dgm:rule fact="NaN" max="NaN" type="primFontSz" val="5"/>
                                      </dgm:ruleLst>
                                    </dgm:layoutNode>
                                    <dgm:presOf/>
                                    <dgm:constrLst>
                                      <dgm:constr fact="0.9" for="ch" forName="background4" refType="w" type="w"/>
                                      <dgm:constr fact="0.635" for="ch" forName="background4" refFor="ch" refForName="background4" refType="w" type="h"/>
                                      <dgm:constr for="ch" forName="background4" type="t"/>
                                      <dgm:constr for="ch" forName="background4" type="l"/>
                                      <dgm:constr fact="0.9" for="ch" forName="text4" refType="w" type="w"/>
                                      <dgm:constr fact="0.635" for="ch" forName="text4" refFor="ch" refForName="text4" refType="w" type="h"/>
                                      <dgm:constr fact="0.095" for="ch" forName="text4" refType="w" type="t"/>
                                      <dgm:constr fact="0.1" for="ch" forName="text4" refType="w" type="l"/>
                                    </dgm:constrLst>
                                    <dgm:ruleLst/>
                                  </dgm:layoutNode>
                                  <dgm:layoutNode name="hierChild5"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choose name="Name28">
                                      <dgm:if arg="dir" func="var" name="Name29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  <dgm:presOf/>
                                  <dgm:constrLst>
                                    <dgm:constr fact="0.5" for="des" ptType="parTrans" refType="sp" type="bendDist"/>
                                  </dgm:constrLst>
                                  <dgm:ruleLst/>
                                </dgm:layoutNode>
                              </dgm:forEach>
                            </dgm:forEach>
                          </dgm:layoutNode>
                          <dgm:presOf/>
                          <dgm:constrLst>
                            <dgm:constr fact="0.5" for="des" ptType="parTrans" refType="sp" type="bendDist"/>
                          </dgm:constrLst>
                          <dgm:ruleLst/>
                        </dgm:layoutNode>
                      </dgm:forEach>
                    </dgm:forEach>
                  </dgm:layoutNode>
                  <dgm:presOf/>
                  <dgm:constrLst>
                    <dgm:constr fact="0.5" for="des" ptType="parTrans" refType="sp" type="bendDist"/>
                  </dgm:constrLst>
                  <dgm:ruleLst/>
                </dgm:layoutNode>
              </dgm:forEach>
            </dgm:forEach>
          </dgm:layoutNode>
          <dgm:presOf/>
          <dgm:constrLst>
            <dgm:constr fact="0.5" for="des" ptType="parTrans" refType="sp" type="bendDist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pri="6000" type="relationship"/>
    <dgm:cat pri="31000" type="process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destId="1" destOrd="0" modelId="4" srcId="0" srcOrd="0"/>
        <dgm:cxn destId="2" destOrd="0" modelId="5" srcId="0" srcOrd="1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3" srcId="0" srcOrd="0"/>
        <dgm:cxn destId="2" destOrd="0" modelId="4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</dgm:cxnLst>
      <dgm:bg/>
      <dgm:whole/>
    </dgm:dataModel>
  </dgm:clrData>
  <dgm:layoutNode name="diagram">
    <dgm:shape xmlns:r="http://schemas.openxmlformats.org/officeDocument/2006/relationships" r:blip="">
      <dgm:adjLst/>
    </dgm:shape>
    <dgm:varLst>
      <dgm:dir/>
      <dgm:resizeHandles val="exact"/>
    </dgm:varLst>
    <dgm:choose name="Name0">
      <dgm:if axis="ch" func="cnt" name="Name1" op="equ" ptType="node" val="2">
        <dgm:choose name="Name2">
          <dgm:if arg="dir" func="var" name="Name3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arg="dir" func="var" name="Name7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presOf/>
    <dgm:choose name="Name9">
      <dgm:if axis="ch" func="cnt" name="Name10" op="lte" ptType="node" val="2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fact="0.1" refFor="ch" refPtType="node" refType="w" type="sibSp"/>
          <dgm:constr fact="0.1" op="lte" refType="h" type="sibSp"/>
          <dgm:constr fact="1.1" op="equ" refFor="ch" refPtType="node" refType="w" type="diam"/>
        </dgm:constrLst>
      </dgm:if>
      <dgm:if axis="ch" func="cnt" name="Name11" op="equ" ptType="node" val="5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fact="-0.2" refFor="ch" refPtType="node" refType="w" type="sibSp"/>
          <dgm:constr fact="0.1" op="lte" refType="h" type="sibSp"/>
        </dgm:constrLst>
      </dgm:if>
      <dgm:if axis="ch" func="cnt" name="Name12" op="equ" ptType="node" val="6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fact="-0.1" refFor="ch" refPtType="node" refType="w" type="sibSp"/>
          <dgm:constr fact="0.1" op="lte" refType="h" type="sibSp"/>
        </dgm:constrLst>
      </dgm:if>
      <dgm:if axis="ch" func="cnt" name="Name13" op="equ" ptType="node" val="7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fact="-0.1" refFor="ch" refPtType="node" refType="w" type="sibSp"/>
          <dgm:constr fact="0.1" op="lte" refType="h" type="sibSp"/>
        </dgm:constrLst>
      </dgm:if>
      <dgm:if axis="ch" func="cnt" name="Name14" op="equ" ptType="node" val="8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type="sibSp"/>
          <dgm:constr fact="0.1" op="lte" refType="h" type="sibSp"/>
        </dgm:constrLst>
      </dgm:if>
      <dgm:if axis="ch" func="cnt" name="Name15" op="gte" ptType="node" val="9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fact="-0.1" refFor="ch" refPtType="node" refType="w" type="sibSp"/>
          <dgm:constr fact="0.1" op="lte" refType="h" type="sibSp"/>
        </dgm:constrLst>
      </dgm:if>
      <dgm:else name="Name16">
        <dgm:constrLst>
          <dgm:constr for="ch" op="equ" ptType="node" type="primFontSz" val="65"/>
          <dgm:constr for="ch" ptType="node" refType="w" type="w"/>
          <dgm:constr for="ch" op="equ" ptType="node" refFor="ch" refPtType="node" refType="w" type="h"/>
          <dgm:constr fact="-0.35" refFor="ch" refPtType="node" refType="w" type="sibSp"/>
        </dgm:constrLst>
      </dgm:else>
    </dgm:choose>
    <dgm:ruleLst/>
    <dgm:forEach axis="ch" name="Name17" ptType="node">
      <dgm:layoutNode name="arrow">
        <dgm:alg type="tx"/>
        <dgm:shape xmlns:r="http://schemas.openxmlformats.org/officeDocument/2006/relationships" r:blip="" type="downArrow">
          <dgm:adjLst>
            <dgm:adj idx="2" val="0.35"/>
          </dgm:adjLst>
        </dgm:shape>
        <dgm:varLst>
          <dgm:bulletEnabled val="1"/>
        </dgm:varLst>
        <dgm:presOf axis="desOrSelf" ptType="node"/>
        <dgm:constrLst/>
        <dgm:ruleLst>
          <dgm:rule fact="NaN" max="NaN" type="primFontSz" val="5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pri="14000" type="process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destId="1" destOrd="0" modelId="5" srcId="0" srcOrd="0"/>
        <dgm:cxn destId="2" destOrd="0" modelId="6" srcId="0" srcOrd="1"/>
        <dgm:cxn destId="3" destOrd="0" modelId="7" srcId="0" srcOrd="2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3" srcId="0" srcOrd="0"/>
        <dgm:cxn destId="2" destOrd="0" modelId="4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6" srcId="0" srcOrd="0"/>
        <dgm:cxn destId="2" destOrd="0" modelId="7" srcId="0" srcOrd="1"/>
        <dgm:cxn destId="3" destOrd="0" modelId="8" srcId="0" srcOrd="2"/>
        <dgm:cxn destId="4" destOrd="0" modelId="9" srcId="0" srcOrd="3"/>
      </dgm:cxnLst>
      <dgm:bg/>
      <dgm:whole/>
    </dgm:dataModel>
  </dgm:clrData>
  <dgm:layoutNode name="outerComposite">
    <dgm:alg type="composite"/>
    <dgm:shape xmlns:r="http://schemas.openxmlformats.org/officeDocument/2006/relationships" r:blip="">
      <dgm:adjLst/>
    </dgm:shape>
    <dgm:layoutNode name="dummyMaxCanvas">
      <dgm:alg type="sp"/>
      <dgm:shape xmlns:r="http://schemas.openxmlformats.org/officeDocument/2006/relationships" r:blip="">
        <dgm:adjLst/>
      </dgm:shape>
      <dgm:varLst/>
      <dgm:presOf/>
      <dgm:constrLst/>
      <dgm:ruleLst/>
    </dgm:layoutNode>
    <dgm:varLst>
      <dgm:chMax val="5"/>
      <dgm:dir/>
      <dgm:resizeHandles val="exact"/>
    </dgm:varLst>
    <dgm:presOf/>
    <dgm:choose name="Name0">
      <dgm:if arg="dir" func="var" name="Name1" op="equ" val="norm">
        <dgm:constrLst>
          <dgm:constr for="ch" op="equ" ptType="node" type="primFontSz" val="65"/>
          <dgm:constr for="ch" forName="dummyMaxCanvas" refType="w" type="w"/>
          <dgm:constr for="ch" forName="dummyMaxCanvas" refType="h" type="h"/>
          <dgm:constr for="ch" forName="OneNode_1" refType="w" type="w"/>
          <dgm:constr fact="0.5" for="ch" forName="OneNode_1" refType="h" type="h"/>
          <dgm:constr fact="0.5" for="ch" forName="OneNode_1" refType="h" type="ctrY"/>
          <dgm:constr fact="0.85" for="ch" forName="TwoNodes_1" refType="w" type="w"/>
          <dgm:constr fact="0.45" for="ch" forName="TwoNodes_1" refType="h" type="h"/>
          <dgm:constr for="ch" forName="TwoNodes_1" type="t"/>
          <dgm:constr for="ch" forName="TwoNodes_1" type="l"/>
          <dgm:constr fact="0.85" for="ch" forName="TwoNodes_2" refType="w" type="w"/>
          <dgm:constr fact="0.45" for="ch" forName="TwoNodes_2" refType="h" type="h"/>
          <dgm:constr for="ch" forName="TwoNodes_2" refType="h" type="b"/>
          <dgm:constr for="ch" forName="TwoNodes_2" refType="w" type="r"/>
          <dgm:constr fact="0.65" for="ch" forName="TwoConn_1-2" refFor="ch" refForName="TwoNodes_1" refType="h" type="w"/>
          <dgm:constr fact="0.65" for="ch" forName="TwoConn_1-2" refFor="ch" refForName="TwoNodes_1" refType="h" type="h"/>
          <dgm:constr fact="0.5" for="ch" forName="TwoConn_1-2" refType="h" type="ctrY"/>
          <dgm:constr for="ch" forName="TwoConn_1-2" refFor="ch" refForName="TwoNodes_1" refType="r" type="r"/>
          <dgm:constr for="ch" forName="TwoNodes_1_text" refFor="ch" refForName="TwoConn_1-2" refType="l" type="r"/>
          <dgm:constr fact="-0.5" for="ch" forName="TwoNodes_1_text" refFor="ch" refForName="TwoConn_1-2" refType="w" type="rOff"/>
          <dgm:constr for="ch" forName="TwoNodes_1_text" refFor="ch" refForName="TwoNodes_1" refType="t" type="t"/>
          <dgm:constr for="ch" forName="TwoNodes_1_text" refFor="ch" refForName="TwoNodes_1" refType="b" type="b"/>
          <dgm:constr for="ch" forName="TwoNodes_1_text" refFor="ch" refForName="TwoNodes_1" refType="l" type="l"/>
          <dgm:constr for="ch" forName="TwoNodes_2_text" refFor="ch" refForName="TwoConn_1-2" refType="l" type="r"/>
          <dgm:constr for="ch" forName="TwoNodes_2_text" refFor="ch" refForName="TwoNodes_2" refType="t" type="t"/>
          <dgm:constr for="ch" forName="TwoNodes_2_text" refFor="ch" refForName="TwoNodes_2" refType="b" type="b"/>
          <dgm:constr for="ch" forName="TwoNodes_2_text" refFor="ch" refForName="TwoNodes_2" refType="l" type="l"/>
          <dgm:constr fact="0.85" for="ch" forName="ThreeNodes_1" refType="w" type="w"/>
          <dgm:constr fact="0.3" for="ch" forName="ThreeNodes_1" refType="h" type="h"/>
          <dgm:constr for="ch" forName="ThreeNodes_1" type="t"/>
          <dgm:constr for="ch" forName="ThreeNodes_1" type="l"/>
          <dgm:constr fact="0.85" for="ch" forName="ThreeNodes_2" refType="w" type="w"/>
          <dgm:constr fact="0.3" for="ch" forName="ThreeNodes_2" refType="h" type="h"/>
          <dgm:constr fact="0.5" for="ch" forName="ThreeNodes_2" refType="h" type="ctrY"/>
          <dgm:constr fact="0.5" for="ch" forName="ThreeNodes_2" refType="w" type="ctrX"/>
          <dgm:constr fact="0.85" for="ch" forName="ThreeNodes_3" refType="w" type="w"/>
          <dgm:constr fact="0.3" for="ch" forName="ThreeNodes_3" refType="h" type="h"/>
          <dgm:constr for="ch" forName="ThreeNodes_3" refType="h" type="b"/>
          <dgm:constr for="ch" forName="ThreeNodes_3" refType="w" type="r"/>
          <dgm:constr fact="0.65" for="ch" forName="ThreeConn_1-2" refFor="ch" refForName="ThreeNodes_1" refType="h" type="w"/>
          <dgm:constr fact="0.65" for="ch" forName="ThreeConn_1-2" refFor="ch" refForName="ThreeNodes_1" refType="h" type="h"/>
          <dgm:constr fact="0.325" for="ch" forName="ThreeConn_1-2" refType="h" type="ctrY"/>
          <dgm:constr for="ch" forName="ThreeConn_1-2" refFor="ch" refForName="ThreeNodes_1" refType="r" type="r"/>
          <dgm:constr fact="0.65" for="ch" forName="ThreeConn_2-3" refFor="ch" refForName="ThreeNodes_2" refType="h" type="w"/>
          <dgm:constr fact="0.65" for="ch" forName="ThreeConn_2-3" refFor="ch" refForName="ThreeNodes_2" refType="h" type="h"/>
          <dgm:constr fact="0.673" for="ch" forName="ThreeConn_2-3" refType="h" type="ctrY"/>
          <dgm:constr for="ch" forName="ThreeConn_2-3" refFor="ch" refForName="ThreeNodes_2" refType="r" type="r"/>
          <dgm:constr for="ch" forName="ThreeNodes_1_text" refFor="ch" refForName="ThreeConn_1-2" refType="l" type="r"/>
          <dgm:constr fact="-0.57" for="ch" forName="ThreeNodes_1_text" refFor="ch" refForName="ThreeConn_1-2" refType="w" type="rOff"/>
          <dgm:constr for="ch" forName="ThreeNodes_1_text" refFor="ch" refForName="ThreeNodes_1" refType="t" type="t"/>
          <dgm:constr for="ch" forName="ThreeNodes_1_text" refFor="ch" refForName="ThreeNodes_1" refType="b" type="b"/>
          <dgm:constr for="ch" forName="ThreeNodes_1_text" refFor="ch" refForName="ThreeNodes_1" refType="l" type="l"/>
          <dgm:constr for="ch" forName="ThreeNodes_2_text" refFor="ch" refForName="ThreeConn_1-2" refType="l" type="r"/>
          <dgm:constr for="ch" forName="ThreeNodes_2_text" refFor="ch" refForName="ThreeNodes_2" refType="t" type="t"/>
          <dgm:constr for="ch" forName="ThreeNodes_2_text" refFor="ch" refForName="ThreeNodes_2" refType="b" type="b"/>
          <dgm:constr for="ch" forName="ThreeNodes_2_text" refFor="ch" refForName="ThreeNodes_2" refType="l" type="l"/>
          <dgm:constr for="ch" forName="ThreeNodes_3_text" refFor="ch" refForName="ThreeConn_2-3" refType="l" type="r"/>
          <dgm:constr for="ch" forName="ThreeNodes_3_text" refFor="ch" refForName="ThreeNodes_3" refType="t" type="t"/>
          <dgm:constr for="ch" forName="ThreeNodes_3_text" refFor="ch" refForName="ThreeNodes_3" refType="b" type="b"/>
          <dgm:constr for="ch" forName="ThreeNodes_3_text" refFor="ch" refForName="ThreeNodes_3" refType="l" type="l"/>
          <dgm:constr fact="0.8" for="ch" forName="FourNodes_1" refType="w" type="w"/>
          <dgm:constr fact="0.22" for="ch" forName="FourNodes_1" refType="h" type="h"/>
          <dgm:constr for="ch" forName="FourNodes_1" type="t"/>
          <dgm:constr for="ch" forName="FourNodes_1" type="l"/>
          <dgm:constr fact="0.8" for="ch" forName="FourNodes_2" refType="w" type="w"/>
          <dgm:constr fact="0.22" for="ch" forName="FourNodes_2" refType="h" type="h"/>
          <dgm:constr fact="0.37" for="ch" forName="FourNodes_2" refType="h" type="ctrY"/>
          <dgm:constr fact="0.467" for="ch" forName="FourNodes_2" refType="w" type="ctrX"/>
          <dgm:constr fact="0.8" for="ch" forName="FourNodes_3" refType="w" type="w"/>
          <dgm:constr fact="0.22" for="ch" forName="FourNodes_3" refType="h" type="h"/>
          <dgm:constr fact="0.63" for="ch" forName="FourNodes_3" refType="h" type="ctrY"/>
          <dgm:constr fact="0.533" for="ch" forName="FourNodes_3" refType="w" type="ctrX"/>
          <dgm:constr fact="0.8" for="ch" forName="FourNodes_4" refType="w" type="w"/>
          <dgm:constr fact="0.22" for="ch" forName="FourNodes_4" refType="h" type="h"/>
          <dgm:constr for="ch" forName="FourNodes_4" refType="h" type="b"/>
          <dgm:constr for="ch" forName="FourNodes_4" refType="w" type="r"/>
          <dgm:constr fact="0.65" for="ch" forName="FourConn_1-2" refFor="ch" refForName="FourNodes_1" refType="h" type="w"/>
          <dgm:constr fact="0.65" for="ch" forName="FourConn_1-2" refFor="ch" refForName="FourNodes_1" refType="h" type="h"/>
          <dgm:constr fact="0.24" for="ch" forName="FourConn_1-2" refType="h" type="ctrY"/>
          <dgm:constr for="ch" forName="FourConn_1-2" refFor="ch" refForName="FourNodes_1" refType="r" type="r"/>
          <dgm:constr fact="0.65" for="ch" forName="FourConn_2-3" refFor="ch" refForName="FourNodes_2" refType="h" type="w"/>
          <dgm:constr fact="0.65" for="ch" forName="FourConn_2-3" refFor="ch" refForName="FourNodes_2" refType="h" type="h"/>
          <dgm:constr fact="0.5" for="ch" forName="FourConn_2-3" refType="h" type="ctrY"/>
          <dgm:constr for="ch" forName="FourConn_2-3" refFor="ch" refForName="FourNodes_2" refType="r" type="r"/>
          <dgm:constr fact="0.65" for="ch" forName="FourConn_3-4" refFor="ch" refForName="FourNodes_3" refType="h" type="w"/>
          <dgm:constr fact="0.65" for="ch" forName="FourConn_3-4" refFor="ch" refForName="FourNodes_3" refType="h" type="h"/>
          <dgm:constr fact="0.76" for="ch" forName="FourConn_3-4" refType="h" type="ctrY"/>
          <dgm:constr for="ch" forName="FourConn_3-4" refFor="ch" refForName="FourNodes_3" refType="r" type="r"/>
          <dgm:constr for="ch" forName="FourNodes_1_text" refFor="ch" refForName="FourConn_1-2" refType="l" type="r"/>
          <dgm:constr fact="-0.7" for="ch" forName="FourNodes_1_text" refFor="ch" refForName="FourConn_1-2" refType="w" type="rOff"/>
          <dgm:constr for="ch" forName="FourNodes_1_text" refFor="ch" refForName="FourNodes_1" refType="t" type="t"/>
          <dgm:constr for="ch" forName="FourNodes_1_text" refFor="ch" refForName="FourNodes_1" refType="b" type="b"/>
          <dgm:constr for="ch" forName="FourNodes_1_text" refFor="ch" refForName="FourNodes_1" refType="l" type="l"/>
          <dgm:constr for="ch" forName="FourNodes_2_text" refFor="ch" refForName="FourConn_1-2" refType="l" type="r"/>
          <dgm:constr for="ch" forName="FourNodes_2_text" refFor="ch" refForName="FourNodes_2" refType="t" type="t"/>
          <dgm:constr for="ch" forName="FourNodes_2_text" refFor="ch" refForName="FourNodes_2" refType="b" type="b"/>
          <dgm:constr for="ch" forName="FourNodes_2_text" refFor="ch" refForName="FourNodes_2" refType="l" type="l"/>
          <dgm:constr for="ch" forName="FourNodes_3_text" refFor="ch" refForName="FourConn_2-3" refType="l" type="r"/>
          <dgm:constr for="ch" forName="FourNodes_3_text" refFor="ch" refForName="FourNodes_3" refType="t" type="t"/>
          <dgm:constr for="ch" forName="FourNodes_3_text" refFor="ch" refForName="FourNodes_3" refType="b" type="b"/>
          <dgm:constr for="ch" forName="FourNodes_3_text" refFor="ch" refForName="FourNodes_3" refType="l" type="l"/>
          <dgm:constr for="ch" forName="FourNodes_4_text" refFor="ch" refForName="FourConn_3-4" refType="l" type="r"/>
          <dgm:constr for="ch" forName="FourNodes_4_text" refFor="ch" refForName="FourNodes_4" refType="t" type="t"/>
          <dgm:constr for="ch" forName="FourNodes_4_text" refFor="ch" refForName="FourNodes_4" refType="b" type="b"/>
          <dgm:constr for="ch" forName="FourNodes_4_text" refFor="ch" refForName="FourNodes_4" refType="l" type="l"/>
          <dgm:constr fact="0.77" for="ch" forName="FiveNodes_1" refType="w" type="w"/>
          <dgm:constr fact="0.18" for="ch" forName="FiveNodes_1" refType="h" type="h"/>
          <dgm:constr for="ch" forName="FiveNodes_1" type="t"/>
          <dgm:constr for="ch" forName="FiveNodes_1" type="l"/>
          <dgm:constr fact="0.77" for="ch" forName="FiveNodes_2" refType="w" type="w"/>
          <dgm:constr fact="0.18" for="ch" forName="FiveNodes_2" refType="h" type="h"/>
          <dgm:constr fact="0.295" for="ch" forName="FiveNodes_2" refType="h" type="ctrY"/>
          <dgm:constr fact="0.4425" for="ch" forName="FiveNodes_2" refType="w" type="ctrX"/>
          <dgm:constr fact="0.77" for="ch" forName="FiveNodes_3" refType="w" type="w"/>
          <dgm:constr fact="0.18" for="ch" forName="FiveNodes_3" refType="h" type="h"/>
          <dgm:constr fact="0.5" for="ch" forName="FiveNodes_3" refType="h" type="ctrY"/>
          <dgm:constr fact="0.5" for="ch" forName="FiveNodes_3" refType="w" type="ctrX"/>
          <dgm:constr fact="0.77" for="ch" forName="FiveNodes_4" refType="w" type="w"/>
          <dgm:constr fact="0.18" for="ch" forName="FiveNodes_4" refType="h" type="h"/>
          <dgm:constr fact="0.705" for="ch" forName="FiveNodes_4" refType="h" type="ctrY"/>
          <dgm:constr fact="0.5575" for="ch" forName="FiveNodes_4" refType="w" type="ctrX"/>
          <dgm:constr fact="0.77" for="ch" forName="FiveNodes_5" refType="w" type="w"/>
          <dgm:constr fact="0.18" for="ch" forName="FiveNodes_5" refType="h" type="h"/>
          <dgm:constr for="ch" forName="FiveNodes_5" refType="h" type="b"/>
          <dgm:constr for="ch" forName="FiveNodes_5" refType="w" type="r"/>
          <dgm:constr fact="0.65" for="ch" forName="FiveConn_1-2" refFor="ch" refForName="FiveNodes_1" refType="h" type="w"/>
          <dgm:constr fact="0.65" for="ch" forName="FiveConn_1-2" refFor="ch" refForName="FiveNodes_1" refType="h" type="h"/>
          <dgm:constr fact="0.19" for="ch" forName="FiveConn_1-2" refType="h" type="ctrY"/>
          <dgm:constr for="ch" forName="FiveConn_1-2" refFor="ch" refForName="FiveNodes_1" refType="r" type="r"/>
          <dgm:constr fact="0.65" for="ch" forName="FiveConn_2-3" refFor="ch" refForName="FiveNodes_2" refType="h" type="w"/>
          <dgm:constr fact="0.65" for="ch" forName="FiveConn_2-3" refFor="ch" refForName="FiveNodes_2" refType="h" type="h"/>
          <dgm:constr fact="0.395" for="ch" forName="FiveConn_2-3" refType="h" type="ctrY"/>
          <dgm:constr for="ch" forName="FiveConn_2-3" refFor="ch" refForName="FiveNodes_2" refType="r" type="r"/>
          <dgm:constr fact="0.65" for="ch" forName="FiveConn_3-4" refFor="ch" refForName="FiveNodes_3" refType="h" type="w"/>
          <dgm:constr fact="0.65" for="ch" forName="FiveConn_3-4" refFor="ch" refForName="FiveNodes_3" refType="h" type="h"/>
          <dgm:constr fact="0.597" for="ch" forName="FiveConn_3-4" refType="h" type="ctrY"/>
          <dgm:constr for="ch" forName="FiveConn_3-4" refFor="ch" refForName="FiveNodes_3" refType="r" type="r"/>
          <dgm:constr fact="0.65" for="ch" forName="FiveConn_4-5" refFor="ch" refForName="FiveNodes_4" refType="h" type="w"/>
          <dgm:constr fact="0.65" for="ch" forName="FiveConn_4-5" refFor="ch" refForName="FiveNodes_4" refType="h" type="h"/>
          <dgm:constr fact="0.804" for="ch" forName="FiveConn_4-5" refType="h" type="ctrY"/>
          <dgm:constr for="ch" forName="FiveConn_4-5" refFor="ch" refForName="FiveNodes_4" refType="r" type="r"/>
          <dgm:constr for="ch" forName="FiveNodes_1_text" refFor="ch" refForName="FiveConn_1-2" refType="l" type="r"/>
          <dgm:constr fact="-0.75" for="ch" forName="FiveNodes_1_text" refFor="ch" refForName="FiveConn_1-2" refType="w" type="rOff"/>
          <dgm:constr for="ch" forName="FiveNodes_1_text" refFor="ch" refForName="FiveNodes_1" refType="t" type="t"/>
          <dgm:constr for="ch" forName="FiveNodes_1_text" refFor="ch" refForName="FiveNodes_1" refType="b" type="b"/>
          <dgm:constr for="ch" forName="FiveNodes_1_text" refFor="ch" refForName="FiveNodes_1" refType="l" type="l"/>
          <dgm:constr for="ch" forName="FiveNodes_2_text" refFor="ch" refForName="FiveConn_1-2" refType="l" type="r"/>
          <dgm:constr for="ch" forName="FiveNodes_2_text" refFor="ch" refForName="FiveNodes_2" refType="t" type="t"/>
          <dgm:constr for="ch" forName="FiveNodes_2_text" refFor="ch" refForName="FiveNodes_2" refType="b" type="b"/>
          <dgm:constr for="ch" forName="FiveNodes_2_text" refFor="ch" refForName="FiveNodes_2" refType="l" type="l"/>
          <dgm:constr for="ch" forName="FiveNodes_3_text" refFor="ch" refForName="FiveConn_2-3" refType="l" type="r"/>
          <dgm:constr for="ch" forName="FiveNodes_3_text" refFor="ch" refForName="FiveNodes_3" refType="t" type="t"/>
          <dgm:constr for="ch" forName="FiveNodes_3_text" refFor="ch" refForName="FiveNodes_3" refType="b" type="b"/>
          <dgm:constr for="ch" forName="FiveNodes_3_text" refFor="ch" refForName="FiveNodes_3" refType="l" type="l"/>
          <dgm:constr for="ch" forName="FiveNodes_4_text" refFor="ch" refForName="FiveConn_3-4" refType="l" type="r"/>
          <dgm:constr for="ch" forName="FiveNodes_4_text" refFor="ch" refForName="FiveNodes_4" refType="t" type="t"/>
          <dgm:constr for="ch" forName="FiveNodes_4_text" refFor="ch" refForName="FiveNodes_4" refType="b" type="b"/>
          <dgm:constr for="ch" forName="FiveNodes_4_text" refFor="ch" refForName="FiveNodes_4" refType="l" type="l"/>
          <dgm:constr for="ch" forName="FiveNodes_5_text" refFor="ch" refForName="FiveConn_4-5" refType="l" type="r"/>
          <dgm:constr for="ch" forName="FiveNodes_5_text" refFor="ch" refForName="FiveNodes_5" refType="t" type="t"/>
          <dgm:constr for="ch" forName="FiveNodes_5_text" refFor="ch" refForName="FiveNodes_5" refType="b" type="b"/>
          <dgm:constr for="ch" forName="FiveNodes_5_text" refFor="ch" refForName="FiveNodes_5" refType="l" type="l"/>
        </dgm:constrLst>
      </dgm:if>
      <dgm:else name="Name2">
        <dgm:constrLst>
          <dgm:constr for="ch" op="equ" ptType="node" type="primFontSz" val="65"/>
          <dgm:constr for="ch" forName="dummyMaxCanvas" refType="w" type="w"/>
          <dgm:constr for="ch" forName="dummyMaxCanvas" refType="h" type="h"/>
          <dgm:constr for="ch" forName="OneNode_1" refType="w" type="w"/>
          <dgm:constr fact="0.5" for="ch" forName="OneNode_1" refType="h" type="h"/>
          <dgm:constr fact="0.5" for="ch" forName="OneNode_1" refType="h" type="ctrY"/>
          <dgm:constr fact="0.85" for="ch" forName="TwoNodes_1" refType="w" type="w"/>
          <dgm:constr fact="0.45" for="ch" forName="TwoNodes_1" refType="h" type="h"/>
          <dgm:constr for="ch" forName="TwoNodes_1" type="t"/>
          <dgm:constr for="ch" forName="TwoNodes_1" refType="w" type="r"/>
          <dgm:constr fact="0.85" for="ch" forName="TwoNodes_2" refType="w" type="w"/>
          <dgm:constr fact="0.45" for="ch" forName="TwoNodes_2" refType="h" type="h"/>
          <dgm:constr for="ch" forName="TwoNodes_2" refType="h" type="b"/>
          <dgm:constr for="ch" forName="TwoNodes_2" type="l"/>
          <dgm:constr fact="0.65" for="ch" forName="TwoConn_1-2" refFor="ch" refForName="TwoNodes_1" refType="h" type="w"/>
          <dgm:constr fact="0.65" for="ch" forName="TwoConn_1-2" refFor="ch" refForName="TwoNodes_1" refType="h" type="h"/>
          <dgm:constr fact="0.5" for="ch" forName="TwoConn_1-2" refType="h" type="ctrY"/>
          <dgm:constr for="ch" forName="TwoConn_1-2" refFor="ch" refForName="TwoNodes_1" refType="l" type="l"/>
          <dgm:constr for="ch" forName="TwoNodes_1_text" refFor="ch" refForName="TwoConn_1-2" refType="r" type="l"/>
          <dgm:constr fact="0.5" for="ch" forName="TwoNodes_1_text" refFor="ch" refForName="TwoConn_1-2" refType="w" type="lOff"/>
          <dgm:constr for="ch" forName="TwoNodes_1_text" refFor="ch" refForName="TwoNodes_1" refType="t" type="t"/>
          <dgm:constr for="ch" forName="TwoNodes_1_text" refFor="ch" refForName="TwoNodes_1" refType="b" type="b"/>
          <dgm:constr for="ch" forName="TwoNodes_1_text" refFor="ch" refForName="TwoNodes_1" refType="r" type="r"/>
          <dgm:constr for="ch" forName="TwoNodes_2_text" refFor="ch" refForName="TwoConn_1-2" refType="r" type="l"/>
          <dgm:constr for="ch" forName="TwoNodes_2_text" refFor="ch" refForName="TwoNodes_2" refType="t" type="t"/>
          <dgm:constr for="ch" forName="TwoNodes_2_text" refFor="ch" refForName="TwoNodes_2" refType="b" type="b"/>
          <dgm:constr for="ch" forName="TwoNodes_2_text" refFor="ch" refForName="TwoNodes_2" refType="r" type="r"/>
          <dgm:constr fact="0.85" for="ch" forName="ThreeNodes_1" refType="w" type="w"/>
          <dgm:constr fact="0.3" for="ch" forName="ThreeNodes_1" refType="h" type="h"/>
          <dgm:constr for="ch" forName="ThreeNodes_1" type="t"/>
          <dgm:constr for="ch" forName="ThreeNodes_1" refType="w" type="r"/>
          <dgm:constr fact="0.85" for="ch" forName="ThreeNodes_2" refType="w" type="w"/>
          <dgm:constr fact="0.3" for="ch" forName="ThreeNodes_2" refType="h" type="h"/>
          <dgm:constr fact="0.5" for="ch" forName="ThreeNodes_2" refType="h" type="ctrY"/>
          <dgm:constr fact="0.5" for="ch" forName="ThreeNodes_2" refType="w" type="ctrX"/>
          <dgm:constr fact="0.85" for="ch" forName="ThreeNodes_3" refType="w" type="w"/>
          <dgm:constr fact="0.3" for="ch" forName="ThreeNodes_3" refType="h" type="h"/>
          <dgm:constr for="ch" forName="ThreeNodes_3" refType="h" type="b"/>
          <dgm:constr for="ch" forName="ThreeNodes_3" type="l"/>
          <dgm:constr fact="0.65" for="ch" forName="ThreeConn_1-2" refFor="ch" refForName="ThreeNodes_1" refType="h" type="w"/>
          <dgm:constr fact="0.65" for="ch" forName="ThreeConn_1-2" refFor="ch" refForName="ThreeNodes_1" refType="h" type="h"/>
          <dgm:constr fact="0.325" for="ch" forName="ThreeConn_1-2" refType="h" type="ctrY"/>
          <dgm:constr for="ch" forName="ThreeConn_1-2" refFor="ch" refForName="ThreeNodes_1" refType="l" type="l"/>
          <dgm:constr fact="0.65" for="ch" forName="ThreeConn_2-3" refFor="ch" refForName="ThreeNodes_2" refType="h" type="w"/>
          <dgm:constr fact="0.65" for="ch" forName="ThreeConn_2-3" refFor="ch" refForName="ThreeNodes_2" refType="h" type="h"/>
          <dgm:constr fact="0.673" for="ch" forName="ThreeConn_2-3" refType="h" type="ctrY"/>
          <dgm:constr for="ch" forName="ThreeConn_2-3" refFor="ch" refForName="ThreeNodes_2" refType="l" type="l"/>
          <dgm:constr for="ch" forName="ThreeNodes_1_text" refFor="ch" refForName="ThreeConn_1-2" refType="r" type="l"/>
          <dgm:constr fact="0.55" for="ch" forName="ThreeNodes_1_text" refFor="ch" refForName="ThreeConn_1-2" refType="w" type="lOff"/>
          <dgm:constr for="ch" forName="ThreeNodes_1_text" refFor="ch" refForName="ThreeNodes_1" refType="t" type="t"/>
          <dgm:constr for="ch" forName="ThreeNodes_1_text" refFor="ch" refForName="ThreeNodes_1" refType="b" type="b"/>
          <dgm:constr for="ch" forName="ThreeNodes_1_text" refFor="ch" refForName="ThreeNodes_1" refType="r" type="r"/>
          <dgm:constr for="ch" forName="ThreeNodes_2_text" refFor="ch" refForName="ThreeConn_1-2" refType="r" type="l"/>
          <dgm:constr for="ch" forName="ThreeNodes_2_text" refFor="ch" refForName="ThreeNodes_2" refType="t" type="t"/>
          <dgm:constr for="ch" forName="ThreeNodes_2_text" refFor="ch" refForName="ThreeNodes_2" refType="b" type="b"/>
          <dgm:constr for="ch" forName="ThreeNodes_2_text" refFor="ch" refForName="ThreeNodes_2" refType="r" type="r"/>
          <dgm:constr for="ch" forName="ThreeNodes_3_text" refFor="ch" refForName="ThreeConn_2-3" refType="r" type="l"/>
          <dgm:constr for="ch" forName="ThreeNodes_3_text" refFor="ch" refForName="ThreeNodes_3" refType="t" type="t"/>
          <dgm:constr for="ch" forName="ThreeNodes_3_text" refFor="ch" refForName="ThreeNodes_3" refType="b" type="b"/>
          <dgm:constr for="ch" forName="ThreeNodes_3_text" refFor="ch" refForName="ThreeNodes_3" refType="r" type="r"/>
          <dgm:constr fact="0.8" for="ch" forName="FourNodes_1" refType="w" type="w"/>
          <dgm:constr fact="0.22" for="ch" forName="FourNodes_1" refType="h" type="h"/>
          <dgm:constr for="ch" forName="FourNodes_1" type="t"/>
          <dgm:constr for="ch" forName="FourNodes_1" refType="w" type="r"/>
          <dgm:constr fact="0.8" for="ch" forName="FourNodes_2" refType="w" type="w"/>
          <dgm:constr fact="0.22" for="ch" forName="FourNodes_2" refType="h" type="h"/>
          <dgm:constr fact="0.37" for="ch" forName="FourNodes_2" refType="h" type="ctrY"/>
          <dgm:constr fact="0.533" for="ch" forName="FourNodes_2" refType="w" type="ctrX"/>
          <dgm:constr fact="0.8" for="ch" forName="FourNodes_3" refType="w" type="w"/>
          <dgm:constr fact="0.22" for="ch" forName="FourNodes_3" refType="h" type="h"/>
          <dgm:constr fact="0.63" for="ch" forName="FourNodes_3" refType="h" type="ctrY"/>
          <dgm:constr fact="0.467" for="ch" forName="FourNodes_3" refType="w" type="ctrX"/>
          <dgm:constr fact="0.8" for="ch" forName="FourNodes_4" refType="w" type="w"/>
          <dgm:constr fact="0.22" for="ch" forName="FourNodes_4" refType="h" type="h"/>
          <dgm:constr for="ch" forName="FourNodes_4" refType="h" type="b"/>
          <dgm:constr for="ch" forName="FourNodes_4" type="l"/>
          <dgm:constr fact="0.65" for="ch" forName="FourConn_1-2" refFor="ch" refForName="FourNodes_1" refType="h" type="w"/>
          <dgm:constr fact="0.65" for="ch" forName="FourConn_1-2" refFor="ch" refForName="FourNodes_1" refType="h" type="h"/>
          <dgm:constr fact="0.24" for="ch" forName="FourConn_1-2" refType="h" type="ctrY"/>
          <dgm:constr for="ch" forName="FourConn_1-2" refFor="ch" refForName="FourNodes_1" refType="l" type="l"/>
          <dgm:constr fact="0.65" for="ch" forName="FourConn_2-3" refFor="ch" refForName="FourNodes_2" refType="h" type="w"/>
          <dgm:constr fact="0.65" for="ch" forName="FourConn_2-3" refFor="ch" refForName="FourNodes_2" refType="h" type="h"/>
          <dgm:constr fact="0.5" for="ch" forName="FourConn_2-3" refType="h" type="ctrY"/>
          <dgm:constr for="ch" forName="FourConn_2-3" refFor="ch" refForName="FourNodes_2" refType="l" type="l"/>
          <dgm:constr fact="0.65" for="ch" forName="FourConn_3-4" refFor="ch" refForName="FourNodes_3" refType="h" type="w"/>
          <dgm:constr fact="0.65" for="ch" forName="FourConn_3-4" refFor="ch" refForName="FourNodes_3" refType="h" type="h"/>
          <dgm:constr fact="0.76" for="ch" forName="FourConn_3-4" refType="h" type="ctrY"/>
          <dgm:constr for="ch" forName="FourConn_3-4" refFor="ch" refForName="FourNodes_3" refType="l" type="l"/>
          <dgm:constr for="ch" forName="FourNodes_1_text" refFor="ch" refForName="FourConn_1-2" refType="r" type="l"/>
          <dgm:constr fact="0.69" for="ch" forName="FourNodes_1_text" refFor="ch" refForName="FourConn_1-2" refType="w" type="lOff"/>
          <dgm:constr for="ch" forName="FourNodes_1_text" refFor="ch" refForName="FourNodes_1" refType="t" type="t"/>
          <dgm:constr for="ch" forName="FourNodes_1_text" refFor="ch" refForName="FourNodes_1" refType="b" type="b"/>
          <dgm:constr for="ch" forName="FourNodes_1_text" refFor="ch" refForName="FourNodes_1" refType="r" type="r"/>
          <dgm:constr for="ch" forName="FourNodes_2_text" refFor="ch" refForName="FourConn_1-2" refType="r" type="l"/>
          <dgm:constr for="ch" forName="FourNodes_2_text" refFor="ch" refForName="FourNodes_2" refType="t" type="t"/>
          <dgm:constr for="ch" forName="FourNodes_2_text" refFor="ch" refForName="FourNodes_2" refType="b" type="b"/>
          <dgm:constr for="ch" forName="FourNodes_2_text" refFor="ch" refForName="FourNodes_2" refType="r" type="r"/>
          <dgm:constr for="ch" forName="FourNodes_3_text" refFor="ch" refForName="FourConn_2-3" refType="r" type="l"/>
          <dgm:constr for="ch" forName="FourNodes_3_text" refFor="ch" refForName="FourNodes_3" refType="t" type="t"/>
          <dgm:constr for="ch" forName="FourNodes_3_text" refFor="ch" refForName="FourNodes_3" refType="b" type="b"/>
          <dgm:constr for="ch" forName="FourNodes_3_text" refFor="ch" refForName="FourNodes_3" refType="r" type="r"/>
          <dgm:constr for="ch" forName="FourNodes_4_text" refFor="ch" refForName="FourConn_3-4" refType="r" type="l"/>
          <dgm:constr for="ch" forName="FourNodes_4_text" refFor="ch" refForName="FourNodes_4" refType="t" type="t"/>
          <dgm:constr for="ch" forName="FourNodes_4_text" refFor="ch" refForName="FourNodes_4" refType="b" type="b"/>
          <dgm:constr for="ch" forName="FourNodes_4_text" refFor="ch" refForName="FourNodes_4" refType="r" type="r"/>
          <dgm:constr fact="0.77" for="ch" forName="FiveNodes_1" refType="w" type="w"/>
          <dgm:constr fact="0.18" for="ch" forName="FiveNodes_1" refType="h" type="h"/>
          <dgm:constr for="ch" forName="FiveNodes_1" type="t"/>
          <dgm:constr for="ch" forName="FiveNodes_1" refType="w" type="r"/>
          <dgm:constr fact="0.77" for="ch" forName="FiveNodes_2" refType="w" type="w"/>
          <dgm:constr fact="0.18" for="ch" forName="FiveNodes_2" refType="h" type="h"/>
          <dgm:constr fact="0.295" for="ch" forName="FiveNodes_2" refType="h" type="ctrY"/>
          <dgm:constr fact="0.5575" for="ch" forName="FiveNodes_2" refType="w" type="ctrX"/>
          <dgm:constr fact="0.77" for="ch" forName="FiveNodes_3" refType="w" type="w"/>
          <dgm:constr fact="0.18" for="ch" forName="FiveNodes_3" refType="h" type="h"/>
          <dgm:constr fact="0.5" for="ch" forName="FiveNodes_3" refType="h" type="ctrY"/>
          <dgm:constr fact="0.5" for="ch" forName="FiveNodes_3" refType="w" type="ctrX"/>
          <dgm:constr fact="0.77" for="ch" forName="FiveNodes_4" refType="w" type="w"/>
          <dgm:constr fact="0.18" for="ch" forName="FiveNodes_4" refType="h" type="h"/>
          <dgm:constr fact="0.705" for="ch" forName="FiveNodes_4" refType="h" type="ctrY"/>
          <dgm:constr fact="0.4425" for="ch" forName="FiveNodes_4" refType="w" type="ctrX"/>
          <dgm:constr fact="0.77" for="ch" forName="FiveNodes_5" refType="w" type="w"/>
          <dgm:constr fact="0.18" for="ch" forName="FiveNodes_5" refType="h" type="h"/>
          <dgm:constr for="ch" forName="FiveNodes_5" refType="h" type="b"/>
          <dgm:constr for="ch" forName="FiveNodes_5" type="l"/>
          <dgm:constr fact="0.65" for="ch" forName="FiveConn_1-2" refFor="ch" refForName="FiveNodes_1" refType="h" type="w"/>
          <dgm:constr fact="0.65" for="ch" forName="FiveConn_1-2" refFor="ch" refForName="FiveNodes_1" refType="h" type="h"/>
          <dgm:constr fact="0.19" for="ch" forName="FiveConn_1-2" refType="h" type="ctrY"/>
          <dgm:constr for="ch" forName="FiveConn_1-2" refFor="ch" refForName="FiveNodes_1" refType="l" type="l"/>
          <dgm:constr fact="0.65" for="ch" forName="FiveConn_2-3" refFor="ch" refForName="FiveNodes_2" refType="h" type="w"/>
          <dgm:constr fact="0.65" for="ch" forName="FiveConn_2-3" refFor="ch" refForName="FiveNodes_2" refType="h" type="h"/>
          <dgm:constr fact="0.395" for="ch" forName="FiveConn_2-3" refType="h" type="ctrY"/>
          <dgm:constr for="ch" forName="FiveConn_2-3" refFor="ch" refForName="FiveNodes_2" refType="l" type="l"/>
          <dgm:constr fact="0.65" for="ch" forName="FiveConn_3-4" refFor="ch" refForName="FiveNodes_3" refType="h" type="w"/>
          <dgm:constr fact="0.65" for="ch" forName="FiveConn_3-4" refFor="ch" refForName="FiveNodes_3" refType="h" type="h"/>
          <dgm:constr fact="0.597" for="ch" forName="FiveConn_3-4" refType="h" type="ctrY"/>
          <dgm:constr for="ch" forName="FiveConn_3-4" refFor="ch" refForName="FiveNodes_3" refType="l" type="l"/>
          <dgm:constr fact="0.65" for="ch" forName="FiveConn_4-5" refFor="ch" refForName="FiveNodes_4" refType="h" type="w"/>
          <dgm:constr fact="0.65" for="ch" forName="FiveConn_4-5" refFor="ch" refForName="FiveNodes_4" refType="h" type="h"/>
          <dgm:constr fact="0.804" for="ch" forName="FiveConn_4-5" refType="h" type="ctrY"/>
          <dgm:constr for="ch" forName="FiveConn_4-5" refFor="ch" refForName="FiveNodes_4" refType="l" type="l"/>
          <dgm:constr for="ch" forName="FiveNodes_1_text" refFor="ch" refForName="FiveConn_1-2" refType="r" type="l"/>
          <dgm:constr fact="0.73" for="ch" forName="FiveNodes_1_text" refFor="ch" refForName="FiveConn_1-2" refType="w" type="lOff"/>
          <dgm:constr for="ch" forName="FiveNodes_1_text" refFor="ch" refForName="FiveNodes_1" refType="t" type="t"/>
          <dgm:constr for="ch" forName="FiveNodes_1_text" refFor="ch" refForName="FiveNodes_1" refType="b" type="b"/>
          <dgm:constr for="ch" forName="FiveNodes_1_text" refFor="ch" refForName="FiveNodes_1" refType="r" type="r"/>
          <dgm:constr for="ch" forName="FiveNodes_2_text" refFor="ch" refForName="FiveConn_1-2" refType="r" type="l"/>
          <dgm:constr for="ch" forName="FiveNodes_2_text" refFor="ch" refForName="FiveNodes_2" refType="t" type="t"/>
          <dgm:constr for="ch" forName="FiveNodes_2_text" refFor="ch" refForName="FiveNodes_2" refType="b" type="b"/>
          <dgm:constr for="ch" forName="FiveNodes_2_text" refFor="ch" refForName="FiveNodes_2" refType="r" type="r"/>
          <dgm:constr for="ch" forName="FiveNodes_3_text" refFor="ch" refForName="FiveConn_2-3" refType="r" type="l"/>
          <dgm:constr for="ch" forName="FiveNodes_3_text" refFor="ch" refForName="FiveNodes_3" refType="t" type="t"/>
          <dgm:constr for="ch" forName="FiveNodes_3_text" refFor="ch" refForName="FiveNodes_3" refType="b" type="b"/>
          <dgm:constr for="ch" forName="FiveNodes_3_text" refFor="ch" refForName="FiveNodes_3" refType="r" type="r"/>
          <dgm:constr for="ch" forName="FiveNodes_4_text" refFor="ch" refForName="FiveConn_3-4" refType="r" type="l"/>
          <dgm:constr for="ch" forName="FiveNodes_4_text" refFor="ch" refForName="FiveNodes_4" refType="t" type="t"/>
          <dgm:constr for="ch" forName="FiveNodes_4_text" refFor="ch" refForName="FiveNodes_4" refType="b" type="b"/>
          <dgm:constr for="ch" forName="FiveNodes_4_text" refFor="ch" refForName="FiveNodes_4" refType="r" type="r"/>
          <dgm:constr for="ch" forName="FiveNodes_5_text" refFor="ch" refForName="FiveConn_4-5" refType="r" type="l"/>
          <dgm:constr for="ch" forName="FiveNodes_5_text" refFor="ch" refForName="FiveNodes_5" refType="t" type="t"/>
          <dgm:constr for="ch" forName="FiveNodes_5_text" refFor="ch" refForName="FiveNodes_5" refType="b" type="b"/>
          <dgm:constr for="ch" forName="FiveNodes_5_text" refFor="ch" refForName="FiveNodes_5" refType="r" type="r"/>
        </dgm:constrLst>
      </dgm:else>
    </dgm:choose>
    <dgm:ruleLst/>
    <dgm:choose name="Name3">
      <dgm:if axis="ch" func="cnt" name="Name4" op="equ" ptType="node" val="1">
        <dgm:layoutNode name="OneNode_1">
          <dgm:alg type="tx"/>
          <dgm:shape xmlns:r="http://schemas.openxmlformats.org/officeDocument/2006/relationships" r:blip="" type="roundRect">
            <dgm:adjLst>
              <dgm:adj idx="1" val="0.1"/>
            </dgm:adjLst>
          </dgm:shape>
          <dgm:varLst>
            <dgm:bulletEnabled val="1"/>
          </dgm:varLst>
          <dgm:presOf axis="ch desOrSelf" cnt="1 0" ptType="node node" st="1 1"/>
          <dgm:constrLst>
            <dgm:constr fact="0.3" refType="primFontSz" type="lMarg"/>
            <dgm:constr fact="0.3" refType="primFontSz" type="rMarg"/>
            <dgm:constr fact="0.3" refType="primFontSz" type="tMarg"/>
            <dgm:constr fact="0.3" refType="primFontSz" type="bMarg"/>
          </dgm:constrLst>
          <dgm:ruleLst>
            <dgm:rule fact="NaN" max="NaN" type="primFontSz" val="5"/>
          </dgm:ruleLst>
        </dgm:layoutNode>
      </dgm:if>
      <dgm:else name="Name5">
        <dgm:choose name="Name6">
          <dgm:if axis="ch" func="cnt" name="Name7" op="equ" ptType="node" val="2">
            <dgm:layoutNode name="TwoNodes_1">
              <dgm:alg type="sp"/>
              <dgm:shape xmlns:r="http://schemas.openxmlformats.org/officeDocument/2006/relationships" r:blip="" type="roundRect">
                <dgm:adjLst>
                  <dgm:adj idx="1" val="0.1"/>
                </dgm:adjLst>
              </dgm:shape>
              <dgm:varLst>
                <dgm:bulletEnabled val="1"/>
              </dgm:varLst>
              <dgm:presOf axis="ch desOrSelf" cnt="1 0" ptType="node node" st="1 1"/>
              <dgm:constrLst/>
              <dgm:ruleLst/>
            </dgm:layoutNode>
            <dgm:layoutNode name="TwoNodes_2">
              <dgm:alg type="sp"/>
              <dgm:shape xmlns:r="http://schemas.openxmlformats.org/officeDocument/2006/relationships" r:blip="" type="roundRect">
                <dgm:adjLst>
                  <dgm:adj idx="1" val="0.1"/>
                </dgm:adjLst>
              </dgm:shape>
              <dgm:varLst>
                <dgm:bulletEnabled val="1"/>
              </dgm:varLst>
              <dgm:presOf axis="ch desOrSelf" cnt="1 0" ptType="node node" st="2 1"/>
              <dgm:constrLst/>
              <dgm:ruleLst/>
            </dgm:layoutNode>
            <dgm:layoutNode name="TwoConn_1-2" styleLbl="fgAccFollowNode1">
              <dgm:alg type="tx"/>
              <dgm:shape xmlns:r="http://schemas.openxmlformats.org/officeDocument/2006/relationships" r:blip="" type="downArrow">
                <dgm:adjLst>
                  <dgm:adj idx="1" val="0.55"/>
                  <dgm:adj idx="2" val="0.45"/>
                </dgm:adjLst>
              </dgm:shape>
              <dgm:varLst>
                <dgm:bulletEnabled val="1"/>
              </dgm:varLst>
              <dgm:presOf axis="ch" cnt="1" ptType="sibTrans"/>
              <dgm:constrLst>
                <dgm:constr fact="0.1" refType="primFontSz" type="lMarg"/>
                <dgm:constr fact="0.1" refType="primFontSz" type="rMarg"/>
                <dgm:constr fact="0.1" refType="primFontSz" type="tMarg"/>
                <dgm:constr fact="0.1" refType="primFontSz" type="bMarg"/>
              </dgm:constrLst>
              <dgm:ruleLst>
                <dgm:rule fact="NaN" max="NaN" type="primFontSz" val="5"/>
              </dgm:ruleLst>
            </dgm:layoutNode>
            <dgm:layoutNode name="TwoNodes_1_text"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hideGeom="1" r:blip="" type="roundRect">
                <dgm:adjLst>
                  <dgm:adj idx="1" val="0.1"/>
                </dgm:adjLst>
              </dgm:shape>
              <dgm:varLst>
                <dgm:bulletEnabled val="1"/>
              </dgm:varLst>
              <dgm:presOf axis="ch desOrSelf" cnt="1 0" ptType="node node" st="1 1"/>
              <dgm:constrLst>
                <dgm:constr fact="0.3" refType="primFontSz" type="lMarg"/>
                <dgm:constr fact="0.3" refType="primFontSz" type="rMarg"/>
                <dgm:constr fact="0.3" refType="primFontSz" type="tMarg"/>
                <dgm:constr fact="0.3" refType="primFontSz" type="bMarg"/>
              </dgm:constrLst>
              <dgm:ruleLst>
                <dgm:rule fact="NaN" max="NaN" type="primFontSz" val="5"/>
              </dgm:ruleLst>
            </dgm:layoutNode>
            <dgm:layoutNode name="TwoNodes_2_text"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hideGeom="1" r:blip="" type="roundRect">
                <dgm:adjLst>
                  <dgm:adj idx="1" val="0.1"/>
                </dgm:adjLst>
              </dgm:shape>
              <dgm:varLst>
                <dgm:bulletEnabled val="1"/>
              </dgm:varLst>
              <dgm:presOf axis="ch desOrSelf" cnt="1 0" ptType="node node" st="2 1"/>
              <dgm:constrLst>
                <dgm:constr fact="0.3" refType="primFontSz" type="lMarg"/>
                <dgm:constr fact="0.3" refType="primFontSz" type="rMarg"/>
                <dgm:constr fact="0.3" refType="primFontSz" type="tMarg"/>
                <dgm:constr fact="0.3" refType="primFontSz" type="bMarg"/>
              </dgm:constrLst>
              <dgm:ruleLst>
                <dgm:rule fact="NaN" max="NaN" type="primFontSz" val="5"/>
              </dgm:ruleLst>
            </dgm:layoutNode>
          </dgm:if>
          <dgm:else name="Name8">
            <dgm:choose name="Name9">
              <dgm:if axis="ch" func="cnt" name="Name10" op="equ" ptType="node" val="3">
                <dgm:layoutNode name="ThreeNodes_1">
                  <dgm:alg type="sp"/>
                  <dgm:shape xmlns:r="http://schemas.openxmlformats.org/officeDocument/2006/relationships" r:blip="" type="roundRect">
                    <dgm:adjLst>
                      <dgm:adj idx="1" val="0.1"/>
                    </dgm:adjLst>
                  </dgm:shape>
                  <dgm:varLst>
                    <dgm:bulletEnabled val="1"/>
                  </dgm:varLst>
                  <dgm:presOf axis="ch desOrSelf" cnt="1 0" ptType="node node" st="1 1"/>
                  <dgm:constrLst/>
                  <dgm:ruleLst/>
                </dgm:layoutNode>
                <dgm:layoutNode name="ThreeNodes_2">
                  <dgm:alg type="sp"/>
                  <dgm:shape xmlns:r="http://schemas.openxmlformats.org/officeDocument/2006/relationships" r:blip="" type="roundRect">
                    <dgm:adjLst>
                      <dgm:adj idx="1" val="0.1"/>
                    </dgm:adjLst>
                  </dgm:shape>
                  <dgm:varLst>
                    <dgm:bulletEnabled val="1"/>
                  </dgm:varLst>
                  <dgm:presOf axis="ch desOrSelf" cnt="1 0" ptType="node node" st="2 1"/>
                  <dgm:constrLst/>
                  <dgm:ruleLst/>
                </dgm:layoutNode>
                <dgm:layoutNode name="ThreeNodes_3">
                  <dgm:alg type="sp"/>
                  <dgm:shape xmlns:r="http://schemas.openxmlformats.org/officeDocument/2006/relationships" r:blip="" type="roundRect">
                    <dgm:adjLst>
                      <dgm:adj idx="1" val="0.1"/>
                    </dgm:adjLst>
                  </dgm:shape>
                  <dgm:varLst>
                    <dgm:bulletEnabled val="1"/>
                  </dgm:varLst>
                  <dgm:presOf axis="ch desOrSelf" cnt="1 0" ptType="node node" st="3 1"/>
                  <dgm:constrLst/>
                  <dgm:ruleLst/>
                </dgm:layoutNode>
                <dgm:layoutNode name="ThreeConn_1-2" styleLbl="fgAccFollowNode1">
                  <dgm:alg type="tx"/>
                  <dgm:shape xmlns:r="http://schemas.openxmlformats.org/officeDocument/2006/relationships" r:blip="" type="downArrow">
                    <dgm:adjLst>
                      <dgm:adj idx="1" val="0.55"/>
                      <dgm:adj idx="2" val="0.45"/>
                    </dgm:adjLst>
                  </dgm:shape>
                  <dgm:varLst>
                    <dgm:bulletEnabled val="1"/>
                  </dgm:varLst>
                  <dgm:presOf axis="ch" cnt="1" ptType="sibTrans"/>
                  <dgm:constrLst>
                    <dgm:constr fact="0.1" refType="primFontSz" type="lMarg"/>
                    <dgm:constr fact="0.1" refType="primFontSz" type="rMarg"/>
                    <dgm:constr fact="0.1" refType="primFontSz" type="tMarg"/>
                    <dgm:constr fact="0.1" refType="primFontSz" type="bMarg"/>
                  </dgm:constrLst>
                  <dgm:ruleLst>
                    <dgm:rule fact="NaN" max="NaN" type="primFontSz" val="5"/>
                  </dgm:ruleLst>
                </dgm:layoutNode>
                <dgm:layoutNode name="ThreeConn_2-3" styleLbl="fgAccFollowNode1">
                  <dgm:alg type="tx"/>
                  <dgm:shape xmlns:r="http://schemas.openxmlformats.org/officeDocument/2006/relationships" r:blip="" type="downArrow">
                    <dgm:adjLst>
                      <dgm:adj idx="1" val="0.55"/>
                      <dgm:adj idx="2" val="0.45"/>
                    </dgm:adjLst>
                  </dgm:shape>
                  <dgm:varLst>
                    <dgm:bulletEnabled val="1"/>
                  </dgm:varLst>
                  <dgm:presOf axis="ch" cnt="1" ptType="sibTrans" st="2"/>
                  <dgm:constrLst>
                    <dgm:constr fact="0.1" refType="primFontSz" type="lMarg"/>
                    <dgm:constr fact="0.1" refType="primFontSz" type="rMarg"/>
                    <dgm:constr fact="0.1" refType="primFontSz" type="tMarg"/>
                    <dgm:constr fact="0.1" refType="primFontSz" type="bMarg"/>
                  </dgm:constrLst>
                  <dgm:ruleLst>
                    <dgm:rule fact="NaN" max="NaN" type="primFontSz" val="5"/>
                  </dgm:ruleLst>
                </dgm:layoutNode>
                <dgm:layoutNode name="ThreeNodes_1_text"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hideGeom="1" r:blip="" type="roundRect">
                    <dgm:adjLst>
                      <dgm:adj idx="1" val="0.1"/>
                    </dgm:adjLst>
                  </dgm:shape>
                  <dgm:varLst>
                    <dgm:bulletEnabled val="1"/>
                  </dgm:varLst>
                  <dgm:presOf axis="ch desOrSelf" cnt="1 0" ptType="node node" st="1 1"/>
                  <dgm:constrLst>
                    <dgm:constr fact="0.3" refType="primFontSz" type="lMarg"/>
                    <dgm:constr fact="0.3" refType="primFontSz" type="rMarg"/>
                    <dgm:constr fact="0.3" refType="primFontSz" type="tMarg"/>
                    <dgm:constr fact="0.3" refType="primFontSz" type="bMarg"/>
                  </dgm:constrLst>
                  <dgm:ruleLst>
                    <dgm:rule fact="NaN" max="NaN" type="primFontSz" val="5"/>
                  </dgm:ruleLst>
                </dgm:layoutNode>
                <dgm:layoutNode name="ThreeNodes_2_text"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hideGeom="1" r:blip="" type="roundRect">
                    <dgm:adjLst>
                      <dgm:adj idx="1" val="0.1"/>
                    </dgm:adjLst>
                  </dgm:shape>
                  <dgm:varLst>
                    <dgm:bulletEnabled val="1"/>
                  </dgm:varLst>
                  <dgm:presOf axis="ch desOrSelf" cnt="1 0" ptType="node node" st="2 1"/>
                  <dgm:constrLst>
                    <dgm:constr fact="0.3" refType="primFontSz" type="lMarg"/>
                    <dgm:constr fact="0.3" refType="primFontSz" type="rMarg"/>
                    <dgm:constr fact="0.3" refType="primFontSz" type="tMarg"/>
                    <dgm:constr fact="0.3" refType="primFontSz" type="bMarg"/>
                  </dgm:constrLst>
                  <dgm:ruleLst>
                    <dgm:rule fact="NaN" max="NaN" type="primFontSz" val="5"/>
                  </dgm:ruleLst>
                </dgm:layoutNode>
                <dgm:layoutNode name="ThreeNodes_3_text"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hideGeom="1" r:blip="" type="roundRect">
                    <dgm:adjLst>
                      <dgm:adj idx="1" val="0.1"/>
                    </dgm:adjLst>
                  </dgm:shape>
                  <dgm:varLst>
                    <dgm:bulletEnabled val="1"/>
                  </dgm:varLst>
                  <dgm:presOf axis="ch desOrSelf" cnt="1 0" ptType="node node" st="3 1"/>
                  <dgm:constrLst>
                    <dgm:constr fact="0.3" refType="primFontSz" type="lMarg"/>
                    <dgm:constr fact="0.3" refType="primFontSz" type="rMarg"/>
                    <dgm:constr fact="0.3" refType="primFontSz" type="tMarg"/>
                    <dgm:constr fact="0.3" refType="primFontSz" type="bMarg"/>
                  </dgm:constrLst>
                  <dgm:ruleLst>
                    <dgm:rule fact="NaN" max="NaN" type="primFontSz" val="5"/>
                  </dgm:ruleLst>
                </dgm:layoutNode>
              </dgm:if>
              <dgm:else name="Name11">
                <dgm:choose name="Name12">
                  <dgm:if axis="ch" func="cnt" name="Name13" op="equ" ptType="node" val="4">
                    <dgm:layoutNode name="FourNodes_1">
                      <dgm:alg type="sp"/>
                      <dgm:shape xmlns:r="http://schemas.openxmlformats.org/officeDocument/2006/relationships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1 1"/>
                      <dgm:constrLst/>
                      <dgm:ruleLst/>
                    </dgm:layoutNode>
                    <dgm:layoutNode name="FourNodes_2">
                      <dgm:alg type="sp"/>
                      <dgm:shape xmlns:r="http://schemas.openxmlformats.org/officeDocument/2006/relationships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2 1"/>
                      <dgm:constrLst/>
                      <dgm:ruleLst/>
                    </dgm:layoutNode>
                    <dgm:layoutNode name="FourNodes_3">
                      <dgm:alg type="sp"/>
                      <dgm:shape xmlns:r="http://schemas.openxmlformats.org/officeDocument/2006/relationships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3 1"/>
                      <dgm:constrLst/>
                      <dgm:ruleLst/>
                    </dgm:layoutNode>
                    <dgm:layoutNode name="FourNodes_4">
                      <dgm:alg type="sp"/>
                      <dgm:shape xmlns:r="http://schemas.openxmlformats.org/officeDocument/2006/relationships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4 1"/>
                      <dgm:constrLst/>
                      <dgm:ruleLst/>
                    </dgm:layoutNode>
                    <dgm:layoutNode name="FourConn_1-2" styleLbl="fgAccFollowNode1">
                      <dgm:alg type="tx"/>
                      <dgm:shape xmlns:r="http://schemas.openxmlformats.org/officeDocument/2006/relationships" r:blip="" type="downArrow">
                        <dgm:adjLst>
                          <dgm:adj idx="1" val="0.55"/>
                          <dgm:adj idx="2" val="0.45"/>
                        </dgm:adjLst>
                      </dgm:shape>
                      <dgm:varLst>
                        <dgm:bulletEnabled val="1"/>
                      </dgm:varLst>
                      <dgm:presOf axis="ch" cnt="1" ptType="sibTrans"/>
                      <dgm:constrLst>
                        <dgm:constr fact="0.1" refType="primFontSz" type="lMarg"/>
                        <dgm:constr fact="0.1" refType="primFontSz" type="rMarg"/>
                        <dgm:constr fact="0.1" refType="primFontSz" type="tMarg"/>
                        <dgm:constr fact="0.1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  <dgm:layoutNode name="FourConn_2-3" styleLbl="fgAccFollowNode1">
                      <dgm:alg type="tx"/>
                      <dgm:shape xmlns:r="http://schemas.openxmlformats.org/officeDocument/2006/relationships" r:blip="" type="downArrow">
                        <dgm:adjLst>
                          <dgm:adj idx="1" val="0.55"/>
                          <dgm:adj idx="2" val="0.45"/>
                        </dgm:adjLst>
                      </dgm:shape>
                      <dgm:varLst>
                        <dgm:bulletEnabled val="1"/>
                      </dgm:varLst>
                      <dgm:presOf axis="ch" cnt="1" ptType="sibTrans" st="2"/>
                      <dgm:constrLst>
                        <dgm:constr fact="0.1" refType="primFontSz" type="lMarg"/>
                        <dgm:constr fact="0.1" refType="primFontSz" type="rMarg"/>
                        <dgm:constr fact="0.1" refType="primFontSz" type="tMarg"/>
                        <dgm:constr fact="0.1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  <dgm:layoutNode name="FourConn_3-4" styleLbl="fgAccFollowNode1">
                      <dgm:alg type="tx"/>
                      <dgm:shape xmlns:r="http://schemas.openxmlformats.org/officeDocument/2006/relationships" r:blip="" type="downArrow">
                        <dgm:adjLst>
                          <dgm:adj idx="1" val="0.55"/>
                          <dgm:adj idx="2" val="0.45"/>
                        </dgm:adjLst>
                      </dgm:shape>
                      <dgm:varLst>
                        <dgm:bulletEnabled val="1"/>
                      </dgm:varLst>
                      <dgm:presOf axis="ch" cnt="1" ptType="sibTrans" st="3"/>
                      <dgm:constrLst>
                        <dgm:constr fact="0.1" refType="primFontSz" type="lMarg"/>
                        <dgm:constr fact="0.1" refType="primFontSz" type="rMarg"/>
                        <dgm:constr fact="0.1" refType="primFontSz" type="tMarg"/>
                        <dgm:constr fact="0.1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  <dgm:layoutNode name="FourNodes_1_text"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hideGeom="1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1 1"/>
                      <dgm:constrLst>
                        <dgm:constr fact="0.3" refType="primFontSz" type="lMarg"/>
                        <dgm:constr fact="0.3" refType="primFontSz" type="rMarg"/>
                        <dgm:constr fact="0.3" refType="primFontSz" type="tMarg"/>
                        <dgm:constr fact="0.3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  <dgm:layoutNode name="FourNodes_2_text"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hideGeom="1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2 1"/>
                      <dgm:constrLst>
                        <dgm:constr fact="0.3" refType="primFontSz" type="lMarg"/>
                        <dgm:constr fact="0.3" refType="primFontSz" type="rMarg"/>
                        <dgm:constr fact="0.3" refType="primFontSz" type="tMarg"/>
                        <dgm:constr fact="0.3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  <dgm:layoutNode name="FourNodes_3_text"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hideGeom="1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3 1"/>
                      <dgm:constrLst>
                        <dgm:constr fact="0.3" refType="primFontSz" type="lMarg"/>
                        <dgm:constr fact="0.3" refType="primFontSz" type="rMarg"/>
                        <dgm:constr fact="0.3" refType="primFontSz" type="tMarg"/>
                        <dgm:constr fact="0.3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  <dgm:layoutNode name="FourNodes_4_text"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hideGeom="1" r:blip="" type="roundRect">
                        <dgm:adjLst>
                          <dgm:adj idx="1" val="0.1"/>
                        </dgm:adjLst>
                      </dgm:shape>
                      <dgm:varLst>
                        <dgm:bulletEnabled val="1"/>
                      </dgm:varLst>
                      <dgm:presOf axis="ch desOrSelf" cnt="1 0" ptType="node node" st="4 1"/>
                      <dgm:constrLst>
                        <dgm:constr fact="0.3" refType="primFontSz" type="lMarg"/>
                        <dgm:constr fact="0.3" refType="primFontSz" type="rMarg"/>
                        <dgm:constr fact="0.3" refType="primFontSz" type="tMarg"/>
                        <dgm:constr fact="0.3" refType="primFontSz" type="bMarg"/>
                      </dgm:constrLst>
                      <dgm:ruleLst>
                        <dgm:rule fact="NaN" max="NaN" type="primFontSz" val="5"/>
                      </dgm:ruleLst>
                    </dgm:layoutNode>
                  </dgm:if>
                  <dgm:else name="Name14">
                    <dgm:choose name="Name15">
                      <dgm:if axis="ch" func="cnt" name="Name16" op="gte" ptType="node" val="5">
                        <dgm:layoutNode name="FiveNodes_1">
                          <dgm:alg type="sp"/>
                          <dgm:shape xmlns:r="http://schemas.openxmlformats.org/officeDocument/2006/relationships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1 1"/>
                          <dgm:constrLst/>
                          <dgm:ruleLst/>
                        </dgm:layoutNode>
                        <dgm:layoutNode name="FiveNodes_2">
                          <dgm:alg type="sp"/>
                          <dgm:shape xmlns:r="http://schemas.openxmlformats.org/officeDocument/2006/relationships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2 1"/>
                          <dgm:constrLst/>
                          <dgm:ruleLst/>
                        </dgm:layoutNode>
                        <dgm:layoutNode name="FiveNodes_3">
                          <dgm:alg type="sp"/>
                          <dgm:shape xmlns:r="http://schemas.openxmlformats.org/officeDocument/2006/relationships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3 1"/>
                          <dgm:constrLst/>
                          <dgm:ruleLst/>
                        </dgm:layoutNode>
                        <dgm:layoutNode name="FiveNodes_4">
                          <dgm:alg type="sp"/>
                          <dgm:shape xmlns:r="http://schemas.openxmlformats.org/officeDocument/2006/relationships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4 1"/>
                          <dgm:constrLst/>
                          <dgm:ruleLst/>
                        </dgm:layoutNode>
                        <dgm:layoutNode name="FiveNodes_5">
                          <dgm:alg type="sp"/>
                          <dgm:shape xmlns:r="http://schemas.openxmlformats.org/officeDocument/2006/relationships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5 1"/>
                          <dgm:constrLst/>
                          <dgm:ruleLst/>
                        </dgm:layoutNode>
                        <dgm:layoutNode name="FiveConn_1-2" styleLbl="fgAccFollowNode1">
                          <dgm:alg type="tx"/>
                          <dgm:shape xmlns:r="http://schemas.openxmlformats.org/officeDocument/2006/relationships" r:blip="" type="downArrow">
                            <dgm:adjLst>
                              <dgm:adj idx="1" val="0.55"/>
                              <dgm:adj idx="2" val="0.45"/>
                            </dgm:adjLst>
                          </dgm:shape>
                          <dgm:varLst>
                            <dgm:bulletEnabled val="1"/>
                          </dgm:varLst>
                          <dgm:presOf axis="ch" cnt="1" ptType="sibTrans"/>
                          <dgm:constrLst>
                            <dgm:constr fact="0.1" refType="primFontSz" type="lMarg"/>
                            <dgm:constr fact="0.1" refType="primFontSz" type="rMarg"/>
                            <dgm:constr fact="0.1" refType="primFontSz" type="tMarg"/>
                            <dgm:constr fact="0.1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Conn_2-3" styleLbl="fgAccFollowNode1">
                          <dgm:alg type="tx"/>
                          <dgm:shape xmlns:r="http://schemas.openxmlformats.org/officeDocument/2006/relationships" r:blip="" type="downArrow">
                            <dgm:adjLst>
                              <dgm:adj idx="1" val="0.55"/>
                              <dgm:adj idx="2" val="0.45"/>
                            </dgm:adjLst>
                          </dgm:shape>
                          <dgm:varLst>
                            <dgm:bulletEnabled val="1"/>
                          </dgm:varLst>
                          <dgm:presOf axis="ch" cnt="1" ptType="sibTrans" st="2"/>
                          <dgm:constrLst>
                            <dgm:constr fact="0.1" refType="primFontSz" type="lMarg"/>
                            <dgm:constr fact="0.1" refType="primFontSz" type="rMarg"/>
                            <dgm:constr fact="0.1" refType="primFontSz" type="tMarg"/>
                            <dgm:constr fact="0.1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Conn_3-4" styleLbl="fgAccFollowNode1">
                          <dgm:alg type="tx"/>
                          <dgm:shape xmlns:r="http://schemas.openxmlformats.org/officeDocument/2006/relationships" r:blip="" type="downArrow">
                            <dgm:adjLst>
                              <dgm:adj idx="1" val="0.55"/>
                              <dgm:adj idx="2" val="0.45"/>
                            </dgm:adjLst>
                          </dgm:shape>
                          <dgm:varLst>
                            <dgm:bulletEnabled val="1"/>
                          </dgm:varLst>
                          <dgm:presOf axis="ch" cnt="1" ptType="sibTrans" st="3"/>
                          <dgm:constrLst>
                            <dgm:constr fact="0.1" refType="primFontSz" type="lMarg"/>
                            <dgm:constr fact="0.1" refType="primFontSz" type="rMarg"/>
                            <dgm:constr fact="0.1" refType="primFontSz" type="tMarg"/>
                            <dgm:constr fact="0.1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Conn_4-5" styleLbl="fgAccFollowNode1">
                          <dgm:alg type="tx"/>
                          <dgm:shape xmlns:r="http://schemas.openxmlformats.org/officeDocument/2006/relationships" r:blip="" type="downArrow">
                            <dgm:adjLst>
                              <dgm:adj idx="1" val="0.55"/>
                              <dgm:adj idx="2" val="0.45"/>
                            </dgm:adjLst>
                          </dgm:shape>
                          <dgm:varLst>
                            <dgm:bulletEnabled val="1"/>
                          </dgm:varLst>
                          <dgm:presOf axis="ch" cnt="1" ptType="sibTrans" st="4"/>
                          <dgm:constrLst>
                            <dgm:constr fact="0.1" refType="primFontSz" type="lMarg"/>
                            <dgm:constr fact="0.1" refType="primFontSz" type="rMarg"/>
                            <dgm:constr fact="0.1" refType="primFontSz" type="tMarg"/>
                            <dgm:constr fact="0.1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Nodes_1_text"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hideGeom="1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1 1"/>
                          <dgm:constrLst>
                            <dgm:constr fact="0.3" refType="primFontSz" type="lMarg"/>
                            <dgm:constr fact="0.3" refType="primFontSz" type="rMarg"/>
                            <dgm:constr fact="0.3" refType="primFontSz" type="tMarg"/>
                            <dgm:constr fact="0.3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Nodes_2_text"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hideGeom="1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2 1"/>
                          <dgm:constrLst>
                            <dgm:constr fact="0.3" refType="primFontSz" type="lMarg"/>
                            <dgm:constr fact="0.3" refType="primFontSz" type="rMarg"/>
                            <dgm:constr fact="0.3" refType="primFontSz" type="tMarg"/>
                            <dgm:constr fact="0.3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Nodes_3_text"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hideGeom="1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3 1"/>
                          <dgm:constrLst>
                            <dgm:constr fact="0.3" refType="primFontSz" type="lMarg"/>
                            <dgm:constr fact="0.3" refType="primFontSz" type="rMarg"/>
                            <dgm:constr fact="0.3" refType="primFontSz" type="tMarg"/>
                            <dgm:constr fact="0.3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Nodes_4_text"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hideGeom="1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4 1"/>
                          <dgm:constrLst>
                            <dgm:constr fact="0.3" refType="primFontSz" type="lMarg"/>
                            <dgm:constr fact="0.3" refType="primFontSz" type="rMarg"/>
                            <dgm:constr fact="0.3" refType="primFontSz" type="tMarg"/>
                            <dgm:constr fact="0.3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  <dgm:layoutNode name="FiveNodes_5_text"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hideGeom="1" r:blip="" type="roundRect">
                            <dgm:adjLst>
                              <dgm:adj idx="1" val="0.1"/>
                            </dgm:adjLst>
                          </dgm:shape>
                          <dgm:varLst>
                            <dgm:bulletEnabled val="1"/>
                          </dgm:varLst>
                          <dgm:presOf axis="ch desOrSelf" cnt="1 0" ptType="node node" st="5 1"/>
                          <dgm:constrLst>
                            <dgm:constr fact="0.3" refType="primFontSz" type="lMarg"/>
                            <dgm:constr fact="0.3" refType="primFontSz" type="rMarg"/>
                            <dgm:constr fact="0.3" refType="primFontSz" type="tMarg"/>
                            <dgm:constr fact="0.3" refType="primFontSz" type="bMarg"/>
                          </dgm:constrLst>
                          <dgm:ruleLst>
                            <dgm:rule fact="NaN" max="NaN" type="primFontSz" val="5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pri="104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pri="104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pri="104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pri="104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pri="104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pri="104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2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2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pri="105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pri="101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pri="105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1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2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3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3">
        <a:scrgbClr b="0" g="0" r="0"/>
      </a:fillRef>
      <a:effectRef idx="3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pri="101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notesMasters/_rels/notesMaster1.xml.rels><?xml version="1.0" encoding="UTF-8" standalone="yes"?><Relationships xmlns="http://schemas.openxmlformats.org/package/2006/relationships"><Relationship Id="rId1" Target="../theme/theme1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altLang="pt-BR"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1417FF50-FFAC-4D93-BAEA-1383AC2BA402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4" name="Espaço Reservado para Imagem de Slide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 altLang="pt-BR"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altLang="pt-BR"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F78EF0B4-D7B8-4BFC-9B3F-73969E0FC66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2652729419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2" Target="../slides/slide6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idx="1" type="body"/>
          </p:nvPr>
        </p:nvSpPr>
        <p:spPr/>
        <p:txBody>
          <a:bodyPr numCol="1"/>
          <a:lstStyle/>
          <a:p>
            <a:endParaRPr altLang="pt-BR" dirty="0"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idx="5" sz="quarter" type="sldNum"/>
          </p:nvPr>
        </p:nvSpPr>
        <p:spPr/>
        <p:txBody>
          <a:bodyPr numCol="1"/>
          <a:lstStyle/>
          <a:p>
            <a:fld id="{F78EF0B4-D7B8-4BFC-9B3F-73969E0FC66A}" type="slidenum">
              <a:rPr altLang="pt-BR" lang="pt-BR" smtClean="0"/>
              <a:t>6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1657525407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4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5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6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descr="HD-ShadowShort.png"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 numCol="1">
            <a:noAutofit/>
          </a:bodyPr>
          <a:lstStyle>
            <a:lvl1pPr algn="r">
              <a:defRPr sz="54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680322" y="4394039"/>
            <a:ext cx="8144134" cy="1117687"/>
          </a:xfrm>
        </p:spPr>
        <p:txBody>
          <a:bodyPr numCol="1">
            <a:normAutofit/>
          </a:bodyPr>
          <a:lstStyle>
            <a:lvl1pPr algn="r" indent="0" marL="0">
              <a:buNone/>
              <a:defRPr sz="20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pt-BR" lang="pt-BR"/>
              <a:t>Clique para editar o estilo do subtítulo Mestre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>
          <a:xfrm>
            <a:off x="9255346" y="2750337"/>
            <a:ext cx="1171888" cy="1356442"/>
          </a:xfrm>
        </p:spPr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90541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422989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descr="HD-ShadowShort.png"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 numCol="1">
            <a:normAutofit/>
          </a:bodyPr>
          <a:lstStyle>
            <a:lvl1pPr algn="r">
              <a:defRPr sz="36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0322" y="4232171"/>
            <a:ext cx="9613860" cy="1704017"/>
          </a:xfrm>
        </p:spPr>
        <p:txBody>
          <a:bodyPr numCol="1">
            <a:normAutofit/>
          </a:bodyPr>
          <a:lstStyle>
            <a:lvl1pPr algn="r"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>
          <a:xfrm>
            <a:off x="10729455" y="2869895"/>
            <a:ext cx="1154151" cy="1090789"/>
          </a:xfrm>
        </p:spPr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55258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80320" y="2336873"/>
            <a:ext cx="4698358" cy="3599316"/>
          </a:xfrm>
        </p:spPr>
        <p:txBody>
          <a:bodyPr numCol="1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594123" y="2336873"/>
            <a:ext cx="4700058" cy="3599316"/>
          </a:xfrm>
        </p:spPr>
        <p:txBody>
          <a:bodyPr numCol="1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48152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 numCol="1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06350" y="2336873"/>
            <a:ext cx="4472327" cy="693135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80322" y="3030008"/>
            <a:ext cx="4698355" cy="2906179"/>
          </a:xfrm>
        </p:spPr>
        <p:txBody>
          <a:bodyPr numCol="1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5820154" y="2336873"/>
            <a:ext cx="4474028" cy="692076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5594123" y="3030008"/>
            <a:ext cx="4700059" cy="2906179"/>
          </a:xfrm>
        </p:spPr>
        <p:txBody>
          <a:bodyPr numCol="1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53437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129454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0388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 numCol="1">
            <a:normAutofit/>
          </a:bodyPr>
          <a:lstStyle>
            <a:lvl1pPr>
              <a:defRPr sz="36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 numCol="1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680322" y="2336872"/>
            <a:ext cx="3790078" cy="3599317"/>
          </a:xfrm>
        </p:spPr>
        <p:txBody>
          <a:bodyPr anchor="ctr"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118300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 numCol="1">
            <a:normAutofit/>
          </a:bodyPr>
          <a:lstStyle>
            <a:lvl1pPr>
              <a:defRPr sz="36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idx="1" type="pic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algn="tl" blurRad="76200" dir="5040000" dist="63500" rotWithShape="0">
              <a:srgbClr val="000000">
                <a:alpha val="41000"/>
              </a:srgbClr>
            </a:outerShdw>
          </a:effectLst>
        </p:spPr>
        <p:txBody>
          <a:bodyPr anchor="t"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pt-BR" lang="pt-BR"/>
              <a:t>Clique no ícone para adicionar uma imagem</a:t>
            </a:r>
            <a:endParaRPr dirty="0"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680323" y="2336873"/>
            <a:ext cx="3876256" cy="3599315"/>
          </a:xfrm>
        </p:spPr>
        <p:txBody>
          <a:bodyPr anchor="ctr"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67878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descr="HD-ShadowShort.png"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 numCol="1">
            <a:normAutofit/>
          </a:bodyPr>
          <a:lstStyle>
            <a:lvl1pPr>
              <a:defRPr sz="24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idx="1" type="pic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algn="tl" blurRad="76200" dir="5040000" dist="63500" rotWithShape="0">
              <a:srgbClr val="000000">
                <a:alpha val="41000"/>
              </a:srgbClr>
            </a:outerShdw>
          </a:effectLst>
        </p:spPr>
        <p:txBody>
          <a:bodyPr anchor="t"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pt-BR" lang="pt-BR"/>
              <a:t>Clique no ícone para adicionar uma imagem</a:t>
            </a:r>
            <a:endParaRPr dirty="0"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680319" y="5169583"/>
            <a:ext cx="9613862" cy="622971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>
          <a:xfrm>
            <a:off x="10729455" y="4711309"/>
            <a:ext cx="1154151" cy="1090789"/>
          </a:xfrm>
        </p:spPr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135877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descr="HD-ShadowShort.png"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 numCol="1"/>
          <a:lstStyle>
            <a:lvl1pPr>
              <a:defRPr sz="32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680322" y="4711615"/>
            <a:ext cx="9613859" cy="1090789"/>
          </a:xfrm>
        </p:spPr>
        <p:txBody>
          <a:bodyPr anchor="ctr"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>
          <a:xfrm>
            <a:off x="10729455" y="4711615"/>
            <a:ext cx="1154151" cy="1090789"/>
          </a:xfrm>
        </p:spPr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360973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descr="HD-ShadowShort.png"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 numCol="1"/>
          <a:lstStyle>
            <a:lvl1pPr>
              <a:defRPr sz="32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12" name="Text Placeholder 3"/>
          <p:cNvSpPr>
            <a:spLocks noGrp="1"/>
          </p:cNvSpPr>
          <p:nvPr>
            <p:ph idx="13" sz="half" type="body"/>
          </p:nvPr>
        </p:nvSpPr>
        <p:spPr>
          <a:xfrm>
            <a:off x="1402288" y="3653379"/>
            <a:ext cx="8156579" cy="548968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680322" y="4711615"/>
            <a:ext cx="9613859" cy="1090789"/>
          </a:xfrm>
        </p:spPr>
        <p:txBody>
          <a:bodyPr anchor="ctr" numCol="1">
            <a:norm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>
          <a:xfrm>
            <a:off x="10729455" y="4709925"/>
            <a:ext cx="1154151" cy="1090789"/>
          </a:xfrm>
        </p:spPr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cmpd="sng" w="3175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dirty="0"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cmpd="sng" w="3175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2722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descr="HD-ShadowShort.png"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680320" y="5300149"/>
            <a:ext cx="9613862" cy="502255"/>
          </a:xfrm>
        </p:spPr>
        <p:txBody>
          <a:bodyPr anchor="t"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>
          <a:xfrm>
            <a:off x="10729455" y="4709925"/>
            <a:ext cx="1154151" cy="1090789"/>
          </a:xfrm>
        </p:spPr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1693617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 numCol="1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7" name="Text Placeholder 2"/>
          <p:cNvSpPr>
            <a:spLocks noGrp="1"/>
          </p:cNvSpPr>
          <p:nvPr>
            <p:ph idx="1" type="body"/>
          </p:nvPr>
        </p:nvSpPr>
        <p:spPr>
          <a:xfrm>
            <a:off x="660946" y="2336873"/>
            <a:ext cx="3070034" cy="576262"/>
          </a:xfrm>
        </p:spPr>
        <p:txBody>
          <a:bodyPr anchor="b" numCol="1">
            <a:noAutofit/>
          </a:bodyPr>
          <a:lstStyle>
            <a:lvl1pPr indent="0" marL="0"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idx="15" sz="half" type="body"/>
          </p:nvPr>
        </p:nvSpPr>
        <p:spPr>
          <a:xfrm>
            <a:off x="680322" y="3022673"/>
            <a:ext cx="3049702" cy="2913513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3956025" y="2336873"/>
            <a:ext cx="3063240" cy="576262"/>
          </a:xfrm>
        </p:spPr>
        <p:txBody>
          <a:bodyPr anchor="b" numCol="1">
            <a:noAutofit/>
          </a:bodyPr>
          <a:lstStyle>
            <a:lvl1pPr indent="0" marL="0"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idx="16" sz="half" type="body"/>
          </p:nvPr>
        </p:nvSpPr>
        <p:spPr>
          <a:xfrm>
            <a:off x="3945470" y="3022673"/>
            <a:ext cx="3063240" cy="2913513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>
          <a:xfrm>
            <a:off x="7224156" y="2336873"/>
            <a:ext cx="3070025" cy="576262"/>
          </a:xfrm>
        </p:spPr>
        <p:txBody>
          <a:bodyPr anchor="b" numCol="1">
            <a:noAutofit/>
          </a:bodyPr>
          <a:lstStyle>
            <a:lvl1pPr indent="0" marL="0"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idx="17" sz="half" type="body"/>
          </p:nvPr>
        </p:nvSpPr>
        <p:spPr>
          <a:xfrm>
            <a:off x="7224156" y="3022673"/>
            <a:ext cx="3070025" cy="2913513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426246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 numCol="1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19" name="Text Placeholder 2"/>
          <p:cNvSpPr>
            <a:spLocks noGrp="1"/>
          </p:cNvSpPr>
          <p:nvPr>
            <p:ph idx="1" type="body"/>
          </p:nvPr>
        </p:nvSpPr>
        <p:spPr>
          <a:xfrm>
            <a:off x="680318" y="4297503"/>
            <a:ext cx="3049705" cy="576262"/>
          </a:xfrm>
        </p:spPr>
        <p:txBody>
          <a:bodyPr anchor="b" numCol="1">
            <a:noAutofit/>
          </a:bodyPr>
          <a:lstStyle>
            <a:lvl1pPr indent="0" marL="0"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ChangeAspect="1" noGrp="1"/>
          </p:cNvSpPr>
          <p:nvPr>
            <p:ph idx="15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effectLst>
            <a:outerShdw algn="tl" blurRad="50800" dir="5400000" dist="50800" rotWithShape="0">
              <a:srgbClr val="000000">
                <a:alpha val="43000"/>
              </a:srgbClr>
            </a:outerShdw>
          </a:effectLst>
        </p:spPr>
        <p:txBody>
          <a:bodyPr anchor="t" numCol="1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altLang="pt-BR" lang="pt-BR"/>
              <a:t>Clique no ícone para adicionar uma imagem</a:t>
            </a:r>
            <a:endParaRPr dirty="0" lang="en-US"/>
          </a:p>
        </p:txBody>
      </p:sp>
      <p:sp>
        <p:nvSpPr>
          <p:cNvPr id="21" name="Text Placeholder 3"/>
          <p:cNvSpPr>
            <a:spLocks noGrp="1"/>
          </p:cNvSpPr>
          <p:nvPr>
            <p:ph idx="18" sz="half" type="body"/>
          </p:nvPr>
        </p:nvSpPr>
        <p:spPr>
          <a:xfrm>
            <a:off x="680318" y="4873765"/>
            <a:ext cx="3049705" cy="1062422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3945471" y="4297503"/>
            <a:ext cx="3063240" cy="576262"/>
          </a:xfrm>
        </p:spPr>
        <p:txBody>
          <a:bodyPr anchor="b" numCol="1">
            <a:noAutofit/>
          </a:bodyPr>
          <a:lstStyle>
            <a:lvl1pPr indent="0" marL="0"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ChangeAspect="1" noGrp="1"/>
          </p:cNvSpPr>
          <p:nvPr>
            <p:ph idx="21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effectLst>
            <a:outerShdw algn="tl" blurRad="50800" dir="5400000" dist="50800" rotWithShape="0">
              <a:srgbClr val="000000">
                <a:alpha val="43000"/>
              </a:srgbClr>
            </a:outerShdw>
          </a:effectLst>
        </p:spPr>
        <p:txBody>
          <a:bodyPr anchor="t" numCol="1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altLang="pt-BR" lang="pt-BR"/>
              <a:t>Clique no ícone para adicionar uma imagem</a:t>
            </a:r>
            <a:endParaRPr dirty="0" lang="en-US"/>
          </a:p>
        </p:txBody>
      </p:sp>
      <p:sp>
        <p:nvSpPr>
          <p:cNvPr id="24" name="Text Placeholder 3"/>
          <p:cNvSpPr>
            <a:spLocks noGrp="1"/>
          </p:cNvSpPr>
          <p:nvPr>
            <p:ph idx="19" sz="half" type="body"/>
          </p:nvPr>
        </p:nvSpPr>
        <p:spPr>
          <a:xfrm>
            <a:off x="3944117" y="4873764"/>
            <a:ext cx="3067297" cy="1062422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idx="13" sz="quarter" type="body"/>
          </p:nvPr>
        </p:nvSpPr>
        <p:spPr>
          <a:xfrm>
            <a:off x="7230678" y="4297503"/>
            <a:ext cx="3063505" cy="576262"/>
          </a:xfrm>
        </p:spPr>
        <p:txBody>
          <a:bodyPr anchor="b" numCol="1">
            <a:noAutofit/>
          </a:bodyPr>
          <a:lstStyle>
            <a:lvl1pPr indent="0" marL="0"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ChangeAspect="1" noGrp="1"/>
          </p:cNvSpPr>
          <p:nvPr>
            <p:ph idx="22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effectLst>
            <a:outerShdw algn="tl" blurRad="50800" dir="5400000" dist="50800" rotWithShape="0">
              <a:srgbClr val="000000">
                <a:alpha val="43000"/>
              </a:srgbClr>
            </a:outerShdw>
          </a:effectLst>
        </p:spPr>
        <p:txBody>
          <a:bodyPr anchor="t" numCol="1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altLang="pt-BR" lang="pt-BR"/>
              <a:t>Clique no ícone para adicionar uma imagem</a:t>
            </a:r>
            <a:endParaRPr dirty="0" lang="en-US"/>
          </a:p>
        </p:txBody>
      </p:sp>
      <p:sp>
        <p:nvSpPr>
          <p:cNvPr id="27" name="Text Placeholder 3"/>
          <p:cNvSpPr>
            <a:spLocks noGrp="1"/>
          </p:cNvSpPr>
          <p:nvPr>
            <p:ph idx="20" sz="half" type="body"/>
          </p:nvPr>
        </p:nvSpPr>
        <p:spPr>
          <a:xfrm>
            <a:off x="7230553" y="4873762"/>
            <a:ext cx="3067563" cy="1062422"/>
          </a:xfrm>
        </p:spPr>
        <p:txBody>
          <a:bodyPr anchor="t" numCol="1">
            <a:normAutofit/>
          </a:bodyPr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pt-BR"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4115577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descr="HD-ShadowShort.png"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 algn="r">
              <a:defRPr/>
            </a:lvl1pPr>
          </a:lstStyle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pt-BR" lang="pt-BR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4264509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10129231" y="609597"/>
            <a:ext cx="1073802" cy="4353760"/>
          </a:xfrm>
        </p:spPr>
        <p:txBody>
          <a:bodyPr numCol="1" vert="eaVert"/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680322" y="609597"/>
            <a:ext cx="8870004" cy="5326589"/>
          </a:xfrm>
        </p:spPr>
        <p:txBody>
          <a:bodyPr numCol="1" vert="eaVert"/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>
          <a:xfrm>
            <a:off x="6807126" y="5936187"/>
            <a:ext cx="2743200" cy="365125"/>
          </a:xfrm>
        </p:spPr>
        <p:txBody>
          <a:bodyPr numCol="1"/>
          <a:lstStyle/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>
          <a:xfrm>
            <a:off x="680321" y="5936188"/>
            <a:ext cx="6126805" cy="365125"/>
          </a:xfrm>
        </p:spPr>
        <p:txBody>
          <a:bodyPr numCol="1"/>
          <a:lstStyle/>
          <a:p>
            <a:endParaRPr altLang="pt-BR" lang="pt-BR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>
          <a:xfrm>
            <a:off x="10097550" y="5398633"/>
            <a:ext cx="1154151" cy="1090789"/>
          </a:xfrm>
        </p:spPr>
        <p:txBody>
          <a:bodyPr anchor="t" numCol="1"/>
          <a:lstStyle>
            <a:lvl1pPr algn="ctr">
              <a:defRPr/>
            </a:lvl1pPr>
          </a:lstStyle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1758524812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9" Target="../slideLayouts/slideLayout17.xml" Type="http://schemas.openxmlformats.org/officeDocument/2006/relationships/slideLayout"/><Relationship Id="rId18" Target="../slideLayouts/slideLayout16.xml" Type="http://schemas.openxmlformats.org/officeDocument/2006/relationships/slideLayout"/><Relationship Id="rId17" Target="../slideLayouts/slideLayout15.xml" Type="http://schemas.openxmlformats.org/officeDocument/2006/relationships/slideLayout"/><Relationship Id="rId16" Target="../slideLayouts/slideLayout14.xml" Type="http://schemas.openxmlformats.org/officeDocument/2006/relationships/slideLayout"/><Relationship Id="rId15" Target="../slideLayouts/slideLayout13.xml" Type="http://schemas.openxmlformats.org/officeDocument/2006/relationships/slideLayout"/><Relationship Id="rId14" Target="../slideLayouts/slideLayout12.xml" Type="http://schemas.openxmlformats.org/officeDocument/2006/relationships/slideLayout"/><Relationship Id="rId13" Target="../slideLayouts/slideLayout11.xml" Type="http://schemas.openxmlformats.org/officeDocument/2006/relationships/slideLayout"/><Relationship Id="rId12" Target="../slideLayouts/slideLayout10.xml" Type="http://schemas.openxmlformats.org/officeDocument/2006/relationships/slideLayout"/><Relationship Id="rId11" Target="../slideLayouts/slideLayout9.xml" Type="http://schemas.openxmlformats.org/officeDocument/2006/relationships/slideLayout"/><Relationship Id="rId9" Target="../slideLayouts/slideLayout7.xml" Type="http://schemas.openxmlformats.org/officeDocument/2006/relationships/slideLayout"/><Relationship Id="rId10" Target="../slideLayouts/slideLayout8.xml" Type="http://schemas.openxmlformats.org/officeDocument/2006/relationships/slideLayout"/><Relationship Id="rId8" Target="../slideLayouts/slideLayout6.xml" Type="http://schemas.openxmlformats.org/officeDocument/2006/relationships/slideLayout"/><Relationship Id="rId7" Target="../slideLayouts/slideLayout5.xml" Type="http://schemas.openxmlformats.org/officeDocument/2006/relationships/slideLayout"/><Relationship Id="rId6" Target="../slideLayouts/slideLayout4.xml" Type="http://schemas.openxmlformats.org/officeDocument/2006/relationships/slideLayout"/><Relationship Id="rId5" Target="../slideLayouts/slideLayout3.xml" Type="http://schemas.openxmlformats.org/officeDocument/2006/relationships/slideLayout"/><Relationship Id="rId4" Target="../slideLayouts/slideLayout2.xml" Type="http://schemas.openxmlformats.org/officeDocument/2006/relationships/slideLayout"/><Relationship Id="rId3" Target="../slideLayouts/slideLayout1.xml" Type="http://schemas.openxmlformats.org/officeDocument/2006/relationships/slideLayout"/><Relationship Id="rId2" Target="../media/image1.png" Type="http://schemas.openxmlformats.org/officeDocument/2006/relationships/image"/><Relationship Id="rId1" Target="../theme/theme2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7" name="Picture 6"/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altLang="pt-BR" lang="pt-BR"/>
              <a:t>Clique para editar o título Mestre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altLang="pt-BR" lang="pt-BR"/>
              <a:t>Clique para editar os estilos de texto Mestres</a:t>
            </a:r>
          </a:p>
          <a:p>
            <a:pPr lvl="1"/>
            <a:r>
              <a:rPr altLang="pt-BR" lang="pt-BR"/>
              <a:t>Segundo nível</a:t>
            </a:r>
          </a:p>
          <a:p>
            <a:pPr lvl="2"/>
            <a:r>
              <a:rPr altLang="pt-BR" lang="pt-BR"/>
              <a:t>Terceiro nível</a:t>
            </a:r>
          </a:p>
          <a:p>
            <a:pPr lvl="3"/>
            <a:r>
              <a:rPr altLang="pt-BR" lang="pt-BR"/>
              <a:t>Quarto nível</a:t>
            </a:r>
          </a:p>
          <a:p>
            <a:pPr lvl="4"/>
            <a:r>
              <a:rPr altLang="pt-BR" lang="pt-BR"/>
              <a:t>Quinto nível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2D40C-C827-4ABE-9886-1DC53D63F95F}" type="datetimeFigureOut">
              <a:rPr altLang="pt-BR" lang="pt-BR" smtClean="0"/>
              <a:t>11/05/2024</a:t>
            </a:fld>
            <a:endParaRPr altLang="pt-BR" lang="pt-BR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pt-BR" lang="pt-BR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3CCF0-D3A9-42A1-B950-6EF5346639FA}" type="slidenum">
              <a:rPr altLang="pt-BR" lang="pt-BR" smtClean="0"/>
              <a:t>‹nº›</a:t>
            </a:fld>
            <a:endParaRPr altLang="pt-BR" lang="pt-BR"/>
          </a:p>
        </p:txBody>
      </p:sp>
    </p:spTree>
    <p:extLst>
      <p:ext uri="{BB962C8B-B14F-4D97-AF65-F5344CB8AC3E}">
        <p14:creationId xmlns:p14="http://schemas.microsoft.com/office/powerpoint/2010/main" val="324028951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5" Target="../media/image6.png" Type="http://schemas.openxmlformats.org/officeDocument/2006/relationships/image"/><Relationship Id="rId4" Target="../media/image5.png" Type="http://schemas.openxmlformats.org/officeDocument/2006/relationships/image"/><Relationship Id="rId3" Target="../media/image4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8" Target="../diagrams/drawing1.xml" Type="http://schemas.microsoft.com/office/2007/relationships/diagramDrawing"/><Relationship Id="rId7" Target="../diagrams/quickStyle1.xml" Type="http://schemas.openxmlformats.org/officeDocument/2006/relationships/diagramQuickStyle"/><Relationship Id="rId6" Target="../diagrams/layout1.xml" Type="http://schemas.openxmlformats.org/officeDocument/2006/relationships/diagramLayout"/><Relationship Id="rId5" Target="../diagrams/data1.xml" Type="http://schemas.openxmlformats.org/officeDocument/2006/relationships/diagramData"/><Relationship Id="rId4" Target="../diagrams/colors1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8" Target="../diagrams/drawing2.xml" Type="http://schemas.microsoft.com/office/2007/relationships/diagramDrawing"/><Relationship Id="rId7" Target="../diagrams/quickStyle2.xml" Type="http://schemas.openxmlformats.org/officeDocument/2006/relationships/diagramQuickStyle"/><Relationship Id="rId6" Target="../diagrams/layout2.xml" Type="http://schemas.openxmlformats.org/officeDocument/2006/relationships/diagramLayout"/><Relationship Id="rId5" Target="../diagrams/data2.xml" Type="http://schemas.openxmlformats.org/officeDocument/2006/relationships/diagramData"/><Relationship Id="rId4" Target="../diagrams/colors2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8" Target="../diagrams/drawing3.xml" Type="http://schemas.microsoft.com/office/2007/relationships/diagramDrawing"/><Relationship Id="rId7" Target="../diagrams/quickStyle3.xml" Type="http://schemas.openxmlformats.org/officeDocument/2006/relationships/diagramQuickStyle"/><Relationship Id="rId6" Target="../diagrams/layout3.xml" Type="http://schemas.openxmlformats.org/officeDocument/2006/relationships/diagramLayout"/><Relationship Id="rId5" Target="../diagrams/data3.xml" Type="http://schemas.openxmlformats.org/officeDocument/2006/relationships/diagramData"/><Relationship Id="rId4" Target="../diagrams/colors3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8" Target="../diagrams/drawing4.xml" Type="http://schemas.microsoft.com/office/2007/relationships/diagramDrawing"/><Relationship Id="rId7" Target="../diagrams/quickStyle4.xml" Type="http://schemas.openxmlformats.org/officeDocument/2006/relationships/diagramQuickStyle"/><Relationship Id="rId6" Target="../diagrams/layout4.xml" Type="http://schemas.openxmlformats.org/officeDocument/2006/relationships/diagramLayout"/><Relationship Id="rId5" Target="../diagrams/data4.xml" Type="http://schemas.openxmlformats.org/officeDocument/2006/relationships/diagramData"/><Relationship Id="rId4" Target="../diagrams/colors4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9" Target="../diagrams/drawing5.xml" Type="http://schemas.microsoft.com/office/2007/relationships/diagramDrawing"/><Relationship Id="rId8" Target="../diagrams/quickStyle5.xml" Type="http://schemas.openxmlformats.org/officeDocument/2006/relationships/diagramQuickStyle"/><Relationship Id="rId7" Target="../diagrams/layout5.xml" Type="http://schemas.openxmlformats.org/officeDocument/2006/relationships/diagramLayout"/><Relationship Id="rId6" Target="../diagrams/data5.xml" Type="http://schemas.openxmlformats.org/officeDocument/2006/relationships/diagramData"/><Relationship Id="rId5" Target="../diagrams/colors5.xml" Type="http://schemas.openxmlformats.org/officeDocument/2006/relationships/diagramColors"/><Relationship Id="rId4" Target="../media/image7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1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8" Target="../diagrams/drawing6.xml" Type="http://schemas.microsoft.com/office/2007/relationships/diagramDrawing"/><Relationship Id="rId7" Target="../diagrams/quickStyle6.xml" Type="http://schemas.openxmlformats.org/officeDocument/2006/relationships/diagramQuickStyle"/><Relationship Id="rId6" Target="../diagrams/layout6.xml" Type="http://schemas.openxmlformats.org/officeDocument/2006/relationships/diagramLayout"/><Relationship Id="rId5" Target="../diagrams/data6.xml" Type="http://schemas.openxmlformats.org/officeDocument/2006/relationships/diagramData"/><Relationship Id="rId4" Target="../diagrams/colors6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8" Target="../diagrams/drawing7.xml" Type="http://schemas.microsoft.com/office/2007/relationships/diagramDrawing"/><Relationship Id="rId7" Target="../diagrams/quickStyle7.xml" Type="http://schemas.openxmlformats.org/officeDocument/2006/relationships/diagramQuickStyle"/><Relationship Id="rId6" Target="../diagrams/layout7.xml" Type="http://schemas.openxmlformats.org/officeDocument/2006/relationships/diagramLayout"/><Relationship Id="rId5" Target="../diagrams/data7.xml" Type="http://schemas.openxmlformats.org/officeDocument/2006/relationships/diagramData"/><Relationship Id="rId4" Target="../diagrams/colors7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4" Target="../media/image3.png" Type="http://schemas.openxmlformats.org/officeDocument/2006/relationships/image"/><Relationship Id="rId3" Target="../media/image2.png" Type="http://schemas.openxmlformats.org/officeDocument/2006/relationships/image"/><Relationship Id="rId2" Target="../media/image8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6" Target="../diagrams/drawing8.xml" Type="http://schemas.microsoft.com/office/2007/relationships/diagramDrawing"/><Relationship Id="rId5" Target="../diagrams/quickStyle8.xml" Type="http://schemas.openxmlformats.org/officeDocument/2006/relationships/diagramQuickStyle"/><Relationship Id="rId4" Target="../diagrams/layout8.xml" Type="http://schemas.openxmlformats.org/officeDocument/2006/relationships/diagramLayout"/><Relationship Id="rId3" Target="../diagrams/data8.xml" Type="http://schemas.openxmlformats.org/officeDocument/2006/relationships/diagramData"/><Relationship Id="rId2" Target="../diagrams/colors8.xml" Type="http://schemas.openxmlformats.org/officeDocument/2006/relationships/diagramColors"/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8" Target="../diagrams/drawing9.xml" Type="http://schemas.microsoft.com/office/2007/relationships/diagramDrawing"/><Relationship Id="rId7" Target="../diagrams/quickStyle9.xml" Type="http://schemas.openxmlformats.org/officeDocument/2006/relationships/diagramQuickStyle"/><Relationship Id="rId6" Target="../diagrams/layout9.xml" Type="http://schemas.openxmlformats.org/officeDocument/2006/relationships/diagramLayout"/><Relationship Id="rId5" Target="../diagrams/data9.xml" Type="http://schemas.openxmlformats.org/officeDocument/2006/relationships/diagramData"/><Relationship Id="rId4" Target="../diagrams/colors9.xml" Type="http://schemas.openxmlformats.org/officeDocument/2006/relationships/diagramColors"/><Relationship Id="rId3" Target="../media/image7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6" Target="../diagrams/drawing10.xml" Type="http://schemas.microsoft.com/office/2007/relationships/diagramDrawing"/><Relationship Id="rId5" Target="../diagrams/quickStyle10.xml" Type="http://schemas.openxmlformats.org/officeDocument/2006/relationships/diagramQuickStyle"/><Relationship Id="rId4" Target="../diagrams/layout10.xml" Type="http://schemas.openxmlformats.org/officeDocument/2006/relationships/diagramLayout"/><Relationship Id="rId3" Target="../diagrams/data10.xml" Type="http://schemas.openxmlformats.org/officeDocument/2006/relationships/diagramData"/><Relationship Id="rId2" Target="../diagrams/colors10.xml" Type="http://schemas.openxmlformats.org/officeDocument/2006/relationships/diagramColors"/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4" Target="../media/image2.png" Type="http://schemas.openxmlformats.org/officeDocument/2006/relationships/image"/><Relationship Id="rId3" Target="../media/image9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7" Target="../media/image6.png" Type="http://schemas.openxmlformats.org/officeDocument/2006/relationships/image"/><Relationship Id="rId6" Target="../media/image5.png" Type="http://schemas.openxmlformats.org/officeDocument/2006/relationships/image"/><Relationship Id="rId5" Target="../media/image10.jpeg" Type="http://schemas.openxmlformats.org/officeDocument/2006/relationships/image"/><Relationship Id="rId4" Target="../media/image3.png" Type="http://schemas.openxmlformats.org/officeDocument/2006/relationships/image"/><Relationship Id="rId3" Target="../media/image2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ECF6E53-BD29-4C0D-9AD3-3E1708826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 noGrp="1" noMove="1" noResize="1" noRot="1" noUngrp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53D341A-76E2-4E18-9186-A23AB8AF9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ADD72CF-72AC-41C3-AC1A-1C864D311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1B680D3-33DA-4AED-8452-A96B49AAA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34098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4ECD47-DB7F-D49F-51EF-D2F18DBB8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4494107"/>
            <a:ext cx="8133478" cy="940240"/>
          </a:xfrm>
        </p:spPr>
        <p:txBody>
          <a:bodyPr numCol="1">
            <a:normAutofit/>
          </a:bodyPr>
          <a:lstStyle/>
          <a:p>
            <a:r>
              <a:rPr altLang="pt-BR" lang="pt-BR" sz="3000"/>
              <a:t>NOCIONES BASICAS DE NUTRICION PARA CODORNICES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FADB05-A8BB-306F-3316-5E1C9513EF3D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680322" y="5433742"/>
            <a:ext cx="8133478" cy="406566"/>
          </a:xfrm>
        </p:spPr>
        <p:txBody>
          <a:bodyPr numCol="1">
            <a:normAutofit/>
          </a:bodyPr>
          <a:lstStyle/>
          <a:p>
            <a:r>
              <a:rPr altLang="pt-BR" lang="pt-BR" sz="1800"/>
              <a:t>PAULO RENE DA SILVA JUNIOR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3D332-1883-D4CF-E593-FEA5F55155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23" r="-2" t="14046"/>
          <a:stretch/>
        </p:blipFill>
        <p:spPr>
          <a:xfrm>
            <a:off x="20" y="10"/>
            <a:ext cx="8966180" cy="4198928"/>
          </a:xfrm>
          <a:prstGeom prst="rect">
            <a:avLst/>
          </a:prstGeom>
          <a:ln>
            <a:noFill/>
          </a:ln>
          <a:effectLst>
            <a:outerShdw algn="tl" blurRad="76200" dir="5040000" dist="63500" rotWithShape="0">
              <a:srgbClr val="000000">
                <a:alpha val="41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854EE0-7215-4BC8-8518-42D6DB206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34098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70F728-C2F1-46CE-BA22-F8F0CDF9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93754"/>
            <a:ext cx="89680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2791CF-354A-4144-A3C0-4AC897843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93754"/>
            <a:ext cx="3080285" cy="27594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5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C7BBBA-3617-DE61-580F-67D0A04C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RECRIA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81143B5-1BEB-C7DE-5B0A-7A45FFE0DC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430445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</p:spTree>
    <p:extLst>
      <p:ext uri="{BB962C8B-B14F-4D97-AF65-F5344CB8AC3E}">
        <p14:creationId xmlns:p14="http://schemas.microsoft.com/office/powerpoint/2010/main" val="43405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5E4D33-A433-C42E-9F25-C5E6D3EE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POSTURA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6E4AAC9-0FED-46E0-8372-F498EB330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076660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</p:spTree>
    <p:extLst>
      <p:ext uri="{BB962C8B-B14F-4D97-AF65-F5344CB8AC3E}">
        <p14:creationId xmlns:p14="http://schemas.microsoft.com/office/powerpoint/2010/main" val="777822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FB52E-F2B3-B789-C066-A245D7F7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FUNCIONES DE NUTRICION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61F653A-F67E-11A7-EE3A-C92F5BD61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369765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</p:spTree>
    <p:extLst>
      <p:ext uri="{BB962C8B-B14F-4D97-AF65-F5344CB8AC3E}">
        <p14:creationId xmlns:p14="http://schemas.microsoft.com/office/powerpoint/2010/main" val="76938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A3C601-6868-68CD-2E3C-EA80190A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FUNCIONES NUTRICION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9E2FE64-F129-322C-3818-5FE528069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748067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</p:spTree>
    <p:extLst>
      <p:ext uri="{BB962C8B-B14F-4D97-AF65-F5344CB8AC3E}">
        <p14:creationId xmlns:p14="http://schemas.microsoft.com/office/powerpoint/2010/main" val="3510931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0F69B6-7039-69D4-75E4-708FA42E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FASES DE NUTRICION</a:t>
            </a:r>
          </a:p>
        </p:txBody>
      </p:sp>
      <p:graphicFrame>
        <p:nvGraphicFramePr>
          <p:cNvPr id="18" name="Espaço Reservado para Conteúdo 2">
            <a:extLst>
              <a:ext uri="{FF2B5EF4-FFF2-40B4-BE49-F238E27FC236}">
                <a16:creationId xmlns:a16="http://schemas.microsoft.com/office/drawing/2014/main" id="{19F1A15C-9DF4-9404-CB18-6A89AABC12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345504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5" r:dm="rId6" r:lo="rId7" r:qs="rId8"/>
          </a:graphicData>
        </a:graphic>
      </p:graphicFrame>
    </p:spTree>
    <p:extLst>
      <p:ext uri="{BB962C8B-B14F-4D97-AF65-F5344CB8AC3E}">
        <p14:creationId xmlns:p14="http://schemas.microsoft.com/office/powerpoint/2010/main" val="2498306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7B5113-147E-7503-CC7E-E44E60BB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98" y="2166214"/>
            <a:ext cx="4399632" cy="2672185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NIVELES NUTRICIONALES INICIAL</a:t>
            </a:r>
          </a:p>
        </p:txBody>
      </p:sp>
      <p:graphicFrame>
        <p:nvGraphicFramePr>
          <p:cNvPr id="18" name="Espaço Reservado para Conteúdo 2">
            <a:extLst>
              <a:ext uri="{FF2B5EF4-FFF2-40B4-BE49-F238E27FC236}">
                <a16:creationId xmlns:a16="http://schemas.microsoft.com/office/drawing/2014/main" id="{28FC6A55-E3C8-D231-43F0-5755684A60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536679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</p:spTree>
    <p:extLst>
      <p:ext uri="{BB962C8B-B14F-4D97-AF65-F5344CB8AC3E}">
        <p14:creationId xmlns:p14="http://schemas.microsoft.com/office/powerpoint/2010/main" val="82888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789A66-1BC8-CCD0-7368-87F07E4A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71" y="2166214"/>
            <a:ext cx="4271825" cy="2672185"/>
          </a:xfrm>
        </p:spPr>
        <p:txBody>
          <a:bodyPr numCol="1">
            <a:normAutofit/>
          </a:bodyPr>
          <a:lstStyle/>
          <a:p>
            <a:pPr algn="r"/>
            <a:r>
              <a:rPr altLang="pt-BR" lang="pt-BR" sz="4400"/>
              <a:t>NIVELES NUTRICIONALES POSTURA</a:t>
            </a:r>
          </a:p>
        </p:txBody>
      </p:sp>
      <p:graphicFrame>
        <p:nvGraphicFramePr>
          <p:cNvPr id="19" name="Espaço Reservado para Conteúdo 2">
            <a:extLst>
              <a:ext uri="{FF2B5EF4-FFF2-40B4-BE49-F238E27FC236}">
                <a16:creationId xmlns:a16="http://schemas.microsoft.com/office/drawing/2014/main" id="{73B9FB88-1890-CB56-B15A-BBCE3C58F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136657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</p:spTree>
    <p:extLst>
      <p:ext uri="{BB962C8B-B14F-4D97-AF65-F5344CB8AC3E}">
        <p14:creationId xmlns:p14="http://schemas.microsoft.com/office/powerpoint/2010/main" val="2849506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0FFC73F-A318-4A21-8993-108C1DCD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EA13D-9757-322F-C00B-50281802B7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2">
                <a:tint val="45000"/>
                <a:satMod val="400000"/>
              </a:schemeClr>
            </a:duotone>
            <a:alphaModFix amt="41000"/>
          </a:blip>
          <a:srcRect r="9091" t="9091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8BCE4E4-5CBD-4940-82DF-E061DB079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BB6D7E-7207-44B3-918C-D30673E76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78CAF58-E42B-437B-8490-F8FED23C6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602797-B399-CE08-4999-16BCE74F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numCol="1">
            <a:normAutofit/>
          </a:bodyPr>
          <a:lstStyle/>
          <a:p>
            <a:r>
              <a:rPr altLang="pt-BR" dirty="0" lang="pt-BR"/>
              <a:t>IMPORTANCIA DE LA CALIDAD DE LOS INGREDIENTES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80C3C5B-2644-4CDD-8211-ACD3F320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D2B6070-6B6D-47EA-957C-1B17F9E3E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F76B9-4B76-AECF-86E0-46750AC37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395060"/>
          </a:xfrm>
        </p:spPr>
        <p:txBody>
          <a:bodyPr anchor="ctr" numCol="1">
            <a:normAutofit/>
          </a:bodyPr>
          <a:lstStyle/>
          <a:p>
            <a:r>
              <a:rPr altLang="pt-BR" dirty="0" lang="pt-BR" sz="2000"/>
              <a:t>MICOTOXINAS</a:t>
            </a:r>
          </a:p>
          <a:p>
            <a:pPr lvl="1"/>
            <a:r>
              <a:rPr altLang="pt-BR" dirty="0" lang="pt-BR"/>
              <a:t>PROBLEMAS HEPATICOS</a:t>
            </a:r>
          </a:p>
          <a:p>
            <a:pPr lvl="1"/>
            <a:r>
              <a:rPr altLang="pt-BR" dirty="0" lang="pt-BR"/>
              <a:t>INTESTINALES</a:t>
            </a:r>
          </a:p>
          <a:p>
            <a:pPr lvl="1"/>
            <a:r>
              <a:rPr altLang="pt-BR" dirty="0" lang="pt-BR"/>
              <a:t>OVARIANOS</a:t>
            </a:r>
          </a:p>
          <a:p>
            <a:pPr lvl="1"/>
            <a:r>
              <a:rPr altLang="pt-BR" dirty="0" lang="pt-BR"/>
              <a:t>NERVIOSOS</a:t>
            </a:r>
          </a:p>
          <a:p>
            <a:r>
              <a:rPr altLang="pt-BR" dirty="0" lang="pt-BR" sz="2000"/>
              <a:t>CONTAMINACION BACTERIANA </a:t>
            </a:r>
          </a:p>
          <a:p>
            <a:pPr lvl="1"/>
            <a:r>
              <a:rPr altLang="pt-BR" dirty="0" lang="pt-BR"/>
              <a:t>E. COLI</a:t>
            </a:r>
          </a:p>
          <a:p>
            <a:pPr lvl="1"/>
            <a:r>
              <a:rPr altLang="pt-BR" dirty="0" lang="pt-BR"/>
              <a:t>CLOSTRIDIOSIS</a:t>
            </a:r>
          </a:p>
          <a:p>
            <a:pPr lvl="1"/>
            <a:r>
              <a:rPr altLang="pt-BR" dirty="0" lang="pt-BR"/>
              <a:t>SALMONELOSIS</a:t>
            </a:r>
          </a:p>
          <a:p>
            <a:pPr indent="0" lvl="1" marL="457200">
              <a:buNone/>
            </a:pPr>
            <a:endParaRPr altLang="pt-BR" dirty="0" lang="pt-BR"/>
          </a:p>
        </p:txBody>
      </p:sp>
    </p:spTree>
    <p:extLst>
      <p:ext uri="{BB962C8B-B14F-4D97-AF65-F5344CB8AC3E}">
        <p14:creationId xmlns:p14="http://schemas.microsoft.com/office/powerpoint/2010/main" val="1353442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3595E-A999-E2CA-7928-1F22D9F5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numCol="1">
            <a:normAutofit/>
          </a:bodyPr>
          <a:lstStyle/>
          <a:p>
            <a:r>
              <a:rPr altLang="pt-BR" lang="pt-BR"/>
              <a:t>IMPORTANCIA DE UNA BUENA RACION</a:t>
            </a:r>
          </a:p>
        </p:txBody>
      </p:sp>
      <p:graphicFrame>
        <p:nvGraphicFramePr>
          <p:cNvPr id="18" name="Espaço Reservado para Conteúdo 2">
            <a:extLst>
              <a:ext uri="{FF2B5EF4-FFF2-40B4-BE49-F238E27FC236}">
                <a16:creationId xmlns:a16="http://schemas.microsoft.com/office/drawing/2014/main" id="{FF9171C4-CB3F-30DB-19F1-0B2CDFA6A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286097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2" r:dm="rId3" r:lo="rId4" r:qs="rId5"/>
          </a:graphicData>
        </a:graphic>
      </p:graphicFrame>
    </p:spTree>
    <p:extLst>
      <p:ext uri="{BB962C8B-B14F-4D97-AF65-F5344CB8AC3E}">
        <p14:creationId xmlns:p14="http://schemas.microsoft.com/office/powerpoint/2010/main" val="2231340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4B9586-1B8F-08B0-0DE5-F3BA43AB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numCol="1">
            <a:normAutofit/>
          </a:bodyPr>
          <a:lstStyle/>
          <a:p>
            <a:pPr algn="r"/>
            <a:r>
              <a:rPr altLang="pt-BR" dirty="0" lang="pt-BR" sz="4400"/>
              <a:t>IMPORTANCIA DE UNA BUENA RACION</a:t>
            </a:r>
          </a:p>
        </p:txBody>
      </p:sp>
      <p:graphicFrame>
        <p:nvGraphicFramePr>
          <p:cNvPr id="18" name="Espaço Reservado para Conteúdo 2">
            <a:extLst>
              <a:ext uri="{FF2B5EF4-FFF2-40B4-BE49-F238E27FC236}">
                <a16:creationId xmlns:a16="http://schemas.microsoft.com/office/drawing/2014/main" id="{15194F36-B45B-46BE-DE03-5F5C9CFF5C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821603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4" r:dm="rId5" r:lo="rId6" r:qs="rId7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3363D016-DF91-3AEA-9CC9-CA2B71958D9C}"/>
              </a:ext>
            </a:extLst>
          </p:cNvPr>
          <p:cNvSpPr txBox="1"/>
          <p:nvPr/>
        </p:nvSpPr>
        <p:spPr>
          <a:xfrm>
            <a:off x="7835289" y="3429000"/>
            <a:ext cx="1160098" cy="707886"/>
          </a:xfrm>
          <a:prstGeom prst="rect">
            <a:avLst/>
          </a:prstGeom>
          <a:noFill/>
        </p:spPr>
        <p:txBody>
          <a:bodyPr numCol="1" rtlCol="0" wrap="square">
            <a:spAutoFit/>
          </a:bodyPr>
          <a:lstStyle/>
          <a:p>
            <a:pPr algn="ctr"/>
            <a:r>
              <a:rPr altLang="pt-BR" dirty="0" lang="pt-BR" sz="4000"/>
              <a:t>ovo</a:t>
            </a:r>
          </a:p>
        </p:txBody>
      </p:sp>
    </p:spTree>
    <p:extLst>
      <p:ext uri="{BB962C8B-B14F-4D97-AF65-F5344CB8AC3E}">
        <p14:creationId xmlns:p14="http://schemas.microsoft.com/office/powerpoint/2010/main" val="59025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B9586-1B8F-08B0-0DE5-F3BA43AB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numCol="1">
            <a:normAutofit/>
          </a:bodyPr>
          <a:lstStyle/>
          <a:p>
            <a:r>
              <a:rPr altLang="pt-BR" dirty="0" lang="pt-BR"/>
              <a:t>IMPORTANCIA DE UNA BUENA RACION</a:t>
            </a:r>
          </a:p>
        </p:txBody>
      </p:sp>
      <p:graphicFrame>
        <p:nvGraphicFramePr>
          <p:cNvPr id="19" name="Espaço Reservado para Conteúdo 2">
            <a:extLst>
              <a:ext uri="{FF2B5EF4-FFF2-40B4-BE49-F238E27FC236}">
                <a16:creationId xmlns:a16="http://schemas.microsoft.com/office/drawing/2014/main" id="{698B78EA-3E81-D9C7-49B9-E359FB38EF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878471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2" r:dm="rId3" r:lo="rId4" r:qs="rId5"/>
          </a:graphicData>
        </a:graphic>
      </p:graphicFrame>
    </p:spTree>
    <p:extLst>
      <p:ext uri="{BB962C8B-B14F-4D97-AF65-F5344CB8AC3E}">
        <p14:creationId xmlns:p14="http://schemas.microsoft.com/office/powerpoint/2010/main" val="278611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 noGrp="1" noMove="1" noResize="1" noRot="1" noUngrp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ECB554-2BD7-1E41-2B62-6E3791281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041628" cy="3599316"/>
          </a:xfrm>
        </p:spPr>
        <p:txBody>
          <a:bodyPr numCol="1">
            <a:normAutofit/>
          </a:bodyPr>
          <a:lstStyle/>
          <a:p>
            <a:pPr indent="0" marL="0">
              <a:buNone/>
            </a:pPr>
            <a:r>
              <a:rPr altLang="pt-BR" lang="pt-BR" sz="2000"/>
              <a:t>PARA ALCANZAR EL POTENCIAL GENETICO DE PRODUCCION DE CODORNICES, NECESITAMOS DE NUTRICION DE CALIDAD Y DE UN BUEN MANEJO.</a:t>
            </a:r>
          </a:p>
        </p:txBody>
      </p:sp>
      <p:pic>
        <p:nvPicPr>
          <p:cNvPr descr="Peças de quebra-cabeça" id="5" name="Picture 4">
            <a:extLst>
              <a:ext uri="{FF2B5EF4-FFF2-40B4-BE49-F238E27FC236}">
                <a16:creationId xmlns:a16="http://schemas.microsoft.com/office/drawing/2014/main" id="{4C728D9A-2B09-A676-C927-FA2753A25B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" l="24261" r="16645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D21350-801B-1D4A-95A9-2C90E12B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 numCol="1">
            <a:normAutofit/>
          </a:bodyPr>
          <a:lstStyle/>
          <a:p>
            <a:r>
              <a:rPr altLang="pt-BR" dirty="0" lang="pt-BR"/>
              <a:t>CONSIDERACIONES FINALES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31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30A2E4A-4E1D-41B9-AA0B-34724A7D9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 noGrp="1" noMove="1" noResize="1" noRot="1" noUngrp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43" name="Rectangle 42">
              <a:extLst>
                <a:ext uri="{FF2B5EF4-FFF2-40B4-BE49-F238E27FC236}">
                  <a16:creationId xmlns:a16="http://schemas.microsoft.com/office/drawing/2014/main" id="{2F1C8607-2E83-4D84-B3BB-7D9A6161A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5AE8AB0-75CD-4FBB-B35D-77407AE7A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149874F5-DD96-463A-8A6B-232E65C3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F87096-25F3-75EC-6FAC-A2613D92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8" y="4710483"/>
            <a:ext cx="8133478" cy="940240"/>
          </a:xfrm>
        </p:spPr>
        <p:txBody>
          <a:bodyPr anchor="b" bIns="45720" lIns="91440" numCol="1" rIns="91440" rtlCol="0" tIns="45720" vert="horz">
            <a:normAutofit/>
          </a:bodyPr>
          <a:lstStyle/>
          <a:p>
            <a:r>
              <a:rPr/>
              <a:t>GRACIAS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C49095-BE1B-EF58-874A-874D1C5DE49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690908" y="5650118"/>
            <a:ext cx="8133478" cy="406566"/>
          </a:xfrm>
        </p:spPr>
        <p:txBody>
          <a:bodyPr bIns="45720" lIns="91440" numCol="1" rIns="91440" rtlCol="0" tIns="45720" vert="horz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paulorene83@gmail.com</a:t>
            </a:r>
          </a:p>
        </p:txBody>
      </p:sp>
      <p:pic>
        <p:nvPicPr>
          <p:cNvPr descr="Pessoa segurando um mouse" id="5" name="Picture 4">
            <a:extLst>
              <a:ext uri="{FF2B5EF4-FFF2-40B4-BE49-F238E27FC236}">
                <a16:creationId xmlns:a16="http://schemas.microsoft.com/office/drawing/2014/main" id="{EC798DB4-9C16-B8F1-F722-C116E61188D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9923" t="30552"/>
          <a:stretch/>
        </p:blipFill>
        <p:spPr>
          <a:xfrm>
            <a:off x="634277" y="640078"/>
            <a:ext cx="10917644" cy="3609141"/>
          </a:xfrm>
          <a:prstGeom prst="rect">
            <a:avLst/>
          </a:prstGeom>
          <a:ln>
            <a:noFill/>
          </a:ln>
          <a:effectLst>
            <a:outerShdw algn="tl" blurRad="76200" dir="5040000" dist="63500" rotWithShape="0">
              <a:srgbClr val="000000">
                <a:alpha val="41000"/>
              </a:srgbClr>
            </a:outerShdw>
          </a:effectLst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DD5B5202-786F-43FD-ADAD-FD113DFBF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/>
          <a:lstStyle/>
          <a:p>
            <a:endParaRPr altLang="pt-BR" lang="pt-B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D48E48-6BD6-4E10-B72C-8284B9A12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048786-CC85-4387-9F6F-160EBBAC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2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panose="02110004020202020204"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110004020202020204"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  <a:ln algn="ctr" cap="flat" cmpd="sng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id="{2E142A2C-CD16-42D6-873A-C26D2A0506FA}" name="Office Theme" vid="{1BDDFF52-6CD6-40A5-AB3C-68EB2F1E4D0A}"/>
    </a:ext>
  </a:extLst>
</a:theme>
</file>

<file path=ppt/theme/theme2.xml><?xml version="1.0" encoding="utf-8"?>
<a:theme xmlns:a="http://schemas.openxmlformats.org/drawingml/2006/main" name="Berlim">
  <a:themeElements>
    <a:clrScheme name="Berlim">
      <a:dk1>
        <a:sysClr lastClr="000000" val="windowText"/>
      </a:dk1>
      <a:lt1>
        <a:sysClr lastClr="FFFFFF" val="window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m">
      <a:majorFont>
        <a:latin panose="020B0603020202020204"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B0603020202020204"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m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algn="ctr" cap="flat" cmpd="sng" w="9525">
          <a:solidFill>
            <a:schemeClr val="phClr"/>
          </a:solidFill>
          <a:prstDash val="solid"/>
        </a:ln>
        <a:ln algn="ctr" cap="flat" cmpd="sng" w="12700">
          <a:solidFill>
            <a:schemeClr val="phClr"/>
          </a:solidFill>
          <a:prstDash val="solid"/>
        </a:ln>
        <a:ln algn="ctr" cap="flat" cmpd="sng"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7B5DBA9E-B069-418E-9360-A61BDD0615A4}" name="Berlin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Company/>
  <Words>257</Words>
  <Paragraphs>75</Paragraphs>
  <Slides>14</Slides>
  <Notes>1</Notes>
  <TotalTime>1269</TotalTime>
  <HiddenSlides>0</HiddenSlides>
  <MMClips>0</MMClips>
  <ScaleCrop>false</ScaleCrop>
  <HeadingPairs>
    <vt:vector baseType="variant" size="6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baseType="lpstr" size="18">
      <vt:lpstr>Aptos</vt:lpstr>
      <vt:lpstr>Arial</vt:lpstr>
      <vt:lpstr>Trebuchet MS</vt:lpstr>
      <vt:lpstr>Berlim</vt:lpstr>
      <vt:lpstr>NOÇÕES BASICAS DE NUTRIÇÃO PARA CODORNAS</vt:lpstr>
      <vt:lpstr>RECRIA</vt:lpstr>
      <vt:lpstr>POSTURA</vt:lpstr>
      <vt:lpstr>FUNÇÕES DA NUTRIÇÃO</vt:lpstr>
      <vt:lpstr>FUNÇÕES NUTRIÇÃO</vt:lpstr>
      <vt:lpstr>FASES DE NUTRIÇÃO</vt:lpstr>
      <vt:lpstr>NIVEIS NUTRICIONAIS INICIAL</vt:lpstr>
      <vt:lpstr>NIVEIS NUTRICIONAIS POSTURA</vt:lpstr>
      <vt:lpstr>IMPORTANCIA DA QUALIDADE DOS INGREDIENTES</vt:lpstr>
      <vt:lpstr>IMPORTANCIA DE UMA BOA RAÇÃO</vt:lpstr>
      <vt:lpstr>IMPORTÂNCIA DE UMA BOA RAÇÃO</vt:lpstr>
      <vt:lpstr>IMPORTÂNCIA DE UMA BOA RAÇÃO</vt:lpstr>
      <vt:lpstr>CONSIDERAÇÕES FINAIS</vt:lpstr>
      <vt:lpstr>OBRIGADO</vt:lpstr>
    </vt:vector>
  </TitlesOfParts>
  <LinksUpToDate>false</LinksUpToDate>
  <SharedDoc>false</SharedDoc>
  <HyperlinksChanged>false</HyperlinksChanged>
  <Application>Microsoft Office PowerPoint</Application>
  <AppVersion>16.0000</AppVers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2024-05-11T16:34:41Z</dcterms:created>
  <dc:creator>Paulo Rene Silva</dc:creator>
  <cp:lastModifiedBy>Paulo Rene Silva</cp:lastModifiedBy>
  <dcterms:modified xsi:type="dcterms:W3CDTF">2024-05-12T13:44:17Z</dcterms:modified>
  <cp:revision>5</cp:revision>
  <dc:title>NOÇÕES BASICAS DE NUTRIÇÃO PARA CODORNAS</dc:title>
</cp:coreProperties>
</file>