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5" r:id="rId4"/>
  </p:sldMasterIdLst>
  <p:notesMasterIdLst>
    <p:notesMasterId r:id="rId22"/>
  </p:notesMasterIdLst>
  <p:handoutMasterIdLst>
    <p:handoutMasterId r:id="rId23"/>
  </p:handoutMasterIdLst>
  <p:sldIdLst>
    <p:sldId id="256" r:id="rId5"/>
    <p:sldId id="383" r:id="rId6"/>
    <p:sldId id="384" r:id="rId7"/>
    <p:sldId id="386" r:id="rId8"/>
    <p:sldId id="387" r:id="rId9"/>
    <p:sldId id="388" r:id="rId10"/>
    <p:sldId id="389" r:id="rId11"/>
    <p:sldId id="390" r:id="rId12"/>
    <p:sldId id="391" r:id="rId13"/>
    <p:sldId id="392" r:id="rId14"/>
    <p:sldId id="393" r:id="rId15"/>
    <p:sldId id="394" r:id="rId16"/>
    <p:sldId id="395" r:id="rId17"/>
    <p:sldId id="396" r:id="rId18"/>
    <p:sldId id="397" r:id="rId19"/>
    <p:sldId id="398" r:id="rId20"/>
    <p:sldId id="296" r:id="rId21"/>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7F7F7F"/>
    <a:srgbClr val="A6A6A6"/>
    <a:srgbClr val="BFBFBF"/>
    <a:srgbClr val="465359"/>
    <a:srgbClr val="757575"/>
    <a:srgbClr val="8B8B8B"/>
    <a:srgbClr val="B0B0B0"/>
    <a:srgbClr val="D3D3D3"/>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8" autoAdjust="0"/>
    <p:restoredTop sz="94660"/>
  </p:normalViewPr>
  <p:slideViewPr>
    <p:cSldViewPr snapToGrid="0">
      <p:cViewPr varScale="1">
        <p:scale>
          <a:sx n="65" d="100"/>
          <a:sy n="65" d="100"/>
        </p:scale>
        <p:origin x="864" y="66"/>
      </p:cViewPr>
      <p:guideLst/>
    </p:cSldViewPr>
  </p:slideViewPr>
  <p:notesTextViewPr>
    <p:cViewPr>
      <p:scale>
        <a:sx n="1" d="1"/>
        <a:sy n="1" d="1"/>
      </p:scale>
      <p:origin x="0" y="0"/>
    </p:cViewPr>
  </p:notesTextViewPr>
  <p:notesViewPr>
    <p:cSldViewPr snapToGrid="0">
      <p:cViewPr varScale="1">
        <p:scale>
          <a:sx n="99" d="100"/>
          <a:sy n="99" d="100"/>
        </p:scale>
        <p:origin x="282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F4366289-7251-4248-8185-9FEDE67FEB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FA911AAB-DA95-4CED-94BD-874BA4394ED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0DEEF26-1A03-4B1A-AE72-C28CA9B5024D}" type="datetime1">
              <a:rPr lang="es-ES" smtClean="0"/>
              <a:t>27/10/2024</a:t>
            </a:fld>
            <a:endParaRPr lang="es-ES"/>
          </a:p>
        </p:txBody>
      </p:sp>
      <p:sp>
        <p:nvSpPr>
          <p:cNvPr id="4" name="Marcador de pie de página 3">
            <a:extLst>
              <a:ext uri="{FF2B5EF4-FFF2-40B4-BE49-F238E27FC236}">
                <a16:creationId xmlns:a16="http://schemas.microsoft.com/office/drawing/2014/main" id="{796222C7-E745-4972-ADB2-26864641F2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8F0AA558-CC6A-4543-8082-2ECED10B3D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FEEF11-4551-44CC-8138-2C9C44119EA2}" type="slidenum">
              <a:rPr lang="es-ES" smtClean="0"/>
              <a:t>‹Nº›</a:t>
            </a:fld>
            <a:endParaRPr lang="es-ES"/>
          </a:p>
        </p:txBody>
      </p:sp>
    </p:spTree>
    <p:extLst>
      <p:ext uri="{BB962C8B-B14F-4D97-AF65-F5344CB8AC3E}">
        <p14:creationId xmlns:p14="http://schemas.microsoft.com/office/powerpoint/2010/main" val="25847647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0D74895-5176-4251-996A-78582FB81F91}" type="datetime1">
              <a:rPr lang="es-ES" noProof="0" smtClean="0"/>
              <a:t>27/10/2024</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4C8E5D6-E240-4AB4-B03F-F45C58F87E64}" type="slidenum">
              <a:rPr lang="es-ES" noProof="0" smtClean="0"/>
              <a:t>‹Nº›</a:t>
            </a:fld>
            <a:endParaRPr lang="es-ES" noProof="0"/>
          </a:p>
        </p:txBody>
      </p:sp>
    </p:spTree>
    <p:extLst>
      <p:ext uri="{BB962C8B-B14F-4D97-AF65-F5344CB8AC3E}">
        <p14:creationId xmlns:p14="http://schemas.microsoft.com/office/powerpoint/2010/main" val="41203065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a:t>
            </a:fld>
            <a:endParaRPr lang="es-ES"/>
          </a:p>
        </p:txBody>
      </p:sp>
    </p:spTree>
    <p:extLst>
      <p:ext uri="{BB962C8B-B14F-4D97-AF65-F5344CB8AC3E}">
        <p14:creationId xmlns:p14="http://schemas.microsoft.com/office/powerpoint/2010/main" val="3591548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2</a:t>
            </a:fld>
            <a:endParaRPr lang="es-ES"/>
          </a:p>
        </p:txBody>
      </p:sp>
    </p:spTree>
    <p:extLst>
      <p:ext uri="{BB962C8B-B14F-4D97-AF65-F5344CB8AC3E}">
        <p14:creationId xmlns:p14="http://schemas.microsoft.com/office/powerpoint/2010/main" val="2919749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3</a:t>
            </a:fld>
            <a:endParaRPr lang="es-ES"/>
          </a:p>
        </p:txBody>
      </p:sp>
    </p:spTree>
    <p:extLst>
      <p:ext uri="{BB962C8B-B14F-4D97-AF65-F5344CB8AC3E}">
        <p14:creationId xmlns:p14="http://schemas.microsoft.com/office/powerpoint/2010/main" val="821928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4</a:t>
            </a:fld>
            <a:endParaRPr lang="es-ES"/>
          </a:p>
        </p:txBody>
      </p:sp>
    </p:spTree>
    <p:extLst>
      <p:ext uri="{BB962C8B-B14F-4D97-AF65-F5344CB8AC3E}">
        <p14:creationId xmlns:p14="http://schemas.microsoft.com/office/powerpoint/2010/main" val="3802584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5</a:t>
            </a:fld>
            <a:endParaRPr lang="es-ES"/>
          </a:p>
        </p:txBody>
      </p:sp>
    </p:spTree>
    <p:extLst>
      <p:ext uri="{BB962C8B-B14F-4D97-AF65-F5344CB8AC3E}">
        <p14:creationId xmlns:p14="http://schemas.microsoft.com/office/powerpoint/2010/main" val="1553658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6</a:t>
            </a:fld>
            <a:endParaRPr lang="es-ES"/>
          </a:p>
        </p:txBody>
      </p:sp>
    </p:spTree>
    <p:extLst>
      <p:ext uri="{BB962C8B-B14F-4D97-AF65-F5344CB8AC3E}">
        <p14:creationId xmlns:p14="http://schemas.microsoft.com/office/powerpoint/2010/main" val="3814332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7</a:t>
            </a:fld>
            <a:endParaRPr lang="es-ES"/>
          </a:p>
        </p:txBody>
      </p:sp>
    </p:spTree>
    <p:extLst>
      <p:ext uri="{BB962C8B-B14F-4D97-AF65-F5344CB8AC3E}">
        <p14:creationId xmlns:p14="http://schemas.microsoft.com/office/powerpoint/2010/main" val="1727990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8</a:t>
            </a:fld>
            <a:endParaRPr lang="es-ES"/>
          </a:p>
        </p:txBody>
      </p:sp>
    </p:spTree>
    <p:extLst>
      <p:ext uri="{BB962C8B-B14F-4D97-AF65-F5344CB8AC3E}">
        <p14:creationId xmlns:p14="http://schemas.microsoft.com/office/powerpoint/2010/main" val="1578012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9</a:t>
            </a:fld>
            <a:endParaRPr lang="es-ES"/>
          </a:p>
        </p:txBody>
      </p:sp>
    </p:spTree>
    <p:extLst>
      <p:ext uri="{BB962C8B-B14F-4D97-AF65-F5344CB8AC3E}">
        <p14:creationId xmlns:p14="http://schemas.microsoft.com/office/powerpoint/2010/main" val="681200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10</a:t>
            </a:fld>
            <a:endParaRPr lang="es-ES"/>
          </a:p>
        </p:txBody>
      </p:sp>
    </p:spTree>
    <p:extLst>
      <p:ext uri="{BB962C8B-B14F-4D97-AF65-F5344CB8AC3E}">
        <p14:creationId xmlns:p14="http://schemas.microsoft.com/office/powerpoint/2010/main" val="2530731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11</a:t>
            </a:fld>
            <a:endParaRPr lang="es-ES"/>
          </a:p>
        </p:txBody>
      </p:sp>
    </p:spTree>
    <p:extLst>
      <p:ext uri="{BB962C8B-B14F-4D97-AF65-F5344CB8AC3E}">
        <p14:creationId xmlns:p14="http://schemas.microsoft.com/office/powerpoint/2010/main" val="952534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12</a:t>
            </a:fld>
            <a:endParaRPr lang="es-ES"/>
          </a:p>
        </p:txBody>
      </p:sp>
    </p:spTree>
    <p:extLst>
      <p:ext uri="{BB962C8B-B14F-4D97-AF65-F5344CB8AC3E}">
        <p14:creationId xmlns:p14="http://schemas.microsoft.com/office/powerpoint/2010/main" val="37407457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13</a:t>
            </a:fld>
            <a:endParaRPr lang="es-ES"/>
          </a:p>
        </p:txBody>
      </p:sp>
    </p:spTree>
    <p:extLst>
      <p:ext uri="{BB962C8B-B14F-4D97-AF65-F5344CB8AC3E}">
        <p14:creationId xmlns:p14="http://schemas.microsoft.com/office/powerpoint/2010/main" val="433087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14</a:t>
            </a:fld>
            <a:endParaRPr lang="es-ES"/>
          </a:p>
        </p:txBody>
      </p:sp>
    </p:spTree>
    <p:extLst>
      <p:ext uri="{BB962C8B-B14F-4D97-AF65-F5344CB8AC3E}">
        <p14:creationId xmlns:p14="http://schemas.microsoft.com/office/powerpoint/2010/main" val="553752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15</a:t>
            </a:fld>
            <a:endParaRPr lang="es-ES"/>
          </a:p>
        </p:txBody>
      </p:sp>
    </p:spTree>
    <p:extLst>
      <p:ext uri="{BB962C8B-B14F-4D97-AF65-F5344CB8AC3E}">
        <p14:creationId xmlns:p14="http://schemas.microsoft.com/office/powerpoint/2010/main" val="1340940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16</a:t>
            </a:fld>
            <a:endParaRPr lang="es-ES"/>
          </a:p>
        </p:txBody>
      </p:sp>
    </p:spTree>
    <p:extLst>
      <p:ext uri="{BB962C8B-B14F-4D97-AF65-F5344CB8AC3E}">
        <p14:creationId xmlns:p14="http://schemas.microsoft.com/office/powerpoint/2010/main" val="165055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A4C8E5D6-E240-4AB4-B03F-F45C58F87E64}" type="slidenum">
              <a:rPr lang="es-ES" smtClean="0"/>
              <a:t>17</a:t>
            </a:fld>
            <a:endParaRPr lang="es-ES"/>
          </a:p>
        </p:txBody>
      </p:sp>
    </p:spTree>
    <p:extLst>
      <p:ext uri="{BB962C8B-B14F-4D97-AF65-F5344CB8AC3E}">
        <p14:creationId xmlns:p14="http://schemas.microsoft.com/office/powerpoint/2010/main" val="789767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ángulo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8" name="Marcador de fecha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1FE76E97-516D-4ABE-88C8-400B36F168FB}" type="datetime1">
              <a:rPr lang="es-ES" noProof="0" smtClean="0"/>
              <a:t>27/10/2024</a:t>
            </a:fld>
            <a:endParaRPr lang="es-ES" noProof="0"/>
          </a:p>
        </p:txBody>
      </p:sp>
      <p:sp>
        <p:nvSpPr>
          <p:cNvPr id="9" name="Marcador de pie de página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4208041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a de título">
    <p:spTree>
      <p:nvGrpSpPr>
        <p:cNvPr id="1" name=""/>
        <p:cNvGrpSpPr/>
        <p:nvPr/>
      </p:nvGrpSpPr>
      <p:grpSpPr>
        <a:xfrm>
          <a:off x="0" y="0"/>
          <a:ext cx="0" cy="0"/>
          <a:chOff x="0" y="0"/>
          <a:chExt cx="0" cy="0"/>
        </a:xfrm>
      </p:grpSpPr>
      <p:sp>
        <p:nvSpPr>
          <p:cNvPr id="5" name="Marcador de posición de imagen 4"/>
          <p:cNvSpPr>
            <a:spLocks noGrp="1"/>
          </p:cNvSpPr>
          <p:nvPr>
            <p:ph type="pic" sz="quarter" idx="13"/>
          </p:nvPr>
        </p:nvSpPr>
        <p:spPr>
          <a:xfrm>
            <a:off x="0" y="0"/>
            <a:ext cx="12192000" cy="6858000"/>
          </a:xfrm>
        </p:spPr>
        <p:txBody>
          <a:bodyPr rtlCol="0"/>
          <a:lstStyle>
            <a:lvl1pPr algn="ctr">
              <a:defRPr/>
            </a:lvl1pPr>
          </a:lstStyle>
          <a:p>
            <a:pPr rtl="0"/>
            <a:r>
              <a:rPr lang="es-ES" noProof="0"/>
              <a:t>Haga clic en el icono para agregar una imagen</a:t>
            </a:r>
          </a:p>
        </p:txBody>
      </p:sp>
      <p:sp>
        <p:nvSpPr>
          <p:cNvPr id="11" name="Rectángulo 10"/>
          <p:cNvSpPr/>
          <p:nvPr userDrawn="1"/>
        </p:nvSpPr>
        <p:spPr>
          <a:xfrm>
            <a:off x="446534" y="4284627"/>
            <a:ext cx="11292840" cy="201167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3" name="Subtítulo 2"/>
          <p:cNvSpPr>
            <a:spLocks noGrp="1"/>
          </p:cNvSpPr>
          <p:nvPr>
            <p:ph type="subTitle" idx="1" hasCustomPrompt="1"/>
          </p:nvPr>
        </p:nvSpPr>
        <p:spPr>
          <a:xfrm>
            <a:off x="581194" y="5695849"/>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12" name="Rectángulo 11"/>
          <p:cNvSpPr/>
          <p:nvPr userDrawn="1"/>
        </p:nvSpPr>
        <p:spPr>
          <a:xfrm>
            <a:off x="446534" y="4114808"/>
            <a:ext cx="1129284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4220835"/>
            <a:ext cx="10993549" cy="1475013"/>
          </a:xfrm>
          <a:effectLst/>
        </p:spPr>
        <p:txBody>
          <a:bodyPr rtlCol="0" anchor="b">
            <a:normAutofit/>
          </a:bodyPr>
          <a:lstStyle>
            <a:lvl1pPr>
              <a:defRPr sz="3600">
                <a:solidFill>
                  <a:schemeClr val="bg1"/>
                </a:solidFill>
              </a:defRPr>
            </a:lvl1pPr>
          </a:lstStyle>
          <a:p>
            <a:pPr rtl="0"/>
            <a:r>
              <a:rPr lang="es-ES" noProof="0"/>
              <a:t>Haga clic para modificar el estilo de título del patrón</a:t>
            </a:r>
          </a:p>
        </p:txBody>
      </p:sp>
    </p:spTree>
    <p:extLst>
      <p:ext uri="{BB962C8B-B14F-4D97-AF65-F5344CB8AC3E}">
        <p14:creationId xmlns:p14="http://schemas.microsoft.com/office/powerpoint/2010/main" val="4283342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a:xfrm>
            <a:off x="581192" y="702156"/>
            <a:ext cx="11029616" cy="1188720"/>
          </a:xfrm>
        </p:spPr>
        <p:txBody>
          <a:bodyPr rtlCol="0"/>
          <a:lstStyle/>
          <a:p>
            <a:pPr rtl="0"/>
            <a:r>
              <a:rPr lang="es-ES" noProof="0"/>
              <a:t>Haga clic para modificar el estilo de título del patrón</a:t>
            </a:r>
          </a:p>
        </p:txBody>
      </p:sp>
      <p:sp>
        <p:nvSpPr>
          <p:cNvPr id="3" name="Marcador de posición de contenido 2"/>
          <p:cNvSpPr>
            <a:spLocks noGrp="1"/>
          </p:cNvSpPr>
          <p:nvPr>
            <p:ph idx="1"/>
          </p:nvPr>
        </p:nvSpPr>
        <p:spPr>
          <a:xfrm>
            <a:off x="581192" y="2340864"/>
            <a:ext cx="11029615" cy="3634486"/>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21DFFEB0-22A6-45B7-A1B1-4E00AC60E9E5}" type="datetime1">
              <a:rPr lang="es-ES" noProof="0" smtClean="0"/>
              <a:t>27/10/2024</a:t>
            </a:fld>
            <a:endParaRPr lang="es-ES" noProof="0"/>
          </a:p>
        </p:txBody>
      </p:sp>
      <p:sp>
        <p:nvSpPr>
          <p:cNvPr id="9" name="Marcador de pie de página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961648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Cabecera de sección">
    <p:spTree>
      <p:nvGrpSpPr>
        <p:cNvPr id="1" name=""/>
        <p:cNvGrpSpPr/>
        <p:nvPr/>
      </p:nvGrpSpPr>
      <p:grpSpPr>
        <a:xfrm>
          <a:off x="0" y="0"/>
          <a:ext cx="0" cy="0"/>
          <a:chOff x="0" y="0"/>
          <a:chExt cx="0" cy="0"/>
        </a:xfrm>
      </p:grpSpPr>
      <p:sp>
        <p:nvSpPr>
          <p:cNvPr id="8" name="Rectángulo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64EB589F-AE9C-4159-962B-B23AA5BE2981}" type="datetime1">
              <a:rPr lang="es-ES" noProof="0" smtClean="0"/>
              <a:t>27/10/2024</a:t>
            </a:fld>
            <a:endParaRPr lang="es-ES" noProof="0"/>
          </a:p>
        </p:txBody>
      </p:sp>
      <p:sp>
        <p:nvSpPr>
          <p:cNvPr id="9" name="Marcador de pie de página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s-ES" noProof="0"/>
          </a:p>
        </p:txBody>
      </p:sp>
      <p:sp>
        <p:nvSpPr>
          <p:cNvPr id="10" name="Marcador de posición de número de diapositiva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66143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contenido 2"/>
          <p:cNvSpPr>
            <a:spLocks noGrp="1"/>
          </p:cNvSpPr>
          <p:nvPr>
            <p:ph sz="half" idx="1"/>
          </p:nvPr>
        </p:nvSpPr>
        <p:spPr>
          <a:xfrm>
            <a:off x="581193" y="2228003"/>
            <a:ext cx="5194767" cy="3633047"/>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contenido 3"/>
          <p:cNvSpPr>
            <a:spLocks noGrp="1"/>
          </p:cNvSpPr>
          <p:nvPr>
            <p:ph sz="half" idx="2"/>
          </p:nvPr>
        </p:nvSpPr>
        <p:spPr>
          <a:xfrm>
            <a:off x="6416039" y="2228003"/>
            <a:ext cx="5194769" cy="3633047"/>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E20A020E-1DB8-4044-A808-ED9931C09B97}" type="datetime1">
              <a:rPr lang="es-ES" noProof="0" smtClean="0"/>
              <a:t>27/10/2024</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30166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1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1" y="2905648"/>
            <a:ext cx="5194769" cy="557784"/>
          </a:xfrm>
        </p:spPr>
        <p:txBody>
          <a:bodyPr rtlCol="0" anchor="ctr">
            <a:noAutofit/>
          </a:bodyPr>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581194" y="3580809"/>
            <a:ext cx="5194766" cy="2934999"/>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texto 4"/>
          <p:cNvSpPr>
            <a:spLocks noGrp="1"/>
          </p:cNvSpPr>
          <p:nvPr>
            <p:ph type="body" sz="quarter" idx="3"/>
          </p:nvPr>
        </p:nvSpPr>
        <p:spPr>
          <a:xfrm>
            <a:off x="6416039" y="2905649"/>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6" name="Marcador de posición de contenido 5"/>
          <p:cNvSpPr>
            <a:spLocks noGrp="1"/>
          </p:cNvSpPr>
          <p:nvPr>
            <p:ph sz="quarter" idx="4"/>
          </p:nvPr>
        </p:nvSpPr>
        <p:spPr>
          <a:xfrm>
            <a:off x="6416037" y="3580809"/>
            <a:ext cx="5194771" cy="2934999"/>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1A886D6C-642C-4F3A-80F4-3766661C3280}" type="datetime1">
              <a:rPr lang="es-ES" noProof="0" smtClean="0"/>
              <a:t>27/10/2024</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30825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fld id="{5C8AF5F8-67F3-49B2-8A5D-9976371AC6D6}" type="datetime1">
              <a:rPr lang="es-ES" noProof="0" smtClean="0"/>
              <a:t>27/10/2024</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397010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ólo el título">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AB94070D-8484-4B7B-ADE0-4CCDD6380285}"/>
              </a:ext>
              <a:ext uri="{C183D7F6-B498-43B3-948B-1728B52AA6E4}">
                <adec:decorative xmlns:adec="http://schemas.microsoft.com/office/drawing/2017/decorative" val="1"/>
              </a:ext>
            </a:extLst>
          </p:cNvPr>
          <p:cNvSpPr/>
          <p:nvPr userDrawn="1"/>
        </p:nvSpPr>
        <p:spPr>
          <a:xfrm>
            <a:off x="-8626" y="5120639"/>
            <a:ext cx="12200626" cy="17326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latin typeface="Arial" panose="020B0604020202020204" pitchFamily="34" charset="0"/>
              <a:cs typeface="Arial" panose="020B0604020202020204" pitchFamily="34" charset="0"/>
            </a:endParaRPr>
          </a:p>
        </p:txBody>
      </p:sp>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
        <p:nvSpPr>
          <p:cNvPr id="25" name="Marcador de texto 2"/>
          <p:cNvSpPr>
            <a:spLocks noGrp="1"/>
          </p:cNvSpPr>
          <p:nvPr>
            <p:ph type="body" idx="1" hasCustomPrompt="1"/>
          </p:nvPr>
        </p:nvSpPr>
        <p:spPr>
          <a:xfrm>
            <a:off x="759402" y="5330449"/>
            <a:ext cx="1938528" cy="557784"/>
          </a:xfrm>
        </p:spPr>
        <p:txBody>
          <a:bodyPr rtlCol="0" anchor="ctr">
            <a:noAutofit/>
          </a:bodyPr>
          <a:lstStyle>
            <a:lvl1pPr marL="0" indent="0" algn="ctr" defTabSz="914400" rtl="0" eaLnBrk="1" latinLnBrk="0" hangingPunct="1">
              <a:buNone/>
              <a:defRPr lang="en-US" sz="4000" b="1" kern="1200" dirty="0">
                <a:solidFill>
                  <a:srgbClr val="465359"/>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26" name="Marcador de contenido 3"/>
          <p:cNvSpPr>
            <a:spLocks noGrp="1"/>
          </p:cNvSpPr>
          <p:nvPr>
            <p:ph sz="half" idx="2"/>
          </p:nvPr>
        </p:nvSpPr>
        <p:spPr>
          <a:xfrm>
            <a:off x="759405"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27" name="Marcador de texto 2"/>
          <p:cNvSpPr>
            <a:spLocks noGrp="1"/>
          </p:cNvSpPr>
          <p:nvPr>
            <p:ph type="body" idx="10" hasCustomPrompt="1"/>
          </p:nvPr>
        </p:nvSpPr>
        <p:spPr>
          <a:xfrm>
            <a:off x="3642897" y="5330449"/>
            <a:ext cx="1938528" cy="557784"/>
          </a:xfrm>
        </p:spPr>
        <p:txBody>
          <a:bodyPr rtlCol="0" anchor="ctr">
            <a:noAutofit/>
          </a:bodyPr>
          <a:lstStyle>
            <a:lvl1pPr marL="0" indent="0" algn="ctr" defTabSz="914400" rtl="0" eaLnBrk="1" latinLnBrk="0" hangingPunct="1">
              <a:buNone/>
              <a:defRPr lang="en-US" sz="4000" b="1" kern="1200" dirty="0">
                <a:solidFill>
                  <a:schemeClr val="accent1"/>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28" name="Marcador de posición de contenido 3"/>
          <p:cNvSpPr>
            <a:spLocks noGrp="1"/>
          </p:cNvSpPr>
          <p:nvPr>
            <p:ph sz="half" idx="11"/>
          </p:nvPr>
        </p:nvSpPr>
        <p:spPr>
          <a:xfrm>
            <a:off x="3642900"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29" name="Marcador de texto 2"/>
          <p:cNvSpPr>
            <a:spLocks noGrp="1"/>
          </p:cNvSpPr>
          <p:nvPr>
            <p:ph type="body" idx="12" hasCustomPrompt="1"/>
          </p:nvPr>
        </p:nvSpPr>
        <p:spPr>
          <a:xfrm>
            <a:off x="6526392" y="5330449"/>
            <a:ext cx="1938528" cy="557784"/>
          </a:xfrm>
        </p:spPr>
        <p:txBody>
          <a:bodyPr rtlCol="0" anchor="ctr">
            <a:noAutofit/>
          </a:bodyPr>
          <a:lstStyle>
            <a:lvl1pPr marL="0" indent="0" algn="ctr" defTabSz="914400" rtl="0" eaLnBrk="1" latinLnBrk="0" hangingPunct="1">
              <a:buNone/>
              <a:defRPr lang="en-US" sz="4000" b="1" kern="1200" dirty="0">
                <a:solidFill>
                  <a:schemeClr val="accent2"/>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30" name="Marcador de posición de contenido 3"/>
          <p:cNvSpPr>
            <a:spLocks noGrp="1"/>
          </p:cNvSpPr>
          <p:nvPr>
            <p:ph sz="half" idx="13"/>
          </p:nvPr>
        </p:nvSpPr>
        <p:spPr>
          <a:xfrm>
            <a:off x="6526395"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
        <p:nvSpPr>
          <p:cNvPr id="31" name="Marcador de texto 2"/>
          <p:cNvSpPr>
            <a:spLocks noGrp="1"/>
          </p:cNvSpPr>
          <p:nvPr>
            <p:ph type="body" idx="14" hasCustomPrompt="1"/>
          </p:nvPr>
        </p:nvSpPr>
        <p:spPr>
          <a:xfrm>
            <a:off x="9409888" y="5330449"/>
            <a:ext cx="1938528" cy="557784"/>
          </a:xfrm>
        </p:spPr>
        <p:txBody>
          <a:bodyPr rtlCol="0" anchor="ctr">
            <a:noAutofit/>
          </a:bodyPr>
          <a:lstStyle>
            <a:lvl1pPr marL="0" indent="0" algn="ctr" defTabSz="914400" rtl="0" eaLnBrk="1" latinLnBrk="0" hangingPunct="1">
              <a:buNone/>
              <a:defRPr lang="en-US" sz="4000" b="1" kern="1200" dirty="0">
                <a:solidFill>
                  <a:schemeClr val="accent2"/>
                </a:solidFill>
                <a:latin typeface="+mn-lt"/>
                <a:ea typeface="+mn-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00 %</a:t>
            </a:r>
          </a:p>
        </p:txBody>
      </p:sp>
      <p:sp>
        <p:nvSpPr>
          <p:cNvPr id="32" name="Marcador de posición de contenido 3"/>
          <p:cNvSpPr>
            <a:spLocks noGrp="1"/>
          </p:cNvSpPr>
          <p:nvPr>
            <p:ph sz="half" idx="15"/>
          </p:nvPr>
        </p:nvSpPr>
        <p:spPr>
          <a:xfrm>
            <a:off x="9409891" y="5958718"/>
            <a:ext cx="1938528" cy="633065"/>
          </a:xfrm>
        </p:spPr>
        <p:txBody>
          <a:bodyPr rtlCol="0" anchor="t">
            <a:normAutofit/>
          </a:bodyPr>
          <a:lstStyle>
            <a:lvl1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1pPr>
            <a:lvl2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2pPr>
            <a:lvl3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3pPr>
            <a:lvl4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4pPr>
            <a:lvl5pPr marL="0" indent="0" algn="ctr" defTabSz="914400" rtl="0" eaLnBrk="1" latinLnBrk="0" hangingPunct="1">
              <a:buNone/>
              <a:defRPr lang="en-US" sz="1000" kern="1200" dirty="0">
                <a:solidFill>
                  <a:schemeClr val="tx2"/>
                </a:solidFill>
                <a:latin typeface="+mn-lt"/>
                <a:ea typeface="+mn-ea"/>
                <a:cs typeface="Arial" panose="020B0604020202020204" pitchFamily="34" charset="0"/>
              </a:defRPr>
            </a:lvl5pPr>
          </a:lstStyle>
          <a:p>
            <a:pPr lvl="0" rtl="0"/>
            <a:r>
              <a:rPr lang="es-ES" noProof="0"/>
              <a:t>Haga clic para modificar los estilos de texto del patrón</a:t>
            </a:r>
          </a:p>
        </p:txBody>
      </p:sp>
    </p:spTree>
    <p:extLst>
      <p:ext uri="{BB962C8B-B14F-4D97-AF65-F5344CB8AC3E}">
        <p14:creationId xmlns:p14="http://schemas.microsoft.com/office/powerpoint/2010/main" val="2425532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 Solo el título">
    <p:spTree>
      <p:nvGrpSpPr>
        <p:cNvPr id="1" name=""/>
        <p:cNvGrpSpPr/>
        <p:nvPr/>
      </p:nvGrpSpPr>
      <p:grpSpPr>
        <a:xfrm>
          <a:off x="0" y="0"/>
          <a:ext cx="0" cy="0"/>
          <a:chOff x="0" y="0"/>
          <a:chExt cx="0" cy="0"/>
        </a:xfrm>
      </p:grpSpPr>
      <p:sp>
        <p:nvSpPr>
          <p:cNvPr id="6" name="Rectángulo 5"/>
          <p:cNvSpPr>
            <a:spLocks noChangeAspect="1"/>
          </p:cNvSpPr>
          <p:nvPr userDrawn="1"/>
        </p:nvSpPr>
        <p:spPr>
          <a:xfrm>
            <a:off x="1"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hasCustomPrompt="1"/>
          </p:nvPr>
        </p:nvSpPr>
        <p:spPr>
          <a:xfrm>
            <a:off x="575894" y="729658"/>
            <a:ext cx="11029616" cy="988332"/>
          </a:xfrm>
        </p:spPr>
        <p:txBody>
          <a:bodyPr rtlCol="0"/>
          <a:lstStyle>
            <a:lvl1pPr>
              <a:defRPr>
                <a:solidFill>
                  <a:schemeClr val="bg1"/>
                </a:solidFill>
              </a:defRPr>
            </a:lvl1pPr>
          </a:lstStyle>
          <a:p>
            <a:pPr rtl="0"/>
            <a:r>
              <a:rPr lang="es-ES" noProof="0"/>
              <a:t>Haga clic para editar el estilo de título del patrón</a:t>
            </a:r>
          </a:p>
        </p:txBody>
      </p:sp>
      <p:sp>
        <p:nvSpPr>
          <p:cNvPr id="3" name="Marcador de fecha 2"/>
          <p:cNvSpPr>
            <a:spLocks noGrp="1"/>
          </p:cNvSpPr>
          <p:nvPr>
            <p:ph type="dt" sz="half" idx="10"/>
          </p:nvPr>
        </p:nvSpPr>
        <p:spPr/>
        <p:txBody>
          <a:bodyPr rtlCol="0"/>
          <a:lstStyle>
            <a:lvl1pPr>
              <a:defRPr>
                <a:solidFill>
                  <a:schemeClr val="bg2"/>
                </a:solidFill>
              </a:defRPr>
            </a:lvl1pPr>
          </a:lstStyle>
          <a:p>
            <a:pPr rtl="0"/>
            <a:fld id="{8129813C-4D03-47AC-BBC2-86147182E16B}" type="datetime1">
              <a:rPr lang="es-ES" noProof="0" smtClean="0"/>
              <a:t>27/10/2024</a:t>
            </a:fld>
            <a:endParaRPr lang="es-ES" noProof="0"/>
          </a:p>
        </p:txBody>
      </p:sp>
      <p:sp>
        <p:nvSpPr>
          <p:cNvPr id="4" name="Marcador de pie de página 3"/>
          <p:cNvSpPr>
            <a:spLocks noGrp="1"/>
          </p:cNvSpPr>
          <p:nvPr>
            <p:ph type="ftr" sz="quarter" idx="11"/>
          </p:nvPr>
        </p:nvSpPr>
        <p:spPr/>
        <p:txBody>
          <a:bodyPr rtlCol="0"/>
          <a:lstStyle>
            <a:lvl1pPr>
              <a:defRPr>
                <a:solidFill>
                  <a:schemeClr val="bg2"/>
                </a:solidFill>
              </a:defRPr>
            </a:lvl1pPr>
          </a:lstStyle>
          <a:p>
            <a:pPr rtl="0"/>
            <a:endParaRPr lang="es-ES" noProof="0"/>
          </a:p>
        </p:txBody>
      </p:sp>
      <p:sp>
        <p:nvSpPr>
          <p:cNvPr id="5" name="Marcador de posición de número de diapositiva 4"/>
          <p:cNvSpPr>
            <a:spLocks noGrp="1"/>
          </p:cNvSpPr>
          <p:nvPr>
            <p:ph type="sldNum" sz="quarter" idx="12"/>
          </p:nvPr>
        </p:nvSpPr>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9" name="Marcador de posición de imagen 5"/>
          <p:cNvSpPr>
            <a:spLocks noGrp="1"/>
          </p:cNvSpPr>
          <p:nvPr>
            <p:ph type="pic" sz="quarter" idx="13"/>
          </p:nvPr>
        </p:nvSpPr>
        <p:spPr>
          <a:xfrm>
            <a:off x="0" y="5245130"/>
            <a:ext cx="12192000" cy="1612870"/>
          </a:xfrm>
        </p:spPr>
        <p:txBody>
          <a:bodyPr rtlCol="0"/>
          <a:lstStyle/>
          <a:p>
            <a:pPr rtl="0"/>
            <a:r>
              <a:rPr lang="es-ES" noProof="0"/>
              <a:t>Haga clic en el icono para agregar una imagen</a:t>
            </a:r>
          </a:p>
        </p:txBody>
      </p:sp>
      <p:sp>
        <p:nvSpPr>
          <p:cNvPr id="10" name="Rectángulo 9"/>
          <p:cNvSpPr/>
          <p:nvPr userDrawn="1"/>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1" name="Rectángulo 10"/>
          <p:cNvSpPr/>
          <p:nvPr userDrawn="1"/>
        </p:nvSpPr>
        <p:spPr>
          <a:xfrm>
            <a:off x="8042147" y="453643"/>
            <a:ext cx="3703320" cy="98554"/>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ángulo 11"/>
          <p:cNvSpPr/>
          <p:nvPr userDrawn="1"/>
        </p:nvSpPr>
        <p:spPr>
          <a:xfrm>
            <a:off x="4241830" y="457200"/>
            <a:ext cx="3703320" cy="914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95295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olo el título">
    <p:spTree>
      <p:nvGrpSpPr>
        <p:cNvPr id="1" name=""/>
        <p:cNvGrpSpPr/>
        <p:nvPr/>
      </p:nvGrpSpPr>
      <p:grpSpPr>
        <a:xfrm>
          <a:off x="0" y="0"/>
          <a:ext cx="0" cy="0"/>
          <a:chOff x="0" y="0"/>
          <a:chExt cx="0" cy="0"/>
        </a:xfrm>
      </p:grpSpPr>
      <p:sp>
        <p:nvSpPr>
          <p:cNvPr id="6" name="Rectángulo 5"/>
          <p:cNvSpPr>
            <a:spLocks noChangeAspect="1"/>
          </p:cNvSpPr>
          <p:nvPr userDrawn="1"/>
        </p:nvSpPr>
        <p:spPr>
          <a:xfrm>
            <a:off x="1"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p:nvPr>
        </p:nvSpPr>
        <p:spPr>
          <a:xfrm>
            <a:off x="575894" y="729658"/>
            <a:ext cx="11029616" cy="988332"/>
          </a:xfrm>
        </p:spPr>
        <p:txBody>
          <a:bodyPr rtlCol="0"/>
          <a:lstStyle>
            <a:lvl1pPr>
              <a:defRPr>
                <a:solidFill>
                  <a:schemeClr val="bg1"/>
                </a:solidFill>
              </a:defRPr>
            </a:lvl1pPr>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lvl1pPr>
              <a:defRPr>
                <a:solidFill>
                  <a:schemeClr val="bg2"/>
                </a:solidFill>
              </a:defRPr>
            </a:lvl1pPr>
          </a:lstStyle>
          <a:p>
            <a:pPr rtl="0"/>
            <a:fld id="{C1CE38A4-10CF-4429-B577-AF2C7DB0C1E9}" type="datetime1">
              <a:rPr lang="es-ES" noProof="0" smtClean="0"/>
              <a:t>27/10/2024</a:t>
            </a:fld>
            <a:endParaRPr lang="es-ES" noProof="0"/>
          </a:p>
        </p:txBody>
      </p:sp>
      <p:sp>
        <p:nvSpPr>
          <p:cNvPr id="4" name="Marcador de pie de página 3"/>
          <p:cNvSpPr>
            <a:spLocks noGrp="1"/>
          </p:cNvSpPr>
          <p:nvPr>
            <p:ph type="ftr" sz="quarter" idx="11"/>
          </p:nvPr>
        </p:nvSpPr>
        <p:spPr/>
        <p:txBody>
          <a:bodyPr rtlCol="0"/>
          <a:lstStyle>
            <a:lvl1pPr>
              <a:defRPr>
                <a:solidFill>
                  <a:schemeClr val="bg2"/>
                </a:solidFill>
              </a:defRPr>
            </a:lvl1pPr>
          </a:lstStyle>
          <a:p>
            <a:pPr rtl="0"/>
            <a:endParaRPr lang="es-ES" noProof="0"/>
          </a:p>
        </p:txBody>
      </p:sp>
      <p:sp>
        <p:nvSpPr>
          <p:cNvPr id="5" name="Marcador de posición de número de diapositiva 4"/>
          <p:cNvSpPr>
            <a:spLocks noGrp="1"/>
          </p:cNvSpPr>
          <p:nvPr>
            <p:ph type="sldNum" sz="quarter" idx="12"/>
          </p:nvPr>
        </p:nvSpPr>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9" name="Marcador de posición de imagen 5"/>
          <p:cNvSpPr>
            <a:spLocks noGrp="1"/>
          </p:cNvSpPr>
          <p:nvPr>
            <p:ph type="pic" sz="quarter" idx="13"/>
          </p:nvPr>
        </p:nvSpPr>
        <p:spPr>
          <a:xfrm>
            <a:off x="0" y="5245130"/>
            <a:ext cx="12192000" cy="1612870"/>
          </a:xfrm>
        </p:spPr>
        <p:txBody>
          <a:bodyPr rtlCol="0"/>
          <a:lstStyle/>
          <a:p>
            <a:pPr rtl="0"/>
            <a:r>
              <a:rPr lang="es-ES" noProof="0"/>
              <a:t>Haga clic en el icono para agregar una imagen</a:t>
            </a:r>
          </a:p>
        </p:txBody>
      </p:sp>
      <p:sp>
        <p:nvSpPr>
          <p:cNvPr id="2" name="Rectángulo 1"/>
          <p:cNvSpPr/>
          <p:nvPr userDrawn="1"/>
        </p:nvSpPr>
        <p:spPr>
          <a:xfrm>
            <a:off x="575894"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Rectángulo 9"/>
          <p:cNvSpPr/>
          <p:nvPr userDrawn="1"/>
        </p:nvSpPr>
        <p:spPr>
          <a:xfrm>
            <a:off x="3429849"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Rectángulo 10"/>
          <p:cNvSpPr/>
          <p:nvPr userDrawn="1"/>
        </p:nvSpPr>
        <p:spPr>
          <a:xfrm>
            <a:off x="6283804"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Rectángulo 11"/>
          <p:cNvSpPr/>
          <p:nvPr userDrawn="1"/>
        </p:nvSpPr>
        <p:spPr>
          <a:xfrm>
            <a:off x="9137758" y="1972490"/>
            <a:ext cx="2467752" cy="327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Marcador de texto 2"/>
          <p:cNvSpPr>
            <a:spLocks noGrp="1"/>
          </p:cNvSpPr>
          <p:nvPr>
            <p:ph type="body" idx="1"/>
          </p:nvPr>
        </p:nvSpPr>
        <p:spPr>
          <a:xfrm>
            <a:off x="581192" y="2988377"/>
            <a:ext cx="2492830" cy="557784"/>
          </a:xfrm>
        </p:spPr>
        <p:txBody>
          <a:bodyPr rtlCol="0" anchor="ctr">
            <a:noAutofit/>
          </a:bodyPr>
          <a:lstStyle>
            <a:lvl1pPr marL="0" indent="0" algn="l">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4" name="Marcador de posición de contenido 3"/>
          <p:cNvSpPr>
            <a:spLocks noGrp="1"/>
          </p:cNvSpPr>
          <p:nvPr>
            <p:ph sz="half" idx="2"/>
          </p:nvPr>
        </p:nvSpPr>
        <p:spPr>
          <a:xfrm>
            <a:off x="581194" y="3584516"/>
            <a:ext cx="2492828"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5" name="Marcador de posición de texto 4"/>
          <p:cNvSpPr>
            <a:spLocks noGrp="1"/>
          </p:cNvSpPr>
          <p:nvPr>
            <p:ph type="body" sz="quarter" idx="3"/>
          </p:nvPr>
        </p:nvSpPr>
        <p:spPr>
          <a:xfrm>
            <a:off x="6298472" y="2988377"/>
            <a:ext cx="249283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16" name="Marcador de posición de contenido 5"/>
          <p:cNvSpPr>
            <a:spLocks noGrp="1"/>
          </p:cNvSpPr>
          <p:nvPr>
            <p:ph sz="quarter" idx="4"/>
          </p:nvPr>
        </p:nvSpPr>
        <p:spPr>
          <a:xfrm>
            <a:off x="6298471" y="3584516"/>
            <a:ext cx="2492830"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7" name="Marcador de texto 2"/>
          <p:cNvSpPr>
            <a:spLocks noGrp="1"/>
          </p:cNvSpPr>
          <p:nvPr>
            <p:ph type="body" idx="14"/>
          </p:nvPr>
        </p:nvSpPr>
        <p:spPr>
          <a:xfrm>
            <a:off x="3444517" y="2988377"/>
            <a:ext cx="2492830" cy="557784"/>
          </a:xfrm>
        </p:spPr>
        <p:txBody>
          <a:bodyPr rtlCol="0" anchor="ctr">
            <a:noAutofit/>
          </a:bodyPr>
          <a:lstStyle>
            <a:lvl1pPr marL="0" indent="0" algn="l">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8" name="Marcador de posición de contenido 3"/>
          <p:cNvSpPr>
            <a:spLocks noGrp="1"/>
          </p:cNvSpPr>
          <p:nvPr>
            <p:ph sz="half" idx="15"/>
          </p:nvPr>
        </p:nvSpPr>
        <p:spPr>
          <a:xfrm>
            <a:off x="3444519" y="3584516"/>
            <a:ext cx="2492828"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9" name="Marcador de posición de texto 4"/>
          <p:cNvSpPr>
            <a:spLocks noGrp="1"/>
          </p:cNvSpPr>
          <p:nvPr>
            <p:ph type="body" sz="quarter" idx="16"/>
          </p:nvPr>
        </p:nvSpPr>
        <p:spPr>
          <a:xfrm>
            <a:off x="9138807" y="2988377"/>
            <a:ext cx="2492830" cy="553373"/>
          </a:xfrm>
        </p:spPr>
        <p:txBody>
          <a:bodyPr rtlCol="0" anchor="ctr">
            <a:noAutofit/>
          </a:bodyPr>
          <a:lstStyle>
            <a:lvl1pPr marL="0" marR="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s-ES" noProof="0"/>
              <a:t>Haga clic para modificar los estilos de texto del patrón</a:t>
            </a:r>
          </a:p>
        </p:txBody>
      </p:sp>
      <p:sp>
        <p:nvSpPr>
          <p:cNvPr id="20" name="Marcador de posición de contenido 5"/>
          <p:cNvSpPr>
            <a:spLocks noGrp="1"/>
          </p:cNvSpPr>
          <p:nvPr>
            <p:ph sz="quarter" idx="17"/>
          </p:nvPr>
        </p:nvSpPr>
        <p:spPr>
          <a:xfrm>
            <a:off x="9138806" y="3584516"/>
            <a:ext cx="2492830" cy="1656203"/>
          </a:xfrm>
        </p:spPr>
        <p:txBody>
          <a:bodyPr rtlCol="0" anchor="t">
            <a:normAutofit/>
          </a:bodyPr>
          <a:lstStyle>
            <a:lvl1pPr marL="0" indent="0" algn="ctr">
              <a:buNone/>
              <a:defRPr sz="1200"/>
            </a:lvl1pPr>
            <a:lvl2pPr marL="324000" indent="0" algn="ctr">
              <a:buNone/>
              <a:defRPr sz="1200"/>
            </a:lvl2pPr>
            <a:lvl3pPr marL="630000" indent="0" algn="ctr">
              <a:buNone/>
              <a:defRPr sz="1200"/>
            </a:lvl3pPr>
            <a:lvl4pPr marL="1008000" indent="0" algn="ctr">
              <a:buNone/>
              <a:defRPr sz="1200"/>
            </a:lvl4pPr>
            <a:lvl5pPr marL="1368000" indent="0" algn="ctr">
              <a:buNone/>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21" name="Rectángulo 20"/>
          <p:cNvSpPr/>
          <p:nvPr userDrawn="1"/>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ángulo 21"/>
          <p:cNvSpPr/>
          <p:nvPr userDrawn="1"/>
        </p:nvSpPr>
        <p:spPr>
          <a:xfrm>
            <a:off x="8042147" y="453643"/>
            <a:ext cx="3703320" cy="98554"/>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ángulo 22"/>
          <p:cNvSpPr/>
          <p:nvPr userDrawn="1"/>
        </p:nvSpPr>
        <p:spPr>
          <a:xfrm>
            <a:off x="4241830" y="457200"/>
            <a:ext cx="3703320" cy="914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25813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22921B1E-433B-41C9-841C-5F02BAB8C4F2}" type="datetime1">
              <a:rPr lang="es-ES" noProof="0" smtClean="0"/>
              <a:t>27/10/2024</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301450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767857" y="933450"/>
            <a:ext cx="3031852" cy="1722419"/>
          </a:xfrm>
        </p:spPr>
        <p:txBody>
          <a:bodyPr rtlCol="0" anchor="b">
            <a:normAutofit/>
          </a:bodyPr>
          <a:lstStyle>
            <a:lvl1pPr algn="l">
              <a:defRPr sz="2400" b="0">
                <a:solidFill>
                  <a:srgbClr val="FFFFFF"/>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texto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FD3A0F3E-6225-430C-A5FE-15E61F4B1AF2}" type="datetime1">
              <a:rPr lang="es-ES" noProof="0" smtClean="0"/>
              <a:t>27/10/2024</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2789195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ido con título">
    <p:spTree>
      <p:nvGrpSpPr>
        <p:cNvPr id="1" name=""/>
        <p:cNvGrpSpPr/>
        <p:nvPr/>
      </p:nvGrpSpPr>
      <p:grpSpPr>
        <a:xfrm>
          <a:off x="0" y="0"/>
          <a:ext cx="0" cy="0"/>
          <a:chOff x="0" y="0"/>
          <a:chExt cx="0" cy="0"/>
        </a:xfrm>
      </p:grpSpPr>
      <p:sp>
        <p:nvSpPr>
          <p:cNvPr id="6" name="Marcador de posición de imagen 5"/>
          <p:cNvSpPr>
            <a:spLocks noGrp="1"/>
          </p:cNvSpPr>
          <p:nvPr>
            <p:ph type="pic" sz="quarter" idx="13"/>
          </p:nvPr>
        </p:nvSpPr>
        <p:spPr>
          <a:xfrm>
            <a:off x="0" y="0"/>
            <a:ext cx="4232275" cy="6858000"/>
          </a:xfrm>
        </p:spPr>
        <p:txBody>
          <a:bodyPr rtlCol="0"/>
          <a:lstStyle/>
          <a:p>
            <a:pPr rtl="0"/>
            <a:r>
              <a:rPr lang="es-ES" noProof="0"/>
              <a:t>Haga clic en el icono para agregar una imagen</a:t>
            </a:r>
          </a:p>
        </p:txBody>
      </p:sp>
      <p:sp>
        <p:nvSpPr>
          <p:cNvPr id="2" name="Título 1"/>
          <p:cNvSpPr>
            <a:spLocks noGrp="1"/>
          </p:cNvSpPr>
          <p:nvPr>
            <p:ph type="title"/>
          </p:nvPr>
        </p:nvSpPr>
        <p:spPr>
          <a:xfrm>
            <a:off x="4900927" y="709565"/>
            <a:ext cx="6650991" cy="699407"/>
          </a:xfrm>
        </p:spPr>
        <p:txBody>
          <a:bodyPr rtlCol="0" anchor="b">
            <a:normAutofit/>
          </a:bodyPr>
          <a:lstStyle>
            <a:lvl1pPr algn="l">
              <a:defRPr sz="2400" b="0">
                <a:solidFill>
                  <a:schemeClr val="accent1"/>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632857"/>
            <a:ext cx="6650991" cy="4205188"/>
          </a:xfrm>
        </p:spPr>
        <p:txBody>
          <a:bodyPr rtlCol="0" anchor="t">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C3B4FB50-93DD-41FF-91C5-1DDB3ADCCD60}" type="datetime1">
              <a:rPr lang="es-ES" noProof="0" smtClean="0"/>
              <a:t>27/10/2024</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3365701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ntenido con título">
    <p:bg>
      <p:bgPr>
        <a:solidFill>
          <a:schemeClr val="bg2"/>
        </a:solidFill>
        <a:effectLst/>
      </p:bgPr>
    </p:bg>
    <p:spTree>
      <p:nvGrpSpPr>
        <p:cNvPr id="1" name=""/>
        <p:cNvGrpSpPr/>
        <p:nvPr/>
      </p:nvGrpSpPr>
      <p:grpSpPr>
        <a:xfrm>
          <a:off x="0" y="0"/>
          <a:ext cx="0" cy="0"/>
          <a:chOff x="0" y="0"/>
          <a:chExt cx="0" cy="0"/>
        </a:xfrm>
      </p:grpSpPr>
      <p:sp>
        <p:nvSpPr>
          <p:cNvPr id="14" name="Marcador de posición de imagen 4"/>
          <p:cNvSpPr>
            <a:spLocks noGrp="1"/>
          </p:cNvSpPr>
          <p:nvPr>
            <p:ph type="pic" sz="quarter" idx="14" hasCustomPrompt="1"/>
          </p:nvPr>
        </p:nvSpPr>
        <p:spPr>
          <a:xfrm>
            <a:off x="8622917" y="3322281"/>
            <a:ext cx="3367862" cy="3367862"/>
          </a:xfrm>
        </p:spPr>
        <p:txBody>
          <a:bodyPr rtlCol="0"/>
          <a:lstStyle>
            <a:lvl1pPr marL="0" indent="0" algn="ctr">
              <a:buNone/>
              <a:defRPr>
                <a:solidFill>
                  <a:schemeClr val="tx1"/>
                </a:solidFill>
              </a:defRPr>
            </a:lvl1pPr>
          </a:lstStyle>
          <a:p>
            <a:pPr rtl="0"/>
            <a:r>
              <a:rPr lang="es-ES" noProof="0"/>
              <a:t>Marca de agua de icono</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9" name="Rectángulo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5" name="Marcador de posición de imagen 4"/>
          <p:cNvSpPr>
            <a:spLocks noGrp="1"/>
          </p:cNvSpPr>
          <p:nvPr>
            <p:ph type="pic" sz="quarter" idx="13" hasCustomPrompt="1"/>
          </p:nvPr>
        </p:nvSpPr>
        <p:spPr>
          <a:xfrm>
            <a:off x="768350" y="2312987"/>
            <a:ext cx="731520" cy="731520"/>
          </a:xfrm>
        </p:spPr>
        <p:txBody>
          <a:bodyPr rtlCol="0"/>
          <a:lstStyle>
            <a:lvl1pPr marL="0" indent="0">
              <a:buNone/>
              <a:defRPr>
                <a:solidFill>
                  <a:schemeClr val="bg1"/>
                </a:solidFill>
              </a:defRPr>
            </a:lvl1pPr>
          </a:lstStyle>
          <a:p>
            <a:pPr rtl="0"/>
            <a:r>
              <a:rPr lang="es-ES" noProof="0"/>
              <a:t>Icono</a:t>
            </a:r>
          </a:p>
        </p:txBody>
      </p:sp>
      <p:sp>
        <p:nvSpPr>
          <p:cNvPr id="2" name="Título 1"/>
          <p:cNvSpPr>
            <a:spLocks noGrp="1"/>
          </p:cNvSpPr>
          <p:nvPr>
            <p:ph type="title"/>
          </p:nvPr>
        </p:nvSpPr>
        <p:spPr>
          <a:xfrm>
            <a:off x="767857" y="2647728"/>
            <a:ext cx="3031852" cy="1722419"/>
          </a:xfrm>
        </p:spPr>
        <p:txBody>
          <a:bodyPr rtlCol="0" anchor="ctr">
            <a:normAutofit/>
          </a:bodyPr>
          <a:lstStyle>
            <a:lvl1pPr algn="l">
              <a:defRPr sz="2400" b="0">
                <a:solidFill>
                  <a:srgbClr val="FFFFFF"/>
                </a:solidFill>
              </a:defRPr>
            </a:lvl1pPr>
          </a:lstStyle>
          <a:p>
            <a:pPr rtl="0"/>
            <a:r>
              <a:rPr lang="es-ES" noProof="0"/>
              <a:t>Haga clic para modificar el estilo de título del patrón</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C7B463E3-5276-45DE-91A0-B6DD8B297E87}" type="datetime1">
              <a:rPr lang="es-ES" noProof="0" smtClean="0"/>
              <a:t>27/10/2024</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s-ES" noProof="0" smtClean="0"/>
              <a:pPr rtl="0"/>
              <a:t>‹Nº›</a:t>
            </a:fld>
            <a:endParaRPr lang="es-ES" noProof="0"/>
          </a:p>
        </p:txBody>
      </p:sp>
    </p:spTree>
    <p:extLst>
      <p:ext uri="{BB962C8B-B14F-4D97-AF65-F5344CB8AC3E}">
        <p14:creationId xmlns:p14="http://schemas.microsoft.com/office/powerpoint/2010/main" val="4124179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1" y="0"/>
            <a:ext cx="12192000" cy="685800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767857" y="2647728"/>
            <a:ext cx="3031852" cy="1722419"/>
          </a:xfrm>
        </p:spPr>
        <p:txBody>
          <a:bodyPr rtlCol="0" anchor="ctr">
            <a:normAutofit/>
          </a:bodyPr>
          <a:lstStyle>
            <a:lvl1pPr algn="l">
              <a:defRPr sz="2400" b="0">
                <a:solidFill>
                  <a:srgbClr val="FFFFFF"/>
                </a:solidFill>
              </a:defRPr>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4900928" y="1179829"/>
            <a:ext cx="6650991" cy="4658216"/>
          </a:xfrm>
        </p:spPr>
        <p:txBody>
          <a:bodyPr rtlCol="0" anchor="ct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fecha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lvl1pPr>
              <a:defRPr>
                <a:solidFill>
                  <a:schemeClr val="bg2"/>
                </a:solidFill>
              </a:defRPr>
            </a:lvl1pPr>
          </a:lstStyle>
          <a:p>
            <a:pPr rtl="0"/>
            <a:fld id="{749021CC-0307-446D-AE2B-559CB49EAF79}" type="datetime1">
              <a:rPr lang="es-ES" noProof="0" smtClean="0"/>
              <a:t>27/10/2024</a:t>
            </a:fld>
            <a:endParaRPr lang="es-ES" noProof="0"/>
          </a:p>
        </p:txBody>
      </p:sp>
      <p:sp>
        <p:nvSpPr>
          <p:cNvPr id="10" name="Marcador de pie de página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lvl1pPr>
              <a:defRPr>
                <a:solidFill>
                  <a:schemeClr val="bg2"/>
                </a:solidFill>
              </a:defRPr>
            </a:lvl1pPr>
          </a:lstStyle>
          <a:p>
            <a:pPr rtl="0"/>
            <a:endParaRPr lang="es-ES" noProof="0"/>
          </a:p>
        </p:txBody>
      </p:sp>
      <p:sp>
        <p:nvSpPr>
          <p:cNvPr id="11" name="Marcador de número de diapositiva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lvl1pPr>
              <a:defRPr>
                <a:solidFill>
                  <a:schemeClr val="bg2"/>
                </a:solidFill>
              </a:defRPr>
            </a:lvl1pPr>
          </a:lstStyle>
          <a:p>
            <a:pPr rtl="0"/>
            <a:fld id="{3A98EE3D-8CD1-4C3F-BD1C-C98C9596463C}" type="slidenum">
              <a:rPr lang="es-ES" noProof="0" smtClean="0"/>
              <a:pPr rtl="0"/>
              <a:t>‹Nº›</a:t>
            </a:fld>
            <a:endParaRPr lang="es-ES" noProof="0"/>
          </a:p>
        </p:txBody>
      </p:sp>
      <p:sp>
        <p:nvSpPr>
          <p:cNvPr id="12" name="Rectángulo 11"/>
          <p:cNvSpPr/>
          <p:nvPr userDrawn="1"/>
        </p:nvSpPr>
        <p:spPr>
          <a:xfrm rot="5400000">
            <a:off x="1415595" y="3435840"/>
            <a:ext cx="57607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45955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posición de texto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7D3998EE-11B0-4932-9198-DE9C6A1C81DE}" type="datetime1">
              <a:rPr lang="es-ES" noProof="0" smtClean="0"/>
              <a:t>27/10/2024</a:t>
            </a:fld>
            <a:endParaRPr lang="es-ES" noProof="0"/>
          </a:p>
        </p:txBody>
      </p:sp>
      <p:sp>
        <p:nvSpPr>
          <p:cNvPr id="6" name="Marcador de pie de página 5"/>
          <p:cNvSpPr>
            <a:spLocks noGrp="1"/>
          </p:cNvSpPr>
          <p:nvPr>
            <p:ph type="ftr" sz="quarter" idx="11"/>
          </p:nvPr>
        </p:nvSpPr>
        <p:spPr/>
        <p:txBody>
          <a:bodyPr rtlCol="0"/>
          <a:lstStyle/>
          <a:p>
            <a:pPr algn="l" rtl="0"/>
            <a:endParaRPr lang="es-ES" noProof="0"/>
          </a:p>
        </p:txBody>
      </p:sp>
      <p:sp>
        <p:nvSpPr>
          <p:cNvPr id="7" name="Marcador de posición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296349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9"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54ACE3A5-2E47-49A7-8A27-F4DC3346F446}" type="datetime1">
              <a:rPr lang="es-ES" noProof="0" smtClean="0"/>
              <a:t>27/10/2024</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1155914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ángulo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774923" y="863600"/>
            <a:ext cx="7161625" cy="4807326"/>
          </a:xfrm>
        </p:spPr>
        <p:txBody>
          <a:bodyPr vert="eaVert" rtlCol="0" anchor="t"/>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Rectángulo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ángulo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ángulo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Marcador de fecha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25533860-E818-4564-94A8-A4E78B95CB69}" type="datetime1">
              <a:rPr lang="es-ES" noProof="0" smtClean="0"/>
              <a:t>27/10/2024</a:t>
            </a:fld>
            <a:endParaRPr lang="es-ES" noProof="0"/>
          </a:p>
        </p:txBody>
      </p:sp>
      <p:sp>
        <p:nvSpPr>
          <p:cNvPr id="12" name="Marcador de pie de página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s-ES" noProof="0"/>
          </a:p>
        </p:txBody>
      </p:sp>
      <p:sp>
        <p:nvSpPr>
          <p:cNvPr id="13" name="Marcador de número de diapositiva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a:p>
        </p:txBody>
      </p:sp>
    </p:spTree>
    <p:extLst>
      <p:ext uri="{BB962C8B-B14F-4D97-AF65-F5344CB8AC3E}">
        <p14:creationId xmlns:p14="http://schemas.microsoft.com/office/powerpoint/2010/main" val="2186844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2275148E-696F-45AE-9256-43F95C097160}" type="datetime1">
              <a:rPr lang="es-ES" noProof="0" smtClean="0"/>
              <a:t>27/10/2024</a:t>
            </a:fld>
            <a:endParaRPr lang="es-ES" noProof="0"/>
          </a:p>
        </p:txBody>
      </p:sp>
      <p:sp>
        <p:nvSpPr>
          <p:cNvPr id="5" name="Marcador de posición de pie de página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s-ES" noProof="0"/>
          </a:p>
        </p:txBody>
      </p:sp>
      <p:sp>
        <p:nvSpPr>
          <p:cNvPr id="6" name="Marcador de número de diapositiva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s-ES" noProof="0" smtClean="0"/>
              <a:t>‹Nº›</a:t>
            </a:fld>
            <a:endParaRPr lang="es-ES" noProof="0"/>
          </a:p>
        </p:txBody>
      </p:sp>
      <p:sp>
        <p:nvSpPr>
          <p:cNvPr id="9" name="Rectángulo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ángulo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ángulo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4448909"/>
      </p:ext>
    </p:extLst>
  </p:cSld>
  <p:clrMap bg1="lt1" tx1="dk1" bg2="lt2" tx2="dk2" accent1="accent1" accent2="accent2" accent3="accent3" accent4="accent4" accent5="accent5" accent6="accent6" hlink="hlink" folHlink="folHlink"/>
  <p:sldLayoutIdLst>
    <p:sldLayoutId id="2147483674" r:id="rId1"/>
    <p:sldLayoutId id="2147483687" r:id="rId2"/>
    <p:sldLayoutId id="2147483675" r:id="rId3"/>
    <p:sldLayoutId id="2147483676" r:id="rId4"/>
    <p:sldLayoutId id="2147483677" r:id="rId5"/>
    <p:sldLayoutId id="2147483684" r:id="rId6"/>
    <p:sldLayoutId id="2147483678" r:id="rId7"/>
    <p:sldLayoutId id="2147483692" r:id="rId8"/>
    <p:sldLayoutId id="2147483690" r:id="rId9"/>
    <p:sldLayoutId id="2147483691" r:id="rId10"/>
    <p:sldLayoutId id="2147483679" r:id="rId11"/>
    <p:sldLayoutId id="2147483680" r:id="rId12"/>
    <p:sldLayoutId id="2147483688" r:id="rId13"/>
    <p:sldLayoutId id="2147483686" r:id="rId14"/>
    <p:sldLayoutId id="2147483689" r:id="rId15"/>
    <p:sldLayoutId id="2147483683" r:id="rId16"/>
    <p:sldLayoutId id="2147483681" r:id="rId17"/>
    <p:sldLayoutId id="2147483682" r:id="rId18"/>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8" name="Rectángulo 17">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0" name="Rectángulo 19">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2" name="Rectángulo 21">
            <a:extLst>
              <a:ext uri="{FF2B5EF4-FFF2-40B4-BE49-F238E27FC236}">
                <a16:creationId xmlns:a16="http://schemas.microsoft.com/office/drawing/2014/main" id="{C0524398-BFB4-4C4A-8317-83B8729F9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useBgFill="1">
        <p:nvSpPr>
          <p:cNvPr id="24" name="Rectángulo 23">
            <a:extLst>
              <a:ext uri="{FF2B5EF4-FFF2-40B4-BE49-F238E27FC236}">
                <a16:creationId xmlns:a16="http://schemas.microsoft.com/office/drawing/2014/main" id="{C1FA8F66-3B85-411D-A2A6-A50DF3026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pic>
        <p:nvPicPr>
          <p:cNvPr id="11" name="Marcador de posición de imagen 10" descr="grupo de empleados que colaboran"/>
          <p:cNvPicPr>
            <a:picLocks noGrp="1" noChangeAspect="1"/>
          </p:cNvPicPr>
          <p:nvPr>
            <p:ph type="pic" sz="quarter" idx="13"/>
          </p:nvPr>
        </p:nvPicPr>
        <p:blipFill rotWithShape="1">
          <a:blip r:embed="rId3" cstate="print">
            <a:extLst>
              <a:ext uri="{28A0092B-C50C-407E-A947-70E740481C1C}">
                <a14:useLocalDpi xmlns:a14="http://schemas.microsoft.com/office/drawing/2010/main" val="0"/>
              </a:ext>
            </a:extLst>
          </a:blip>
          <a:srcRect/>
          <a:stretch/>
        </p:blipFill>
        <p:spPr>
          <a:xfrm>
            <a:off x="0" y="0"/>
            <a:ext cx="12192000" cy="6858000"/>
          </a:xfrm>
          <a:prstGeom prst="rect">
            <a:avLst/>
          </a:prstGeom>
          <a:solidFill>
            <a:schemeClr val="tx1"/>
          </a:solidFill>
        </p:spPr>
      </p:pic>
      <p:sp>
        <p:nvSpPr>
          <p:cNvPr id="26" name="Rectángulo 25">
            <a:extLst>
              <a:ext uri="{FF2B5EF4-FFF2-40B4-BE49-F238E27FC236}">
                <a16:creationId xmlns:a16="http://schemas.microsoft.com/office/drawing/2014/main" id="{4179E790-E691-4202-B7FA-62924FC8D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8" name="Rectángulo 27">
            <a:extLst>
              <a:ext uri="{FF2B5EF4-FFF2-40B4-BE49-F238E27FC236}">
                <a16:creationId xmlns:a16="http://schemas.microsoft.com/office/drawing/2014/main" id="{065EE0A0-4DA6-4AA2-A475-14DB03C55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76057"/>
            <a:ext cx="11303626" cy="2034709"/>
          </a:xfrm>
          <a:prstGeom prst="rect">
            <a:avLst/>
          </a:prstGeom>
          <a:solidFill>
            <a:schemeClr val="bg1"/>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8" name="Título 7"/>
          <p:cNvSpPr>
            <a:spLocks noGrp="1"/>
          </p:cNvSpPr>
          <p:nvPr>
            <p:ph type="ctrTitle"/>
          </p:nvPr>
        </p:nvSpPr>
        <p:spPr>
          <a:xfrm>
            <a:off x="602805" y="4429451"/>
            <a:ext cx="11141961" cy="1104334"/>
          </a:xfrm>
        </p:spPr>
        <p:txBody>
          <a:bodyPr vert="horz" lIns="91440" tIns="45720" rIns="91440" bIns="45720" rtlCol="0" anchor="b">
            <a:normAutofit fontScale="90000"/>
          </a:bodyPr>
          <a:lstStyle/>
          <a:p>
            <a:pPr rtl="0"/>
            <a:r>
              <a:rPr lang="es-ES" sz="4000" dirty="0">
                <a:solidFill>
                  <a:schemeClr val="tx1"/>
                </a:solidFill>
              </a:rPr>
              <a:t>Análisis de datos con </a:t>
            </a:r>
            <a:r>
              <a:rPr lang="es-ES" sz="4000" dirty="0" err="1">
                <a:solidFill>
                  <a:schemeClr val="tx1"/>
                </a:solidFill>
              </a:rPr>
              <a:t>power</a:t>
            </a:r>
            <a:r>
              <a:rPr lang="es-ES" sz="4000" dirty="0">
                <a:solidFill>
                  <a:schemeClr val="tx1"/>
                </a:solidFill>
              </a:rPr>
              <a:t> </a:t>
            </a:r>
            <a:r>
              <a:rPr lang="es-ES" sz="4000" dirty="0" err="1">
                <a:solidFill>
                  <a:schemeClr val="tx1"/>
                </a:solidFill>
              </a:rPr>
              <a:t>bi</a:t>
            </a:r>
            <a:r>
              <a:rPr lang="es-ES" sz="4000" dirty="0">
                <a:solidFill>
                  <a:schemeClr val="tx1"/>
                </a:solidFill>
              </a:rPr>
              <a:t> intermedio–SESIÓN 06</a:t>
            </a:r>
          </a:p>
        </p:txBody>
      </p:sp>
      <p:sp>
        <p:nvSpPr>
          <p:cNvPr id="9" name="Subtítulo 8"/>
          <p:cNvSpPr>
            <a:spLocks noGrp="1"/>
          </p:cNvSpPr>
          <p:nvPr>
            <p:ph type="subTitle" idx="1"/>
          </p:nvPr>
        </p:nvSpPr>
        <p:spPr>
          <a:xfrm>
            <a:off x="609599" y="5587179"/>
            <a:ext cx="10965142" cy="776954"/>
          </a:xfrm>
        </p:spPr>
        <p:txBody>
          <a:bodyPr vert="horz" lIns="91440" tIns="45720" rIns="91440" bIns="45720" rtlCol="0" anchor="t">
            <a:normAutofit lnSpcReduction="10000"/>
          </a:bodyPr>
          <a:lstStyle/>
          <a:p>
            <a:pPr rtl="0"/>
            <a:r>
              <a:rPr lang="es-ES" dirty="0">
                <a:solidFill>
                  <a:schemeClr val="tx1"/>
                </a:solidFill>
              </a:rPr>
              <a:t>Docente: ing. Eric Alberto Heredia mendoza</a:t>
            </a:r>
          </a:p>
          <a:p>
            <a:pPr rtl="0"/>
            <a:r>
              <a:rPr lang="es-ES" dirty="0">
                <a:solidFill>
                  <a:schemeClr val="tx1"/>
                </a:solidFill>
              </a:rPr>
              <a:t>Microsoft certified  trainer</a:t>
            </a:r>
          </a:p>
          <a:p>
            <a:pPr rtl="0"/>
            <a:endParaRPr lang="es-ES" dirty="0"/>
          </a:p>
        </p:txBody>
      </p:sp>
      <p:pic>
        <p:nvPicPr>
          <p:cNvPr id="6" name="Imagen 5">
            <a:extLst>
              <a:ext uri="{FF2B5EF4-FFF2-40B4-BE49-F238E27FC236}">
                <a16:creationId xmlns:a16="http://schemas.microsoft.com/office/drawing/2014/main" id="{9F620FF8-27B3-42D9-A494-EA4ECEDA1F65}"/>
              </a:ext>
            </a:extLst>
          </p:cNvPr>
          <p:cNvPicPr>
            <a:picLocks noChangeAspect="1"/>
          </p:cNvPicPr>
          <p:nvPr/>
        </p:nvPicPr>
        <p:blipFill>
          <a:blip r:embed="rId4"/>
          <a:stretch>
            <a:fillRect/>
          </a:stretch>
        </p:blipFill>
        <p:spPr>
          <a:xfrm>
            <a:off x="9617296" y="99116"/>
            <a:ext cx="763656" cy="763656"/>
          </a:xfrm>
          <a:prstGeom prst="rect">
            <a:avLst/>
          </a:prstGeom>
        </p:spPr>
      </p:pic>
      <p:pic>
        <p:nvPicPr>
          <p:cNvPr id="5" name="Imagen 4">
            <a:extLst>
              <a:ext uri="{FF2B5EF4-FFF2-40B4-BE49-F238E27FC236}">
                <a16:creationId xmlns:a16="http://schemas.microsoft.com/office/drawing/2014/main" id="{B7C09402-C6A5-4316-BD12-32A1711B34D1}"/>
              </a:ext>
            </a:extLst>
          </p:cNvPr>
          <p:cNvPicPr>
            <a:picLocks noChangeAspect="1"/>
          </p:cNvPicPr>
          <p:nvPr/>
        </p:nvPicPr>
        <p:blipFill>
          <a:blip r:embed="rId5"/>
          <a:stretch>
            <a:fillRect/>
          </a:stretch>
        </p:blipFill>
        <p:spPr>
          <a:xfrm>
            <a:off x="11262084" y="69019"/>
            <a:ext cx="763656" cy="763656"/>
          </a:xfrm>
          <a:prstGeom prst="rect">
            <a:avLst/>
          </a:prstGeom>
        </p:spPr>
      </p:pic>
      <p:pic>
        <p:nvPicPr>
          <p:cNvPr id="10" name="Imagen 9">
            <a:extLst>
              <a:ext uri="{FF2B5EF4-FFF2-40B4-BE49-F238E27FC236}">
                <a16:creationId xmlns:a16="http://schemas.microsoft.com/office/drawing/2014/main" id="{88715BFE-4DFE-4AB4-B8A9-2F2B5AD28C90}"/>
              </a:ext>
            </a:extLst>
          </p:cNvPr>
          <p:cNvPicPr>
            <a:picLocks noChangeAspect="1"/>
          </p:cNvPicPr>
          <p:nvPr/>
        </p:nvPicPr>
        <p:blipFill>
          <a:blip r:embed="rId6"/>
          <a:stretch>
            <a:fillRect/>
          </a:stretch>
        </p:blipFill>
        <p:spPr>
          <a:xfrm>
            <a:off x="10455931" y="99115"/>
            <a:ext cx="752395" cy="752395"/>
          </a:xfrm>
          <a:prstGeom prst="rect">
            <a:avLst/>
          </a:prstGeom>
        </p:spPr>
      </p:pic>
      <p:pic>
        <p:nvPicPr>
          <p:cNvPr id="19" name="Imagen 18" descr="Inicio - Colegio de Ingenieros del Perú">
            <a:extLst>
              <a:ext uri="{FF2B5EF4-FFF2-40B4-BE49-F238E27FC236}">
                <a16:creationId xmlns:a16="http://schemas.microsoft.com/office/drawing/2014/main" id="{4AEC2F7C-C1D4-4FF1-B485-FF109FB3E042}"/>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8601" y="99116"/>
            <a:ext cx="763656" cy="763656"/>
          </a:xfrm>
          <a:prstGeom prst="rect">
            <a:avLst/>
          </a:prstGeom>
          <a:noFill/>
          <a:ln>
            <a:noFill/>
          </a:ln>
        </p:spPr>
      </p:pic>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COLUMNAS</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584249"/>
            <a:ext cx="9064487" cy="1631216"/>
          </a:xfrm>
          <a:prstGeom prst="rect">
            <a:avLst/>
          </a:prstGeom>
        </p:spPr>
        <p:txBody>
          <a:bodyPr wrap="square">
            <a:spAutoFit/>
          </a:bodyPr>
          <a:lstStyle/>
          <a:p>
            <a:pPr algn="just" fontAlgn="base"/>
            <a:r>
              <a:rPr lang="es-ES" sz="2000" b="0" i="0" dirty="0">
                <a:effectLst/>
                <a:latin typeface="Open Sans" panose="020B0606030504020204" pitchFamily="34" charset="0"/>
              </a:rPr>
              <a:t>Al seleccionar un campo numérico, por ejemplo, </a:t>
            </a:r>
            <a:r>
              <a:rPr lang="es-ES" sz="2000" b="0" i="1" dirty="0">
                <a:effectLst/>
                <a:latin typeface="Open Sans" panose="020B0606030504020204" pitchFamily="34" charset="0"/>
              </a:rPr>
              <a:t>Cantidad</a:t>
            </a:r>
            <a:r>
              <a:rPr lang="es-ES" sz="2000" b="0" i="0" dirty="0">
                <a:effectLst/>
                <a:latin typeface="Open Sans" panose="020B0606030504020204" pitchFamily="34" charset="0"/>
              </a:rPr>
              <a:t>. El gráfico ofrece una columna cuya altura se corresponde con el </a:t>
            </a:r>
            <a:r>
              <a:rPr lang="es-ES" sz="2000" i="0" dirty="0">
                <a:effectLst/>
                <a:latin typeface="Open Sans" panose="020B0606030504020204" pitchFamily="34" charset="0"/>
              </a:rPr>
              <a:t>agregado total </a:t>
            </a:r>
            <a:r>
              <a:rPr lang="es-ES" sz="2000" b="0" i="0" dirty="0">
                <a:effectLst/>
                <a:latin typeface="Open Sans" panose="020B0606030504020204" pitchFamily="34" charset="0"/>
              </a:rPr>
              <a:t>para este campo, </a:t>
            </a:r>
            <a:r>
              <a:rPr lang="es-ES" sz="2000" b="0" i="1" dirty="0">
                <a:effectLst/>
                <a:latin typeface="Open Sans" panose="020B0606030504020204" pitchFamily="34" charset="0"/>
              </a:rPr>
              <a:t>Cantidad</a:t>
            </a:r>
            <a:r>
              <a:rPr lang="es-ES" sz="2000" b="0" i="0" dirty="0">
                <a:effectLst/>
                <a:latin typeface="Open Sans" panose="020B0606030504020204" pitchFamily="34" charset="0"/>
              </a:rPr>
              <a:t>. Si en la página o el informe se hubiesen definido filtros, el valor de este agregado se vería afectado por el contexto de filtros aplicados.</a:t>
            </a:r>
          </a:p>
        </p:txBody>
      </p:sp>
      <p:pic>
        <p:nvPicPr>
          <p:cNvPr id="1026" name="Picture 2" descr="image1">
            <a:extLst>
              <a:ext uri="{FF2B5EF4-FFF2-40B4-BE49-F238E27FC236}">
                <a16:creationId xmlns:a16="http://schemas.microsoft.com/office/drawing/2014/main" id="{30D1ADDD-34E0-48D6-BC59-503EB42928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7891" y="3025844"/>
            <a:ext cx="3133725"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1003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COLUMNAS</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584249"/>
            <a:ext cx="9064487" cy="1323439"/>
          </a:xfrm>
          <a:prstGeom prst="rect">
            <a:avLst/>
          </a:prstGeom>
        </p:spPr>
        <p:txBody>
          <a:bodyPr wrap="square">
            <a:spAutoFit/>
          </a:bodyPr>
          <a:lstStyle/>
          <a:p>
            <a:pPr algn="just" fontAlgn="base"/>
            <a:r>
              <a:rPr lang="es-ES" sz="2000" dirty="0">
                <a:latin typeface="Open Sans" panose="020B0606030504020204" pitchFamily="34" charset="0"/>
              </a:rPr>
              <a:t>El tipo de gráfico que se crea de forma predeterminada es Columna agrupada. Hay 6 tipos de gráficos de barras y columnas, con campos apilados, campos agrupados y 100% agrupados que se corresponden a los que se muestran en la imagen.</a:t>
            </a:r>
          </a:p>
        </p:txBody>
      </p:sp>
      <p:pic>
        <p:nvPicPr>
          <p:cNvPr id="2050" name="Picture 2" descr="image1">
            <a:extLst>
              <a:ext uri="{FF2B5EF4-FFF2-40B4-BE49-F238E27FC236}">
                <a16:creationId xmlns:a16="http://schemas.microsoft.com/office/drawing/2014/main" id="{8A60ED6B-7D55-4B2B-9F3C-4FECEBD7C2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4909" y="3429000"/>
            <a:ext cx="3523308" cy="1432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495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ÁREA</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6" y="1584249"/>
            <a:ext cx="4744278" cy="4401205"/>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El gráfico de área básico (también conocido como gráfico de área en capas) se basa en el gráfico de líneas. El área situada entre el eje y la línea se rellena con colores para indicar el volumen.</a:t>
            </a:r>
          </a:p>
          <a:p>
            <a:pPr algn="just"/>
            <a:r>
              <a:rPr lang="es-ES" sz="2000" b="0" i="0" dirty="0">
                <a:solidFill>
                  <a:srgbClr val="171717"/>
                </a:solidFill>
                <a:effectLst/>
                <a:latin typeface="Segoe UI" panose="020B0502040204020203" pitchFamily="34" charset="0"/>
              </a:rPr>
              <a:t>Los gráficos de área destacan la magnitud del cambio con el tiempo y se pueden usar para llamar la atención sobre el valor total en una tendencia. Por ejemplo, se pueden trazar datos que representan el beneficio en el tiempo en un gráfico de área para destacar el beneficio total.</a:t>
            </a:r>
          </a:p>
        </p:txBody>
      </p:sp>
      <p:pic>
        <p:nvPicPr>
          <p:cNvPr id="3074" name="Picture 2" descr="Gráfico de área básico">
            <a:extLst>
              <a:ext uri="{FF2B5EF4-FFF2-40B4-BE49-F238E27FC236}">
                <a16:creationId xmlns:a16="http://schemas.microsoft.com/office/drawing/2014/main" id="{E7B99FE5-081F-431E-8270-6B4E4BC046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8302" y="2119095"/>
            <a:ext cx="4978882" cy="3331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394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LÍNEAS</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6" y="1584249"/>
            <a:ext cx="9488556" cy="707886"/>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Resaltan la forma general de toda una serie de valores, normalmente a lo largo del tiempo.</a:t>
            </a:r>
          </a:p>
        </p:txBody>
      </p:sp>
      <p:pic>
        <p:nvPicPr>
          <p:cNvPr id="4100" name="Picture 4" descr="Gráficos de líneas en Power BI - Power BI | Microsoft Docs">
            <a:extLst>
              <a:ext uri="{FF2B5EF4-FFF2-40B4-BE49-F238E27FC236}">
                <a16:creationId xmlns:a16="http://schemas.microsoft.com/office/drawing/2014/main" id="{AC0ECD2F-4504-4344-8084-02C71BE49D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5727" y="2616580"/>
            <a:ext cx="8560301" cy="3406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7017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LÍNEAS</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6" y="1584249"/>
            <a:ext cx="9488556" cy="707886"/>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Resaltan la forma general de toda una serie de valores, normalmente a lo largo del tiempo.</a:t>
            </a:r>
          </a:p>
        </p:txBody>
      </p:sp>
      <p:pic>
        <p:nvPicPr>
          <p:cNvPr id="4100" name="Picture 4" descr="Gráficos de líneas en Power BI - Power BI | Microsoft Docs">
            <a:extLst>
              <a:ext uri="{FF2B5EF4-FFF2-40B4-BE49-F238E27FC236}">
                <a16:creationId xmlns:a16="http://schemas.microsoft.com/office/drawing/2014/main" id="{AC0ECD2F-4504-4344-8084-02C71BE49D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5727" y="2616580"/>
            <a:ext cx="8560301" cy="3406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837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COMBINADO</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2220353"/>
            <a:ext cx="4518991" cy="1938992"/>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En Power BI, un gráfico combinado es una visualización única que combina un gráfico de líneas y un gráfico de columnas. La combinación de los dos gráficos en uno permite realizar una comparación más rápida de los datos.</a:t>
            </a:r>
          </a:p>
        </p:txBody>
      </p:sp>
      <p:pic>
        <p:nvPicPr>
          <p:cNvPr id="5122" name="Picture 2" descr="Ejemplo de gráfico combinado terminado">
            <a:extLst>
              <a:ext uri="{FF2B5EF4-FFF2-40B4-BE49-F238E27FC236}">
                <a16:creationId xmlns:a16="http://schemas.microsoft.com/office/drawing/2014/main" id="{4EC6C642-D6DB-47D0-8EE6-D815F33A98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0382" y="1852590"/>
            <a:ext cx="3987403" cy="3526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634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TARJETA</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915553"/>
            <a:ext cx="5880652" cy="2554545"/>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A veces, un único número es lo más importante que desea seguir en el panel o informe de Power BI, como las ventas totales, la cuota de mercado interanual o el total de oportunidades. Este tipo de visualización se denomina una </a:t>
            </a:r>
            <a:r>
              <a:rPr lang="es-ES" sz="2000" b="0" i="1" dirty="0">
                <a:solidFill>
                  <a:srgbClr val="171717"/>
                </a:solidFill>
                <a:effectLst/>
                <a:latin typeface="Segoe UI" panose="020B0502040204020203" pitchFamily="34" charset="0"/>
              </a:rPr>
              <a:t>tarjeta</a:t>
            </a:r>
            <a:r>
              <a:rPr lang="es-ES" sz="2000" b="0" i="0" dirty="0">
                <a:solidFill>
                  <a:srgbClr val="171717"/>
                </a:solidFill>
                <a:effectLst/>
                <a:latin typeface="Segoe UI" panose="020B0502040204020203" pitchFamily="34" charset="0"/>
              </a:rPr>
              <a:t>. Al igual que con casi todas las visualizaciones nativas de Power BI, se pueden crear tarjetas con el editor de informes o mediante Preguntas y respuestas.</a:t>
            </a:r>
          </a:p>
        </p:txBody>
      </p:sp>
      <p:pic>
        <p:nvPicPr>
          <p:cNvPr id="6146" name="Picture 2" descr="visualización de tarjetas">
            <a:extLst>
              <a:ext uri="{FF2B5EF4-FFF2-40B4-BE49-F238E27FC236}">
                <a16:creationId xmlns:a16="http://schemas.microsoft.com/office/drawing/2014/main" id="{8DD983EE-8A8B-457A-96BE-4440342DD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7355" y="2069410"/>
            <a:ext cx="2788507" cy="1985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2701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EMBUDO</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915553"/>
            <a:ext cx="4465983" cy="2862322"/>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Los embudos ayudan a visualizar un proceso que tiene fases y elementos que fluyen de forma secuencial de una fase a la siguiente. Use un embudo cuando haya un flujo secuencial entre fases, por ejemplo, un proceso de ventas que empiece con clientes potenciales y termine con la realización de la compra.</a:t>
            </a:r>
          </a:p>
        </p:txBody>
      </p:sp>
      <p:pic>
        <p:nvPicPr>
          <p:cNvPr id="1026" name="Picture 2" descr="gráfico de embudo">
            <a:extLst>
              <a:ext uri="{FF2B5EF4-FFF2-40B4-BE49-F238E27FC236}">
                <a16:creationId xmlns:a16="http://schemas.microsoft.com/office/drawing/2014/main" id="{E37D66CC-5502-49D8-A9FA-68CAE52CF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512" y="2034823"/>
            <a:ext cx="4372101" cy="2576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376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MEDIDOR</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663762"/>
            <a:ext cx="4465983" cy="4401205"/>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Un gráfico de medidor radial tiene un arco circular y muestra un único valor que mide el progreso hacia un objetivo o un indicador clave de rendimiento (KPI). La línea (o </a:t>
            </a:r>
            <a:r>
              <a:rPr lang="es-ES" sz="2000" b="0" i="1" dirty="0">
                <a:solidFill>
                  <a:srgbClr val="171717"/>
                </a:solidFill>
                <a:effectLst/>
                <a:latin typeface="Segoe UI" panose="020B0502040204020203" pitchFamily="34" charset="0"/>
              </a:rPr>
              <a:t>aguja</a:t>
            </a:r>
            <a:r>
              <a:rPr lang="es-ES" sz="2000" b="0" i="0" dirty="0">
                <a:solidFill>
                  <a:srgbClr val="171717"/>
                </a:solidFill>
                <a:effectLst/>
                <a:latin typeface="Segoe UI" panose="020B0502040204020203" pitchFamily="34" charset="0"/>
              </a:rPr>
              <a:t>) representa el objetivo o valor de destino. El sombreado representa el progreso hacia ese objetivo. El valor dentro del arco representa el valor del progreso. Power BI distribuye todos los valores posibles por igual a lo largo del arco, del mínimo (valor más a la izquierda) al máximo (valor más a la derecha).</a:t>
            </a:r>
          </a:p>
        </p:txBody>
      </p:sp>
      <p:pic>
        <p:nvPicPr>
          <p:cNvPr id="2050" name="Picture 2" descr="Captura de pantalla de medidor radial.">
            <a:extLst>
              <a:ext uri="{FF2B5EF4-FFF2-40B4-BE49-F238E27FC236}">
                <a16:creationId xmlns:a16="http://schemas.microsoft.com/office/drawing/2014/main" id="{A5A50BB9-F972-4807-8A2C-DA7168627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9243" y="2315196"/>
            <a:ext cx="4287314" cy="2071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992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MAPA</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663762"/>
            <a:ext cx="3988905" cy="3477875"/>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El servicio Power BI y Power BI Desktop envían a Bing los datos de replicación geográfica necesarios para crear la visualización del mapa. Esto puede incluir los datos de los cubos </a:t>
            </a:r>
            <a:r>
              <a:rPr lang="es-ES" sz="2000" b="1" i="0" dirty="0">
                <a:solidFill>
                  <a:srgbClr val="171717"/>
                </a:solidFill>
                <a:effectLst/>
                <a:latin typeface="Segoe UI" panose="020B0502040204020203" pitchFamily="34" charset="0"/>
              </a:rPr>
              <a:t>Ubicación</a:t>
            </a:r>
            <a:r>
              <a:rPr lang="es-ES" sz="2000" b="0" i="0" dirty="0">
                <a:solidFill>
                  <a:srgbClr val="171717"/>
                </a:solidFill>
                <a:effectLst/>
                <a:latin typeface="Segoe UI" panose="020B0502040204020203" pitchFamily="34" charset="0"/>
              </a:rPr>
              <a:t>, </a:t>
            </a:r>
            <a:r>
              <a:rPr lang="es-ES" sz="2000" b="1" i="0" dirty="0">
                <a:solidFill>
                  <a:srgbClr val="171717"/>
                </a:solidFill>
                <a:effectLst/>
                <a:latin typeface="Segoe UI" panose="020B0502040204020203" pitchFamily="34" charset="0"/>
              </a:rPr>
              <a:t>Latitud</a:t>
            </a:r>
            <a:r>
              <a:rPr lang="es-ES" sz="2000" b="0" i="0" dirty="0">
                <a:solidFill>
                  <a:srgbClr val="171717"/>
                </a:solidFill>
                <a:effectLst/>
                <a:latin typeface="Segoe UI" panose="020B0502040204020203" pitchFamily="34" charset="0"/>
              </a:rPr>
              <a:t> y </a:t>
            </a:r>
            <a:r>
              <a:rPr lang="es-ES" sz="2000" b="1" i="0" dirty="0">
                <a:solidFill>
                  <a:srgbClr val="171717"/>
                </a:solidFill>
                <a:effectLst/>
                <a:latin typeface="Segoe UI" panose="020B0502040204020203" pitchFamily="34" charset="0"/>
              </a:rPr>
              <a:t>Longitud</a:t>
            </a:r>
            <a:r>
              <a:rPr lang="es-ES" sz="2000" b="0" i="0" dirty="0">
                <a:solidFill>
                  <a:srgbClr val="171717"/>
                </a:solidFill>
                <a:effectLst/>
                <a:latin typeface="Segoe UI" panose="020B0502040204020203" pitchFamily="34" charset="0"/>
              </a:rPr>
              <a:t> del área de campos del objeto visual. Lo que se envía exactamente varía según el tipo de mapa</a:t>
            </a:r>
          </a:p>
        </p:txBody>
      </p:sp>
      <p:pic>
        <p:nvPicPr>
          <p:cNvPr id="3074" name="Picture 2" descr="se envía a los mapas de Bing">
            <a:extLst>
              <a:ext uri="{FF2B5EF4-FFF2-40B4-BE49-F238E27FC236}">
                <a16:creationId xmlns:a16="http://schemas.microsoft.com/office/drawing/2014/main" id="{C067A307-9D65-4CE0-9F1A-E111A0DD8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6165" y="1764889"/>
            <a:ext cx="5012219" cy="3275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691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VISUALIZACIÓN DE MATRIZ</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663762"/>
            <a:ext cx="8203096" cy="1938992"/>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El objeto visual de matriz es similar a una tabla. Una tabla admite dos dimensiones y los datos son planos; es decir, que los valores duplicados se muestran, pero no se agregan. Una matriz hace que sea más fácil mostrar los datos de manera significativa en múltiples dimensiones, ya que admite un diseño escalonado. La matriz agrega automáticamente los datos y le permite explorarlos en profundidad.</a:t>
            </a:r>
          </a:p>
        </p:txBody>
      </p:sp>
      <p:pic>
        <p:nvPicPr>
          <p:cNvPr id="4098" name="Picture 2" descr="matriz que muestra los iconos activados">
            <a:extLst>
              <a:ext uri="{FF2B5EF4-FFF2-40B4-BE49-F238E27FC236}">
                <a16:creationId xmlns:a16="http://schemas.microsoft.com/office/drawing/2014/main" id="{04B0819E-D2CE-4800-BB0B-EE78BD9572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759" y="4016031"/>
            <a:ext cx="6315075" cy="208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1707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VISUALIZACIÓN DE MATRIZ</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663762"/>
            <a:ext cx="8203096" cy="1938992"/>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El objeto visual de matriz es similar a una tabla. Una tabla admite dos dimensiones y los datos son planos; es decir, que los valores duplicados se muestran, pero no se agregan. Una matriz hace que sea más fácil mostrar los datos de manera significativa en múltiples dimensiones, ya que admite un diseño escalonado. La matriz agrega automáticamente los datos y le permite explorarlos en profundidad.</a:t>
            </a:r>
          </a:p>
        </p:txBody>
      </p:sp>
      <p:pic>
        <p:nvPicPr>
          <p:cNvPr id="4098" name="Picture 2" descr="matriz que muestra los iconos activados">
            <a:extLst>
              <a:ext uri="{FF2B5EF4-FFF2-40B4-BE49-F238E27FC236}">
                <a16:creationId xmlns:a16="http://schemas.microsoft.com/office/drawing/2014/main" id="{04B0819E-D2CE-4800-BB0B-EE78BD9572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759" y="4016031"/>
            <a:ext cx="6315075" cy="208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799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CIRCULAR</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797831"/>
            <a:ext cx="4002157" cy="1015663"/>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Los gráficos circulares muestran la relación de las partes con un todo.</a:t>
            </a:r>
          </a:p>
        </p:txBody>
      </p:sp>
      <p:pic>
        <p:nvPicPr>
          <p:cNvPr id="5122" name="Picture 2" descr="gráficos circulares">
            <a:extLst>
              <a:ext uri="{FF2B5EF4-FFF2-40B4-BE49-F238E27FC236}">
                <a16:creationId xmlns:a16="http://schemas.microsoft.com/office/drawing/2014/main" id="{28D42BBE-C96F-4C92-A869-602CC9E957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3857" y="2606213"/>
            <a:ext cx="3153603" cy="3518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5434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5" y="1033854"/>
            <a:ext cx="5880652"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GRÁFICO DE BURBUJAS</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797831"/>
            <a:ext cx="4002157" cy="2554545"/>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Un gráfico de dispersión muestra la relación entre dos valores numéricos. Un gráfico de burbujas reemplaza los puntos de datos con burbujas, cuyo </a:t>
            </a:r>
            <a:r>
              <a:rPr lang="es-ES" sz="2000" b="0" i="1" dirty="0">
                <a:solidFill>
                  <a:srgbClr val="171717"/>
                </a:solidFill>
                <a:effectLst/>
                <a:latin typeface="Segoe UI" panose="020B0502040204020203" pitchFamily="34" charset="0"/>
              </a:rPr>
              <a:t>tamaño</a:t>
            </a:r>
            <a:r>
              <a:rPr lang="es-ES" sz="2000" b="0" i="0" dirty="0">
                <a:solidFill>
                  <a:srgbClr val="171717"/>
                </a:solidFill>
                <a:effectLst/>
                <a:latin typeface="Segoe UI" panose="020B0502040204020203" pitchFamily="34" charset="0"/>
              </a:rPr>
              <a:t> representa una tercera dimensión adicional de datos.</a:t>
            </a:r>
          </a:p>
        </p:txBody>
      </p:sp>
      <p:pic>
        <p:nvPicPr>
          <p:cNvPr id="6146" name="Picture 2" descr="Captura de pantalla de un gráfico de burbujas de ejemplo.">
            <a:extLst>
              <a:ext uri="{FF2B5EF4-FFF2-40B4-BE49-F238E27FC236}">
                <a16:creationId xmlns:a16="http://schemas.microsoft.com/office/drawing/2014/main" id="{DD9CB4F6-0D8D-46D3-8DFB-6BEF735917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4532" y="1811682"/>
            <a:ext cx="4406557" cy="3365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1975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397564" y="1072831"/>
            <a:ext cx="7235687" cy="424732"/>
          </a:xfrm>
        </p:spPr>
        <p:txBody>
          <a:bodyPr vert="horz" wrap="square" lIns="91440" tIns="45720" rIns="91440" bIns="45720" rtlCol="0" anchor="ctr">
            <a:spAutoFit/>
          </a:bodyPr>
          <a:lstStyle/>
          <a:p>
            <a:r>
              <a:rPr lang="es-ES" sz="2400" b="1" i="1" dirty="0">
                <a:solidFill>
                  <a:schemeClr val="accent1">
                    <a:lumMod val="50000"/>
                  </a:schemeClr>
                </a:solidFill>
                <a:latin typeface="Century Gothic" panose="020B0502020202020204" pitchFamily="34" charset="0"/>
                <a:ea typeface="+mn-ea"/>
                <a:cs typeface="+mn-cs"/>
              </a:rPr>
              <a:t>VISUALIZACIÓN DE SEGMENTACIÓN DE DATOS</a:t>
            </a:r>
          </a:p>
        </p:txBody>
      </p:sp>
      <p:sp>
        <p:nvSpPr>
          <p:cNvPr id="29" name="Rectángulo 28">
            <a:extLst>
              <a:ext uri="{FF2B5EF4-FFF2-40B4-BE49-F238E27FC236}">
                <a16:creationId xmlns:a16="http://schemas.microsoft.com/office/drawing/2014/main" id="{5725336E-40CA-4C85-BE45-1647507F4E52}"/>
              </a:ext>
            </a:extLst>
          </p:cNvPr>
          <p:cNvSpPr/>
          <p:nvPr/>
        </p:nvSpPr>
        <p:spPr>
          <a:xfrm>
            <a:off x="397565" y="1663762"/>
            <a:ext cx="5155096" cy="4093428"/>
          </a:xfrm>
          <a:prstGeom prst="rect">
            <a:avLst/>
          </a:prstGeom>
        </p:spPr>
        <p:txBody>
          <a:bodyPr wrap="square">
            <a:spAutoFit/>
          </a:bodyPr>
          <a:lstStyle/>
          <a:p>
            <a:pPr algn="just"/>
            <a:r>
              <a:rPr lang="es-ES" sz="2000" b="0" i="0" dirty="0">
                <a:solidFill>
                  <a:srgbClr val="171717"/>
                </a:solidFill>
                <a:effectLst/>
                <a:latin typeface="Segoe UI" panose="020B0502040204020203" pitchFamily="34" charset="0"/>
              </a:rPr>
              <a:t>Las segmentaciones son una excelente opción si desea:</a:t>
            </a:r>
          </a:p>
          <a:p>
            <a:pPr algn="just">
              <a:buFont typeface="Arial" panose="020B0604020202020204" pitchFamily="34" charset="0"/>
              <a:buChar char="•"/>
            </a:pPr>
            <a:r>
              <a:rPr lang="es-ES" sz="2000" b="0" i="0" dirty="0">
                <a:solidFill>
                  <a:srgbClr val="171717"/>
                </a:solidFill>
                <a:effectLst/>
                <a:latin typeface="Segoe UI" panose="020B0502040204020203" pitchFamily="34" charset="0"/>
              </a:rPr>
              <a:t>Mostrar filtros importantes o que se usan comúnmente en el lienzo del informe para facilitar el acceso.</a:t>
            </a:r>
          </a:p>
          <a:p>
            <a:pPr algn="just">
              <a:buFont typeface="Arial" panose="020B0604020202020204" pitchFamily="34" charset="0"/>
              <a:buChar char="•"/>
            </a:pPr>
            <a:r>
              <a:rPr lang="es-ES" sz="2000" b="0" i="0" dirty="0">
                <a:solidFill>
                  <a:srgbClr val="171717"/>
                </a:solidFill>
                <a:effectLst/>
                <a:latin typeface="Segoe UI" panose="020B0502040204020203" pitchFamily="34" charset="0"/>
              </a:rPr>
              <a:t>Facilitar la visualización del estado filtrado actual sin tener que abrir una lista desplegable.</a:t>
            </a:r>
          </a:p>
          <a:p>
            <a:pPr algn="just">
              <a:buFont typeface="Arial" panose="020B0604020202020204" pitchFamily="34" charset="0"/>
              <a:buChar char="•"/>
            </a:pPr>
            <a:r>
              <a:rPr lang="es-ES" sz="2000" b="0" i="0" dirty="0">
                <a:solidFill>
                  <a:srgbClr val="171717"/>
                </a:solidFill>
                <a:effectLst/>
                <a:latin typeface="Segoe UI" panose="020B0502040204020203" pitchFamily="34" charset="0"/>
              </a:rPr>
              <a:t>Filtrar por columnas innecesarias y ocultas en las tablas de datos.</a:t>
            </a:r>
          </a:p>
          <a:p>
            <a:pPr algn="just">
              <a:buFont typeface="Arial" panose="020B0604020202020204" pitchFamily="34" charset="0"/>
              <a:buChar char="•"/>
            </a:pPr>
            <a:r>
              <a:rPr lang="es-ES" sz="2000" b="0" i="0" dirty="0">
                <a:solidFill>
                  <a:srgbClr val="171717"/>
                </a:solidFill>
                <a:effectLst/>
                <a:latin typeface="Segoe UI" panose="020B0502040204020203" pitchFamily="34" charset="0"/>
              </a:rPr>
              <a:t>Crear informes más específicos mediante la colocación de segmentaciones junto a objetos visuales importantes.</a:t>
            </a:r>
          </a:p>
        </p:txBody>
      </p:sp>
      <p:pic>
        <p:nvPicPr>
          <p:cNvPr id="7170" name="Picture 2" descr="Captura de pantalla de la segmentación con formato.">
            <a:extLst>
              <a:ext uri="{FF2B5EF4-FFF2-40B4-BE49-F238E27FC236}">
                <a16:creationId xmlns:a16="http://schemas.microsoft.com/office/drawing/2014/main" id="{16E1A464-8646-4227-9F05-790D65174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6351" y="2267438"/>
            <a:ext cx="3733800" cy="288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4299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ángulo 1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sp>
        <p:nvSpPr>
          <p:cNvPr id="16" name="Rectángulo 1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18" name="Rectángulo 1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8" name="Título 7"/>
          <p:cNvSpPr>
            <a:spLocks noGrp="1"/>
          </p:cNvSpPr>
          <p:nvPr>
            <p:ph type="ctrTitle"/>
          </p:nvPr>
        </p:nvSpPr>
        <p:spPr>
          <a:xfrm>
            <a:off x="1893715" y="708498"/>
            <a:ext cx="7574507" cy="3330055"/>
          </a:xfrm>
        </p:spPr>
        <p:txBody>
          <a:bodyPr rtlCol="0" anchor="ctr">
            <a:normAutofit/>
          </a:bodyPr>
          <a:lstStyle/>
          <a:p>
            <a:pPr rtl="0"/>
            <a:r>
              <a:rPr lang="es-ES" sz="13800" dirty="0">
                <a:solidFill>
                  <a:srgbClr val="FFFFFF"/>
                </a:solidFill>
              </a:rPr>
              <a:t>Gracias</a:t>
            </a:r>
          </a:p>
        </p:txBody>
      </p:sp>
      <p:sp>
        <p:nvSpPr>
          <p:cNvPr id="20" name="Rectángulo 1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89929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spTree>
    <p:extLst>
      <p:ext uri="{BB962C8B-B14F-4D97-AF65-F5344CB8AC3E}">
        <p14:creationId xmlns:p14="http://schemas.microsoft.com/office/powerpoint/2010/main" val="92594583"/>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1E27F0F-D896-41E6-B4EB-8C9AAA8B50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6D5C9E3-8C88-48BE-A8D5-BDFA60487B23}">
  <ds:schemaRefs>
    <ds:schemaRef ds:uri="http://schemas.microsoft.com/sharepoint/v3/contenttype/forms"/>
  </ds:schemaRefs>
</ds:datastoreItem>
</file>

<file path=customXml/itemProps3.xml><?xml version="1.0" encoding="utf-8"?>
<ds:datastoreItem xmlns:ds="http://schemas.openxmlformats.org/officeDocument/2006/customXml" ds:itemID="{CB9DF2D6-FF1F-4B5B-A177-F86A4BC1967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Presentación de resumen del producto</Template>
  <TotalTime>0</TotalTime>
  <Words>906</Words>
  <Application>Microsoft Office PowerPoint</Application>
  <PresentationFormat>Panorámica</PresentationFormat>
  <Paragraphs>56</Paragraphs>
  <Slides>17</Slides>
  <Notes>17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17</vt:i4>
      </vt:variant>
    </vt:vector>
  </HeadingPairs>
  <TitlesOfParts>
    <vt:vector size="25" baseType="lpstr">
      <vt:lpstr>Arial</vt:lpstr>
      <vt:lpstr>Calibri</vt:lpstr>
      <vt:lpstr>Century Gothic</vt:lpstr>
      <vt:lpstr>Gill Sans MT</vt:lpstr>
      <vt:lpstr>Open Sans</vt:lpstr>
      <vt:lpstr>Segoe UI</vt:lpstr>
      <vt:lpstr>Wingdings 2</vt:lpstr>
      <vt:lpstr>DividendVTI</vt:lpstr>
      <vt:lpstr>Análisis de datos con power bi intermedio–SESIÓN 06</vt:lpstr>
      <vt:lpstr>GRÁFICO DE COLUMNAS</vt:lpstr>
      <vt:lpstr>GRÁFICO DE COLUMNAS</vt:lpstr>
      <vt:lpstr>GRÁFICO DE ÁREA</vt:lpstr>
      <vt:lpstr>GRÁFICO DE LÍNEAS</vt:lpstr>
      <vt:lpstr>GRÁFICO DE LÍNEAS</vt:lpstr>
      <vt:lpstr>GRÁFICO COMBINADO</vt:lpstr>
      <vt:lpstr>GRÁFICO DE TARJETA</vt:lpstr>
      <vt:lpstr>GRÁFICO DE EMBUDO</vt:lpstr>
      <vt:lpstr>GRÁFICO DE MEDIDOR</vt:lpstr>
      <vt:lpstr>GRÁFICO DE MAPA</vt:lpstr>
      <vt:lpstr>VISUALIZACIÓN DE MATRIZ</vt:lpstr>
      <vt:lpstr>VISUALIZACIÓN DE MATRIZ</vt:lpstr>
      <vt:lpstr>GRÁFICO CIRCULAR</vt:lpstr>
      <vt:lpstr>GRÁFICO DE BURBUJAS</vt:lpstr>
      <vt:lpstr>VISUALIZACIÓN DE SEGMENTACIÓN DE DATOS</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2021-02-06T17:39:35Z</dcterms:created>
  <dcterms:modified xsi:type="dcterms:W3CDTF">2024-10-27T13:59:13Z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