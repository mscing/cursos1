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20"/>
  </p:handoutMasterIdLst>
  <p:sldIdLst>
    <p:sldId id="256" r:id="rId2"/>
    <p:sldId id="263" r:id="rId3"/>
    <p:sldId id="310" r:id="rId4"/>
    <p:sldId id="315" r:id="rId5"/>
    <p:sldId id="265" r:id="rId6"/>
    <p:sldId id="322" r:id="rId7"/>
    <p:sldId id="323" r:id="rId8"/>
    <p:sldId id="321" r:id="rId9"/>
    <p:sldId id="311" r:id="rId10"/>
    <p:sldId id="312" r:id="rId11"/>
    <p:sldId id="313" r:id="rId12"/>
    <p:sldId id="314" r:id="rId13"/>
    <p:sldId id="316" r:id="rId14"/>
    <p:sldId id="318" r:id="rId15"/>
    <p:sldId id="320" r:id="rId16"/>
    <p:sldId id="319" r:id="rId17"/>
    <p:sldId id="317" r:id="rId18"/>
    <p:sldId id="260" r:id="rId19"/>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3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B4B98B0-60AC-42C2-AFA5-B58CD77FA1E5}" styleName="Estilo claro 1 - Acento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16D9F66E-5EB9-4882-86FB-DCBF35E3C3E4}" styleName="Estilo medio 4 - Énfasis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p:scale>
          <a:sx n="76" d="100"/>
          <a:sy n="76" d="100"/>
        </p:scale>
        <p:origin x="43" y="221"/>
      </p:cViewPr>
      <p:guideLst/>
    </p:cSldViewPr>
  </p:slideViewPr>
  <p:notesTextViewPr>
    <p:cViewPr>
      <p:scale>
        <a:sx n="1" d="1"/>
        <a:sy n="1" d="1"/>
      </p:scale>
      <p:origin x="0" y="0"/>
    </p:cViewPr>
  </p:notesTextViewPr>
  <p:notesViewPr>
    <p:cSldViewPr snapToGrid="0">
      <p:cViewPr varScale="1">
        <p:scale>
          <a:sx n="65" d="100"/>
          <a:sy n="65" d="100"/>
        </p:scale>
        <p:origin x="2179"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Kellyn%20-%20Doc\Planificaci&#243;n%20minera%20-%20curso\M&#243;dulos\M&#243;dulo%201\m&#243;dulo%201.1.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D:\Kellyn%20-%20Doc\Planificaci&#243;n%20minera%20-%20curso\M&#243;dulos\M&#243;dulo%201\m&#243;dulo%201.1.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D:\Kellyn%20-%20Doc\Planificaci&#243;n%20minera%20-%20curso\M&#243;dulos\M&#243;dulo%201\m&#243;dulo%201.1.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D:\Kellyn%20-%20Doc\Planificaci&#243;n%20minera%20-%20curso\M&#243;dulos\M&#243;dulo%201\m&#243;dulo%201.1.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11.xml"/><Relationship Id="rId1" Type="http://schemas.microsoft.com/office/2011/relationships/chartStyle" Target="style1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barChart>
        <c:barDir val="col"/>
        <c:grouping val="clustered"/>
        <c:varyColors val="0"/>
        <c:ser>
          <c:idx val="0"/>
          <c:order val="0"/>
          <c:tx>
            <c:strRef>
              <c:f>Sheet1!$B$1</c:f>
              <c:strCache>
                <c:ptCount val="1"/>
                <c:pt idx="0">
                  <c:v>Column1</c:v>
                </c:pt>
              </c:strCache>
            </c:strRef>
          </c:tx>
          <c:spPr>
            <a:solidFill>
              <a:schemeClr val="accent5"/>
            </a:solidFill>
            <a:ln>
              <a:noFill/>
            </a:ln>
            <a:effectLst/>
          </c:spPr>
          <c:invertIfNegative val="0"/>
          <c:dLbls>
            <c:dLbl>
              <c:idx val="0"/>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0-91B0-4086-AD1C-A1799741DFAA}"/>
                </c:ext>
              </c:extLst>
            </c:dLbl>
            <c:dLbl>
              <c:idx val="1"/>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1-91B0-4086-AD1C-A1799741DFAA}"/>
                </c:ext>
              </c:extLst>
            </c:dLbl>
            <c:dLbl>
              <c:idx val="2"/>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2-91B0-4086-AD1C-A1799741DFAA}"/>
                </c:ext>
              </c:extLst>
            </c:dLbl>
            <c:dLbl>
              <c:idx val="3"/>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3-91B0-4086-AD1C-A1799741DFAA}"/>
                </c:ext>
              </c:extLst>
            </c:dLbl>
            <c:dLbl>
              <c:idx val="4"/>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4-91B0-4086-AD1C-A1799741DFAA}"/>
                </c:ext>
              </c:extLst>
            </c:dLbl>
            <c:dLbl>
              <c:idx val="5"/>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5-91B0-4086-AD1C-A1799741DFAA}"/>
                </c:ext>
              </c:extLst>
            </c:dLbl>
            <c:dLbl>
              <c:idx val="6"/>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6-91B0-4086-AD1C-A1799741DFAA}"/>
                </c:ext>
              </c:extLst>
            </c:dLbl>
            <c:dLbl>
              <c:idx val="7"/>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7-91B0-4086-AD1C-A1799741DFAA}"/>
                </c:ext>
              </c:extLst>
            </c:dLbl>
            <c:dLbl>
              <c:idx val="8"/>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8-91B0-4086-AD1C-A1799741DFAA}"/>
                </c:ext>
              </c:extLst>
            </c:dLbl>
            <c:dLbl>
              <c:idx val="9"/>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9-91B0-4086-AD1C-A1799741DFAA}"/>
                </c:ext>
              </c:extLst>
            </c:dLbl>
            <c:dLbl>
              <c:idx val="10"/>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A-91B0-4086-AD1C-A1799741DFAA}"/>
                </c:ext>
              </c:extLst>
            </c:dLbl>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showLegendKey val="0"/>
            <c:showVal val="1"/>
            <c:showCatName val="0"/>
            <c:showSerName val="0"/>
            <c:showPercent val="0"/>
            <c:showBubbleSize val="0"/>
            <c:showLeaderLines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15:showLeaderLines val="0"/>
              </c:ext>
            </c:extLst>
          </c:dLbls>
          <c:cat>
            <c:strRef>
              <c:f>Sheet1!$A$2:$A$12</c:f>
              <c:strCache>
                <c:ptCount val="11"/>
                <c:pt idx="0">
                  <c:v>2014</c:v>
                </c:pt>
                <c:pt idx="1">
                  <c:v>2015</c:v>
                </c:pt>
                <c:pt idx="2">
                  <c:v>2016</c:v>
                </c:pt>
                <c:pt idx="3">
                  <c:v>2017</c:v>
                </c:pt>
                <c:pt idx="4">
                  <c:v>2018</c:v>
                </c:pt>
                <c:pt idx="5">
                  <c:v>2019</c:v>
                </c:pt>
                <c:pt idx="6">
                  <c:v>2020</c:v>
                </c:pt>
                <c:pt idx="7">
                  <c:v>2021</c:v>
                </c:pt>
                <c:pt idx="8">
                  <c:v>2022</c:v>
                </c:pt>
                <c:pt idx="9">
                  <c:v>2023*</c:v>
                </c:pt>
                <c:pt idx="10">
                  <c:v>2024*</c:v>
                </c:pt>
              </c:strCache>
            </c:strRef>
          </c:cat>
          <c:val>
            <c:numRef>
              <c:f>Sheet1!$B$2:$B$12</c:f>
              <c:numCache>
                <c:formatCode>General</c:formatCode>
                <c:ptCount val="11"/>
                <c:pt idx="0">
                  <c:v>6863</c:v>
                </c:pt>
                <c:pt idx="1">
                  <c:v>5510</c:v>
                </c:pt>
                <c:pt idx="2">
                  <c:v>4868</c:v>
                </c:pt>
                <c:pt idx="3">
                  <c:v>6170</c:v>
                </c:pt>
                <c:pt idx="4">
                  <c:v>6530</c:v>
                </c:pt>
                <c:pt idx="5">
                  <c:v>6010</c:v>
                </c:pt>
                <c:pt idx="6">
                  <c:v>6174</c:v>
                </c:pt>
                <c:pt idx="7">
                  <c:v>9317</c:v>
                </c:pt>
                <c:pt idx="8">
                  <c:v>8822</c:v>
                </c:pt>
                <c:pt idx="9">
                  <c:v>8500</c:v>
                </c:pt>
                <c:pt idx="10">
                  <c:v>8000</c:v>
                </c:pt>
              </c:numCache>
            </c:numRef>
          </c:val>
          <c:extLst>
            <c:ext xmlns:c16="http://schemas.microsoft.com/office/drawing/2014/chart" uri="{C3380CC4-5D6E-409C-BE32-E72D297353CC}">
              <c16:uniqueId val="{0000000B-91B0-4086-AD1C-A1799741DFAA}"/>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noFill/>
          <a:ln w="25400" cap="flat" cmpd="sng" algn="ctr">
            <a:solidFill>
              <a:srgbClr val="000000"/>
            </a:solidFill>
            <a:prstDash val="solid"/>
            <a:round/>
          </a:ln>
          <a:effectLst/>
        </c:spPr>
        <c:txPr>
          <a:bodyPr rot="-6000000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crossAx val="66437120"/>
        <c:crosses val="autoZero"/>
        <c:auto val="0"/>
        <c:lblAlgn val="ctr"/>
        <c:lblOffset val="100"/>
        <c:noMultiLvlLbl val="0"/>
      </c:catAx>
      <c:valAx>
        <c:axId val="66437120"/>
        <c:scaling>
          <c:orientation val="minMax"/>
          <c:min val="0"/>
        </c:scaling>
        <c:delete val="0"/>
        <c:axPos val="l"/>
        <c:majorGridlines>
          <c:spPr>
            <a:ln w="9525" cap="flat" cmpd="sng" algn="ctr">
              <a:solidFill>
                <a:srgbClr val="2F2F2F"/>
              </a:solidFill>
              <a:prstDash val="dot"/>
              <a:round/>
            </a:ln>
            <a:effectLst/>
          </c:spPr>
        </c:majorGridlines>
        <c:title>
          <c:tx>
            <c:rich>
              <a:bodyPr rot="-5400000" spcFirstLastPara="1" vertOverflow="ellipsis" vert="horz" wrap="square" anchor="ctr" anchorCtr="1"/>
              <a:lstStyle/>
              <a:p>
                <a:pPr>
                  <a:defRPr sz="1800" b="1" i="0" u="none" strike="noStrike" kern="1200" baseline="0">
                    <a:solidFill>
                      <a:schemeClr val="tx1"/>
                    </a:solidFill>
                    <a:latin typeface="+mn-lt"/>
                    <a:ea typeface="+mn-ea"/>
                    <a:cs typeface="+mn-cs"/>
                  </a:defRPr>
                </a:pPr>
                <a:r>
                  <a:rPr lang="es-PE" sz="1000" b="0">
                    <a:solidFill>
                      <a:srgbClr val="0F283E"/>
                    </a:solidFill>
                    <a:latin typeface="Open Sans Light"/>
                  </a:rPr>
                  <a:t>Precio medio en USD por tonelada métrica</a:t>
                </a:r>
              </a:p>
            </c:rich>
          </c:tx>
          <c:overlay val="0"/>
          <c:spPr>
            <a:noFill/>
            <a:ln>
              <a:noFill/>
            </a:ln>
            <a:effectLst/>
          </c:spPr>
          <c:txPr>
            <a:bodyPr rot="-5400000" spcFirstLastPara="1" vertOverflow="ellipsis" vert="horz" wrap="square" anchor="ctr" anchorCtr="1"/>
            <a:lstStyle/>
            <a:p>
              <a:pPr>
                <a:defRPr sz="1800" b="1" i="0" u="none" strike="noStrike" kern="1200" baseline="0">
                  <a:solidFill>
                    <a:schemeClr val="tx1"/>
                  </a:solidFill>
                  <a:latin typeface="+mn-lt"/>
                  <a:ea typeface="+mn-ea"/>
                  <a:cs typeface="+mn-cs"/>
                </a:defRPr>
              </a:pPr>
              <a:endParaRPr lang="es-PE"/>
            </a:p>
          </c:txPr>
        </c:title>
        <c:numFmt formatCode="#,##0" sourceLinked="0"/>
        <c:majorTickMark val="none"/>
        <c:minorTickMark val="none"/>
        <c:tickLblPos val="low"/>
        <c:spPr>
          <a:noFill/>
          <a:ln w="6350" cap="flat" cmpd="sng" algn="ctr">
            <a:noFill/>
            <a:prstDash val="solid"/>
            <a:round/>
          </a:ln>
          <a:effectLst/>
        </c:spPr>
        <c:txPr>
          <a:bodyPr rot="-6000000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crossAx val="67451136"/>
        <c:crosses val="autoZero"/>
        <c:crossBetween val="between"/>
      </c:valAx>
      <c:spPr>
        <a:noFill/>
        <a:ln>
          <a:noFill/>
        </a:ln>
        <a:effectLst/>
      </c:spPr>
    </c:plotArea>
    <c:plotVisOnly val="1"/>
    <c:dispBlanksAs val="gap"/>
    <c:showDLblsOverMax val="1"/>
  </c:chart>
  <c:spPr>
    <a:noFill/>
    <a:ln w="6350" cap="flat" cmpd="sng" algn="ctr">
      <a:solidFill>
        <a:schemeClr val="tx1"/>
      </a:solidFill>
      <a:prstDash val="solid"/>
      <a:miter lim="800000"/>
    </a:ln>
    <a:effectLst/>
  </c:spPr>
  <c:txPr>
    <a:bodyPr/>
    <a:lstStyle/>
    <a:p>
      <a:pPr>
        <a:defRPr sz="1800" smtId="4294967295"/>
      </a:pPr>
      <a:endParaRPr lang="es-P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lineChart>
        <c:grouping val="standard"/>
        <c:varyColors val="0"/>
        <c:ser>
          <c:idx val="0"/>
          <c:order val="0"/>
          <c:spPr>
            <a:ln w="34925" cap="rnd">
              <a:solidFill>
                <a:schemeClr val="lt1"/>
              </a:solidFill>
              <a:round/>
            </a:ln>
            <a:effectLst>
              <a:outerShdw dist="25400" dir="2700000" algn="tl" rotWithShape="0">
                <a:schemeClr val="accent5"/>
              </a:outerShdw>
            </a:effectLst>
          </c:spPr>
          <c:marker>
            <c:symbol val="none"/>
          </c:marker>
          <c:trendline>
            <c:spPr>
              <a:ln w="28575" cap="rnd">
                <a:solidFill>
                  <a:schemeClr val="lt1">
                    <a:alpha val="50000"/>
                  </a:schemeClr>
                </a:solidFill>
                <a:round/>
              </a:ln>
              <a:effectLst/>
            </c:spPr>
            <c:trendlineType val="linear"/>
            <c:dispRSqr val="0"/>
            <c:dispEq val="0"/>
          </c:trendline>
          <c:cat>
            <c:strRef>
              <c:f>'Precio del obre'!$B$12:$B$302</c:f>
              <c:strCache>
                <c:ptCount val="291"/>
                <c:pt idx="0">
                  <c:v>Ene00</c:v>
                </c:pt>
                <c:pt idx="1">
                  <c:v>Feb00</c:v>
                </c:pt>
                <c:pt idx="2">
                  <c:v>Mar00</c:v>
                </c:pt>
                <c:pt idx="3">
                  <c:v>Abr00</c:v>
                </c:pt>
                <c:pt idx="4">
                  <c:v>May00</c:v>
                </c:pt>
                <c:pt idx="5">
                  <c:v>Jun00</c:v>
                </c:pt>
                <c:pt idx="6">
                  <c:v>Jul00</c:v>
                </c:pt>
                <c:pt idx="7">
                  <c:v>Ago00</c:v>
                </c:pt>
                <c:pt idx="8">
                  <c:v>Sep00</c:v>
                </c:pt>
                <c:pt idx="9">
                  <c:v>Oct00</c:v>
                </c:pt>
                <c:pt idx="10">
                  <c:v>Nov00</c:v>
                </c:pt>
                <c:pt idx="11">
                  <c:v>Dic00</c:v>
                </c:pt>
                <c:pt idx="12">
                  <c:v>Ene01</c:v>
                </c:pt>
                <c:pt idx="13">
                  <c:v>Feb01</c:v>
                </c:pt>
                <c:pt idx="14">
                  <c:v>Mar01</c:v>
                </c:pt>
                <c:pt idx="15">
                  <c:v>Abr01</c:v>
                </c:pt>
                <c:pt idx="16">
                  <c:v>May01</c:v>
                </c:pt>
                <c:pt idx="17">
                  <c:v>Jun01</c:v>
                </c:pt>
                <c:pt idx="18">
                  <c:v>Jul01</c:v>
                </c:pt>
                <c:pt idx="19">
                  <c:v>Ago01</c:v>
                </c:pt>
                <c:pt idx="20">
                  <c:v>Sep01</c:v>
                </c:pt>
                <c:pt idx="21">
                  <c:v>Oct01</c:v>
                </c:pt>
                <c:pt idx="22">
                  <c:v>Nov01</c:v>
                </c:pt>
                <c:pt idx="23">
                  <c:v>Dic01</c:v>
                </c:pt>
                <c:pt idx="24">
                  <c:v>Ene02</c:v>
                </c:pt>
                <c:pt idx="25">
                  <c:v>Feb02</c:v>
                </c:pt>
                <c:pt idx="26">
                  <c:v>Mar02</c:v>
                </c:pt>
                <c:pt idx="27">
                  <c:v>Abr02</c:v>
                </c:pt>
                <c:pt idx="28">
                  <c:v>May02</c:v>
                </c:pt>
                <c:pt idx="29">
                  <c:v>Jun02</c:v>
                </c:pt>
                <c:pt idx="30">
                  <c:v>Jul02</c:v>
                </c:pt>
                <c:pt idx="31">
                  <c:v>Ago02</c:v>
                </c:pt>
                <c:pt idx="32">
                  <c:v>Sep02</c:v>
                </c:pt>
                <c:pt idx="33">
                  <c:v>Oct02</c:v>
                </c:pt>
                <c:pt idx="34">
                  <c:v>Nov02</c:v>
                </c:pt>
                <c:pt idx="35">
                  <c:v>Dic02</c:v>
                </c:pt>
                <c:pt idx="36">
                  <c:v>Ene03</c:v>
                </c:pt>
                <c:pt idx="37">
                  <c:v>Feb03</c:v>
                </c:pt>
                <c:pt idx="38">
                  <c:v>Mar03</c:v>
                </c:pt>
                <c:pt idx="39">
                  <c:v>Abr03</c:v>
                </c:pt>
                <c:pt idx="40">
                  <c:v>May03</c:v>
                </c:pt>
                <c:pt idx="41">
                  <c:v>Jun03</c:v>
                </c:pt>
                <c:pt idx="42">
                  <c:v>Jul03</c:v>
                </c:pt>
                <c:pt idx="43">
                  <c:v>Ago03</c:v>
                </c:pt>
                <c:pt idx="44">
                  <c:v>Sep03</c:v>
                </c:pt>
                <c:pt idx="45">
                  <c:v>Oct03</c:v>
                </c:pt>
                <c:pt idx="46">
                  <c:v>Nov03</c:v>
                </c:pt>
                <c:pt idx="47">
                  <c:v>Dic03</c:v>
                </c:pt>
                <c:pt idx="48">
                  <c:v>Ene04</c:v>
                </c:pt>
                <c:pt idx="49">
                  <c:v>Feb04</c:v>
                </c:pt>
                <c:pt idx="50">
                  <c:v>Mar04</c:v>
                </c:pt>
                <c:pt idx="51">
                  <c:v>Abr04</c:v>
                </c:pt>
                <c:pt idx="52">
                  <c:v>May04</c:v>
                </c:pt>
                <c:pt idx="53">
                  <c:v>Jun04</c:v>
                </c:pt>
                <c:pt idx="54">
                  <c:v>Jul04</c:v>
                </c:pt>
                <c:pt idx="55">
                  <c:v>Ago04</c:v>
                </c:pt>
                <c:pt idx="56">
                  <c:v>Sep04</c:v>
                </c:pt>
                <c:pt idx="57">
                  <c:v>Oct04</c:v>
                </c:pt>
                <c:pt idx="58">
                  <c:v>Nov04</c:v>
                </c:pt>
                <c:pt idx="59">
                  <c:v>Dic04</c:v>
                </c:pt>
                <c:pt idx="60">
                  <c:v>Ene05</c:v>
                </c:pt>
                <c:pt idx="61">
                  <c:v>Feb05</c:v>
                </c:pt>
                <c:pt idx="62">
                  <c:v>Mar05</c:v>
                </c:pt>
                <c:pt idx="63">
                  <c:v>Abr05</c:v>
                </c:pt>
                <c:pt idx="64">
                  <c:v>May05</c:v>
                </c:pt>
                <c:pt idx="65">
                  <c:v>Jun05</c:v>
                </c:pt>
                <c:pt idx="66">
                  <c:v>Jul05</c:v>
                </c:pt>
                <c:pt idx="67">
                  <c:v>Ago05</c:v>
                </c:pt>
                <c:pt idx="68">
                  <c:v>Sep05</c:v>
                </c:pt>
                <c:pt idx="69">
                  <c:v>Oct05</c:v>
                </c:pt>
                <c:pt idx="70">
                  <c:v>Nov05</c:v>
                </c:pt>
                <c:pt idx="71">
                  <c:v>Dic05</c:v>
                </c:pt>
                <c:pt idx="72">
                  <c:v>Ene06</c:v>
                </c:pt>
                <c:pt idx="73">
                  <c:v>Feb06</c:v>
                </c:pt>
                <c:pt idx="74">
                  <c:v>Mar06</c:v>
                </c:pt>
                <c:pt idx="75">
                  <c:v>Abr06</c:v>
                </c:pt>
                <c:pt idx="76">
                  <c:v>May06</c:v>
                </c:pt>
                <c:pt idx="77">
                  <c:v>Jun06</c:v>
                </c:pt>
                <c:pt idx="78">
                  <c:v>Jul06</c:v>
                </c:pt>
                <c:pt idx="79">
                  <c:v>Ago06</c:v>
                </c:pt>
                <c:pt idx="80">
                  <c:v>Sep06</c:v>
                </c:pt>
                <c:pt idx="81">
                  <c:v>Oct06</c:v>
                </c:pt>
                <c:pt idx="82">
                  <c:v>Nov06</c:v>
                </c:pt>
                <c:pt idx="83">
                  <c:v>Dic06</c:v>
                </c:pt>
                <c:pt idx="84">
                  <c:v>Ene07</c:v>
                </c:pt>
                <c:pt idx="85">
                  <c:v>Feb07</c:v>
                </c:pt>
                <c:pt idx="86">
                  <c:v>Mar07</c:v>
                </c:pt>
                <c:pt idx="87">
                  <c:v>Abr07</c:v>
                </c:pt>
                <c:pt idx="88">
                  <c:v>May07</c:v>
                </c:pt>
                <c:pt idx="89">
                  <c:v>Jun07</c:v>
                </c:pt>
                <c:pt idx="90">
                  <c:v>Jul07</c:v>
                </c:pt>
                <c:pt idx="91">
                  <c:v>Ago07</c:v>
                </c:pt>
                <c:pt idx="92">
                  <c:v>Sep07</c:v>
                </c:pt>
                <c:pt idx="93">
                  <c:v>Oct07</c:v>
                </c:pt>
                <c:pt idx="94">
                  <c:v>Nov07</c:v>
                </c:pt>
                <c:pt idx="95">
                  <c:v>Dic07</c:v>
                </c:pt>
                <c:pt idx="96">
                  <c:v>Ene08</c:v>
                </c:pt>
                <c:pt idx="97">
                  <c:v>Feb08</c:v>
                </c:pt>
                <c:pt idx="98">
                  <c:v>Mar08</c:v>
                </c:pt>
                <c:pt idx="99">
                  <c:v>Abr08</c:v>
                </c:pt>
                <c:pt idx="100">
                  <c:v>May08</c:v>
                </c:pt>
                <c:pt idx="101">
                  <c:v>Jun08</c:v>
                </c:pt>
                <c:pt idx="102">
                  <c:v>Jul08</c:v>
                </c:pt>
                <c:pt idx="103">
                  <c:v>Ago08</c:v>
                </c:pt>
                <c:pt idx="104">
                  <c:v>Sep08</c:v>
                </c:pt>
                <c:pt idx="105">
                  <c:v>Oct08</c:v>
                </c:pt>
                <c:pt idx="106">
                  <c:v>Nov08</c:v>
                </c:pt>
                <c:pt idx="107">
                  <c:v>Dic08</c:v>
                </c:pt>
                <c:pt idx="108">
                  <c:v>Ene09</c:v>
                </c:pt>
                <c:pt idx="109">
                  <c:v>Feb09</c:v>
                </c:pt>
                <c:pt idx="110">
                  <c:v>Mar09</c:v>
                </c:pt>
                <c:pt idx="111">
                  <c:v>Abr09</c:v>
                </c:pt>
                <c:pt idx="112">
                  <c:v>May09</c:v>
                </c:pt>
                <c:pt idx="113">
                  <c:v>Jun09</c:v>
                </c:pt>
                <c:pt idx="114">
                  <c:v>Jul09</c:v>
                </c:pt>
                <c:pt idx="115">
                  <c:v>Ago09</c:v>
                </c:pt>
                <c:pt idx="116">
                  <c:v>Sep09</c:v>
                </c:pt>
                <c:pt idx="117">
                  <c:v>Oct09</c:v>
                </c:pt>
                <c:pt idx="118">
                  <c:v>Nov09</c:v>
                </c:pt>
                <c:pt idx="119">
                  <c:v>Dic09</c:v>
                </c:pt>
                <c:pt idx="120">
                  <c:v>Ene10</c:v>
                </c:pt>
                <c:pt idx="121">
                  <c:v>Feb10</c:v>
                </c:pt>
                <c:pt idx="122">
                  <c:v>Mar10</c:v>
                </c:pt>
                <c:pt idx="123">
                  <c:v>Abr10</c:v>
                </c:pt>
                <c:pt idx="124">
                  <c:v>May10</c:v>
                </c:pt>
                <c:pt idx="125">
                  <c:v>Jun10</c:v>
                </c:pt>
                <c:pt idx="126">
                  <c:v>Jul10</c:v>
                </c:pt>
                <c:pt idx="127">
                  <c:v>Ago10</c:v>
                </c:pt>
                <c:pt idx="128">
                  <c:v>Sep10</c:v>
                </c:pt>
                <c:pt idx="129">
                  <c:v>Oct10</c:v>
                </c:pt>
                <c:pt idx="130">
                  <c:v>Nov10</c:v>
                </c:pt>
                <c:pt idx="131">
                  <c:v>Dic10</c:v>
                </c:pt>
                <c:pt idx="132">
                  <c:v>Ene11</c:v>
                </c:pt>
                <c:pt idx="133">
                  <c:v>Feb11</c:v>
                </c:pt>
                <c:pt idx="134">
                  <c:v>Mar11</c:v>
                </c:pt>
                <c:pt idx="135">
                  <c:v>Abr11</c:v>
                </c:pt>
                <c:pt idx="136">
                  <c:v>May11</c:v>
                </c:pt>
                <c:pt idx="137">
                  <c:v>Jun11</c:v>
                </c:pt>
                <c:pt idx="138">
                  <c:v>Jul11</c:v>
                </c:pt>
                <c:pt idx="139">
                  <c:v>Ago11</c:v>
                </c:pt>
                <c:pt idx="140">
                  <c:v>Sep11</c:v>
                </c:pt>
                <c:pt idx="141">
                  <c:v>Oct11</c:v>
                </c:pt>
                <c:pt idx="142">
                  <c:v>Nov11</c:v>
                </c:pt>
                <c:pt idx="143">
                  <c:v>Dic11</c:v>
                </c:pt>
                <c:pt idx="144">
                  <c:v>Ene12</c:v>
                </c:pt>
                <c:pt idx="145">
                  <c:v>Feb12</c:v>
                </c:pt>
                <c:pt idx="146">
                  <c:v>Mar12</c:v>
                </c:pt>
                <c:pt idx="147">
                  <c:v>Abr12</c:v>
                </c:pt>
                <c:pt idx="148">
                  <c:v>May12</c:v>
                </c:pt>
                <c:pt idx="149">
                  <c:v>Jun12</c:v>
                </c:pt>
                <c:pt idx="150">
                  <c:v>Jul12</c:v>
                </c:pt>
                <c:pt idx="151">
                  <c:v>Ago12</c:v>
                </c:pt>
                <c:pt idx="152">
                  <c:v>Sep12</c:v>
                </c:pt>
                <c:pt idx="153">
                  <c:v>Oct12</c:v>
                </c:pt>
                <c:pt idx="154">
                  <c:v>Nov12</c:v>
                </c:pt>
                <c:pt idx="155">
                  <c:v>Dic12</c:v>
                </c:pt>
                <c:pt idx="156">
                  <c:v>Ene13</c:v>
                </c:pt>
                <c:pt idx="157">
                  <c:v>Feb13</c:v>
                </c:pt>
                <c:pt idx="158">
                  <c:v>Mar13</c:v>
                </c:pt>
                <c:pt idx="159">
                  <c:v>Abr13</c:v>
                </c:pt>
                <c:pt idx="160">
                  <c:v>May13</c:v>
                </c:pt>
                <c:pt idx="161">
                  <c:v>Jun13</c:v>
                </c:pt>
                <c:pt idx="162">
                  <c:v>Jul13</c:v>
                </c:pt>
                <c:pt idx="163">
                  <c:v>Ago13</c:v>
                </c:pt>
                <c:pt idx="164">
                  <c:v>Sep13</c:v>
                </c:pt>
                <c:pt idx="165">
                  <c:v>Oct13</c:v>
                </c:pt>
                <c:pt idx="166">
                  <c:v>Nov13</c:v>
                </c:pt>
                <c:pt idx="167">
                  <c:v>Dic13</c:v>
                </c:pt>
                <c:pt idx="168">
                  <c:v>Ene14</c:v>
                </c:pt>
                <c:pt idx="169">
                  <c:v>Feb14</c:v>
                </c:pt>
                <c:pt idx="170">
                  <c:v>Mar14</c:v>
                </c:pt>
                <c:pt idx="171">
                  <c:v>Abr14</c:v>
                </c:pt>
                <c:pt idx="172">
                  <c:v>May14</c:v>
                </c:pt>
                <c:pt idx="173">
                  <c:v>Jun14</c:v>
                </c:pt>
                <c:pt idx="174">
                  <c:v>Jul14</c:v>
                </c:pt>
                <c:pt idx="175">
                  <c:v>Ago14</c:v>
                </c:pt>
                <c:pt idx="176">
                  <c:v>Sep14</c:v>
                </c:pt>
                <c:pt idx="177">
                  <c:v>Oct14</c:v>
                </c:pt>
                <c:pt idx="178">
                  <c:v>Nov14</c:v>
                </c:pt>
                <c:pt idx="179">
                  <c:v>Dic14</c:v>
                </c:pt>
                <c:pt idx="180">
                  <c:v>Ene15</c:v>
                </c:pt>
                <c:pt idx="181">
                  <c:v>Feb15</c:v>
                </c:pt>
                <c:pt idx="182">
                  <c:v>Mar15</c:v>
                </c:pt>
                <c:pt idx="183">
                  <c:v>Abr15</c:v>
                </c:pt>
                <c:pt idx="184">
                  <c:v>May15</c:v>
                </c:pt>
                <c:pt idx="185">
                  <c:v>Jun15</c:v>
                </c:pt>
                <c:pt idx="186">
                  <c:v>Jul15</c:v>
                </c:pt>
                <c:pt idx="187">
                  <c:v>Ago15</c:v>
                </c:pt>
                <c:pt idx="188">
                  <c:v>Sep15</c:v>
                </c:pt>
                <c:pt idx="189">
                  <c:v>Oct15</c:v>
                </c:pt>
                <c:pt idx="190">
                  <c:v>Nov15</c:v>
                </c:pt>
                <c:pt idx="191">
                  <c:v>Dic15</c:v>
                </c:pt>
                <c:pt idx="192">
                  <c:v>Ene16</c:v>
                </c:pt>
                <c:pt idx="193">
                  <c:v>Feb16</c:v>
                </c:pt>
                <c:pt idx="194">
                  <c:v>Mar16</c:v>
                </c:pt>
                <c:pt idx="195">
                  <c:v>Abr16</c:v>
                </c:pt>
                <c:pt idx="196">
                  <c:v>May16</c:v>
                </c:pt>
                <c:pt idx="197">
                  <c:v>Jun16</c:v>
                </c:pt>
                <c:pt idx="198">
                  <c:v>Jul16</c:v>
                </c:pt>
                <c:pt idx="199">
                  <c:v>Ago16</c:v>
                </c:pt>
                <c:pt idx="200">
                  <c:v>Sep16</c:v>
                </c:pt>
                <c:pt idx="201">
                  <c:v>Oct16</c:v>
                </c:pt>
                <c:pt idx="202">
                  <c:v>Nov16</c:v>
                </c:pt>
                <c:pt idx="203">
                  <c:v>Dic16</c:v>
                </c:pt>
                <c:pt idx="204">
                  <c:v>Ene17</c:v>
                </c:pt>
                <c:pt idx="205">
                  <c:v>Feb17</c:v>
                </c:pt>
                <c:pt idx="206">
                  <c:v>Mar17</c:v>
                </c:pt>
                <c:pt idx="207">
                  <c:v>Abr17</c:v>
                </c:pt>
                <c:pt idx="208">
                  <c:v>May17</c:v>
                </c:pt>
                <c:pt idx="209">
                  <c:v>Jun17</c:v>
                </c:pt>
                <c:pt idx="210">
                  <c:v>Jul17</c:v>
                </c:pt>
                <c:pt idx="211">
                  <c:v>Ago17</c:v>
                </c:pt>
                <c:pt idx="212">
                  <c:v>Sep17</c:v>
                </c:pt>
                <c:pt idx="213">
                  <c:v>Oct17</c:v>
                </c:pt>
                <c:pt idx="214">
                  <c:v>Nov17</c:v>
                </c:pt>
                <c:pt idx="215">
                  <c:v>Dic17</c:v>
                </c:pt>
                <c:pt idx="216">
                  <c:v>Ene18</c:v>
                </c:pt>
                <c:pt idx="217">
                  <c:v>Feb18</c:v>
                </c:pt>
                <c:pt idx="218">
                  <c:v>Mar18</c:v>
                </c:pt>
                <c:pt idx="219">
                  <c:v>Abr18</c:v>
                </c:pt>
                <c:pt idx="220">
                  <c:v>May18</c:v>
                </c:pt>
                <c:pt idx="221">
                  <c:v>Jun18</c:v>
                </c:pt>
                <c:pt idx="222">
                  <c:v>Jul18</c:v>
                </c:pt>
                <c:pt idx="223">
                  <c:v>Ago18</c:v>
                </c:pt>
                <c:pt idx="224">
                  <c:v>Sep18</c:v>
                </c:pt>
                <c:pt idx="225">
                  <c:v>Oct18</c:v>
                </c:pt>
                <c:pt idx="226">
                  <c:v>Nov18</c:v>
                </c:pt>
                <c:pt idx="227">
                  <c:v>Dic18</c:v>
                </c:pt>
                <c:pt idx="228">
                  <c:v>Ene19</c:v>
                </c:pt>
                <c:pt idx="229">
                  <c:v>Feb19</c:v>
                </c:pt>
                <c:pt idx="230">
                  <c:v>Mar19</c:v>
                </c:pt>
                <c:pt idx="231">
                  <c:v>Abr19</c:v>
                </c:pt>
                <c:pt idx="232">
                  <c:v>May19</c:v>
                </c:pt>
                <c:pt idx="233">
                  <c:v>Jun19</c:v>
                </c:pt>
                <c:pt idx="234">
                  <c:v>Jul19</c:v>
                </c:pt>
                <c:pt idx="235">
                  <c:v>Ago19</c:v>
                </c:pt>
                <c:pt idx="236">
                  <c:v>Sep19</c:v>
                </c:pt>
                <c:pt idx="237">
                  <c:v>Oct19</c:v>
                </c:pt>
                <c:pt idx="238">
                  <c:v>Nov19</c:v>
                </c:pt>
                <c:pt idx="239">
                  <c:v>Dic19</c:v>
                </c:pt>
                <c:pt idx="240">
                  <c:v>Ene20</c:v>
                </c:pt>
                <c:pt idx="241">
                  <c:v>Feb20</c:v>
                </c:pt>
                <c:pt idx="242">
                  <c:v>Mar20</c:v>
                </c:pt>
                <c:pt idx="243">
                  <c:v>Abr20</c:v>
                </c:pt>
                <c:pt idx="244">
                  <c:v>May20</c:v>
                </c:pt>
                <c:pt idx="245">
                  <c:v>Jun20</c:v>
                </c:pt>
                <c:pt idx="246">
                  <c:v>Jul20</c:v>
                </c:pt>
                <c:pt idx="247">
                  <c:v>Ago20</c:v>
                </c:pt>
                <c:pt idx="248">
                  <c:v>Sep20</c:v>
                </c:pt>
                <c:pt idx="249">
                  <c:v>Oct20</c:v>
                </c:pt>
                <c:pt idx="250">
                  <c:v>Nov20</c:v>
                </c:pt>
                <c:pt idx="251">
                  <c:v>Dic20</c:v>
                </c:pt>
                <c:pt idx="252">
                  <c:v>Ene21</c:v>
                </c:pt>
                <c:pt idx="253">
                  <c:v>Feb21</c:v>
                </c:pt>
                <c:pt idx="254">
                  <c:v>Mar21</c:v>
                </c:pt>
                <c:pt idx="255">
                  <c:v>Abr21</c:v>
                </c:pt>
                <c:pt idx="256">
                  <c:v>May21</c:v>
                </c:pt>
                <c:pt idx="257">
                  <c:v>Jun21</c:v>
                </c:pt>
                <c:pt idx="258">
                  <c:v>Jul21</c:v>
                </c:pt>
                <c:pt idx="259">
                  <c:v>Ago21</c:v>
                </c:pt>
                <c:pt idx="260">
                  <c:v>Sep21</c:v>
                </c:pt>
                <c:pt idx="261">
                  <c:v>Oct21</c:v>
                </c:pt>
                <c:pt idx="262">
                  <c:v>Nov21</c:v>
                </c:pt>
                <c:pt idx="263">
                  <c:v>Dic21</c:v>
                </c:pt>
                <c:pt idx="264">
                  <c:v>Ene22</c:v>
                </c:pt>
                <c:pt idx="265">
                  <c:v>Feb22</c:v>
                </c:pt>
                <c:pt idx="266">
                  <c:v>Mar22</c:v>
                </c:pt>
                <c:pt idx="267">
                  <c:v>Abr22</c:v>
                </c:pt>
                <c:pt idx="268">
                  <c:v>May22</c:v>
                </c:pt>
                <c:pt idx="269">
                  <c:v>Jun22</c:v>
                </c:pt>
                <c:pt idx="270">
                  <c:v>Jul22</c:v>
                </c:pt>
                <c:pt idx="271">
                  <c:v>Ago22</c:v>
                </c:pt>
                <c:pt idx="272">
                  <c:v>Sep22</c:v>
                </c:pt>
                <c:pt idx="273">
                  <c:v>Oct22</c:v>
                </c:pt>
                <c:pt idx="274">
                  <c:v>Nov22</c:v>
                </c:pt>
                <c:pt idx="275">
                  <c:v>Dic22</c:v>
                </c:pt>
                <c:pt idx="276">
                  <c:v>Ene23</c:v>
                </c:pt>
                <c:pt idx="277">
                  <c:v>Feb23</c:v>
                </c:pt>
                <c:pt idx="278">
                  <c:v>Mar23</c:v>
                </c:pt>
                <c:pt idx="279">
                  <c:v>Abr23</c:v>
                </c:pt>
                <c:pt idx="280">
                  <c:v>May23</c:v>
                </c:pt>
                <c:pt idx="281">
                  <c:v>Jun23</c:v>
                </c:pt>
                <c:pt idx="282">
                  <c:v>Jul23</c:v>
                </c:pt>
                <c:pt idx="283">
                  <c:v>Ago23</c:v>
                </c:pt>
                <c:pt idx="284">
                  <c:v>Sep23</c:v>
                </c:pt>
                <c:pt idx="285">
                  <c:v>Oct23</c:v>
                </c:pt>
                <c:pt idx="286">
                  <c:v>Nov23</c:v>
                </c:pt>
                <c:pt idx="287">
                  <c:v>Dic23</c:v>
                </c:pt>
                <c:pt idx="288">
                  <c:v>Ene24</c:v>
                </c:pt>
                <c:pt idx="289">
                  <c:v>Feb24</c:v>
                </c:pt>
                <c:pt idx="290">
                  <c:v>Mar24</c:v>
                </c:pt>
              </c:strCache>
            </c:strRef>
          </c:cat>
          <c:val>
            <c:numRef>
              <c:f>'Precio del obre'!$F$12:$F$302</c:f>
              <c:numCache>
                <c:formatCode>General</c:formatCode>
                <c:ptCount val="291"/>
                <c:pt idx="0">
                  <c:v>1845.3178237399918</c:v>
                </c:pt>
                <c:pt idx="1">
                  <c:v>1794.0669318013461</c:v>
                </c:pt>
                <c:pt idx="2">
                  <c:v>1740.2696867580603</c:v>
                </c:pt>
                <c:pt idx="3">
                  <c:v>1681.9055164589163</c:v>
                </c:pt>
                <c:pt idx="4">
                  <c:v>1785.095720849376</c:v>
                </c:pt>
                <c:pt idx="5">
                  <c:v>1752.0706609829726</c:v>
                </c:pt>
                <c:pt idx="6">
                  <c:v>1803.1407306240458</c:v>
                </c:pt>
                <c:pt idx="7">
                  <c:v>1856.9369404718657</c:v>
                </c:pt>
                <c:pt idx="8">
                  <c:v>1961.8905434037938</c:v>
                </c:pt>
                <c:pt idx="9">
                  <c:v>1894.3704931628658</c:v>
                </c:pt>
                <c:pt idx="10">
                  <c:v>1795.6001551013758</c:v>
                </c:pt>
                <c:pt idx="11">
                  <c:v>1851.4144832166132</c:v>
                </c:pt>
                <c:pt idx="12">
                  <c:v>1787.9652826825745</c:v>
                </c:pt>
                <c:pt idx="13">
                  <c:v>1766.1229171378357</c:v>
                </c:pt>
                <c:pt idx="14">
                  <c:v>1742.1570363108854</c:v>
                </c:pt>
                <c:pt idx="15">
                  <c:v>1666.7956533262243</c:v>
                </c:pt>
                <c:pt idx="16">
                  <c:v>1687.2588797106903</c:v>
                </c:pt>
                <c:pt idx="17">
                  <c:v>1610.5147673196625</c:v>
                </c:pt>
                <c:pt idx="18">
                  <c:v>1526.7686539637218</c:v>
                </c:pt>
                <c:pt idx="19">
                  <c:v>1469.1960934029366</c:v>
                </c:pt>
                <c:pt idx="20">
                  <c:v>1427.3733166393204</c:v>
                </c:pt>
                <c:pt idx="21">
                  <c:v>1377.3744625615675</c:v>
                </c:pt>
                <c:pt idx="22">
                  <c:v>1436.6323966287925</c:v>
                </c:pt>
                <c:pt idx="23">
                  <c:v>1470.7054083931243</c:v>
                </c:pt>
                <c:pt idx="24">
                  <c:v>1506.1482237367979</c:v>
                </c:pt>
                <c:pt idx="25">
                  <c:v>1561.3656586165814</c:v>
                </c:pt>
                <c:pt idx="26">
                  <c:v>1608.5981029133961</c:v>
                </c:pt>
                <c:pt idx="27">
                  <c:v>1590.5776696201885</c:v>
                </c:pt>
                <c:pt idx="28">
                  <c:v>1595.9655091158866</c:v>
                </c:pt>
                <c:pt idx="29">
                  <c:v>1649.7080544307223</c:v>
                </c:pt>
                <c:pt idx="30">
                  <c:v>1588.2829094806436</c:v>
                </c:pt>
                <c:pt idx="31">
                  <c:v>1483.214159874801</c:v>
                </c:pt>
                <c:pt idx="32">
                  <c:v>1479.1220651336785</c:v>
                </c:pt>
                <c:pt idx="33">
                  <c:v>1485.8873780660369</c:v>
                </c:pt>
                <c:pt idx="34">
                  <c:v>1583.8790844465148</c:v>
                </c:pt>
                <c:pt idx="35">
                  <c:v>1590.6572149809215</c:v>
                </c:pt>
                <c:pt idx="36">
                  <c:v>1645.6219722930869</c:v>
                </c:pt>
                <c:pt idx="37">
                  <c:v>1682.1430161788235</c:v>
                </c:pt>
                <c:pt idx="38">
                  <c:v>1655.6909045177561</c:v>
                </c:pt>
                <c:pt idx="39">
                  <c:v>1590.78676028269</c:v>
                </c:pt>
                <c:pt idx="40">
                  <c:v>1648.6685102021545</c:v>
                </c:pt>
                <c:pt idx="41">
                  <c:v>1685.1051555425931</c:v>
                </c:pt>
                <c:pt idx="42">
                  <c:v>1712.8240669519059</c:v>
                </c:pt>
                <c:pt idx="43">
                  <c:v>1756.8312614292049</c:v>
                </c:pt>
                <c:pt idx="44">
                  <c:v>1789.6683439151898</c:v>
                </c:pt>
                <c:pt idx="45">
                  <c:v>1925.5803377787231</c:v>
                </c:pt>
                <c:pt idx="46">
                  <c:v>2053.2725784903041</c:v>
                </c:pt>
                <c:pt idx="47">
                  <c:v>2206.0300070327726</c:v>
                </c:pt>
                <c:pt idx="48">
                  <c:v>2416.7698770755674</c:v>
                </c:pt>
                <c:pt idx="49">
                  <c:v>2751.7142547890094</c:v>
                </c:pt>
                <c:pt idx="50">
                  <c:v>3000.2790703418364</c:v>
                </c:pt>
                <c:pt idx="51">
                  <c:v>2929.9283627955188</c:v>
                </c:pt>
                <c:pt idx="52">
                  <c:v>2734.877727025972</c:v>
                </c:pt>
                <c:pt idx="53">
                  <c:v>2689.0422832461131</c:v>
                </c:pt>
                <c:pt idx="54">
                  <c:v>2816.7921325854181</c:v>
                </c:pt>
                <c:pt idx="55">
                  <c:v>2842.9625562669949</c:v>
                </c:pt>
                <c:pt idx="56">
                  <c:v>2903.1670307199074</c:v>
                </c:pt>
                <c:pt idx="57">
                  <c:v>3009.4012127928245</c:v>
                </c:pt>
                <c:pt idx="58">
                  <c:v>3130.3144901082014</c:v>
                </c:pt>
                <c:pt idx="59">
                  <c:v>3145.4962903854757</c:v>
                </c:pt>
                <c:pt idx="60">
                  <c:v>3172.6629250134106</c:v>
                </c:pt>
                <c:pt idx="61">
                  <c:v>3247.0961705645313</c:v>
                </c:pt>
                <c:pt idx="62">
                  <c:v>3376.126453176355</c:v>
                </c:pt>
                <c:pt idx="63">
                  <c:v>3389.8055260709689</c:v>
                </c:pt>
                <c:pt idx="64">
                  <c:v>3247.4052611090783</c:v>
                </c:pt>
                <c:pt idx="65">
                  <c:v>3529.7231099780979</c:v>
                </c:pt>
                <c:pt idx="66">
                  <c:v>3608.4719348552603</c:v>
                </c:pt>
                <c:pt idx="67">
                  <c:v>3793.6042216970268</c:v>
                </c:pt>
                <c:pt idx="68">
                  <c:v>3850.6545496721201</c:v>
                </c:pt>
                <c:pt idx="69">
                  <c:v>4058.8285465881322</c:v>
                </c:pt>
                <c:pt idx="70">
                  <c:v>4278.154045504195</c:v>
                </c:pt>
                <c:pt idx="71">
                  <c:v>4579.6082354412883</c:v>
                </c:pt>
                <c:pt idx="72">
                  <c:v>4734.676234381338</c:v>
                </c:pt>
                <c:pt idx="73">
                  <c:v>4974.969132812118</c:v>
                </c:pt>
                <c:pt idx="74">
                  <c:v>5123.667870488991</c:v>
                </c:pt>
                <c:pt idx="75">
                  <c:v>6389.8924641342201</c:v>
                </c:pt>
                <c:pt idx="76">
                  <c:v>8032.0340057493195</c:v>
                </c:pt>
                <c:pt idx="77">
                  <c:v>7222.7642091666758</c:v>
                </c:pt>
                <c:pt idx="78">
                  <c:v>7726.7289827854429</c:v>
                </c:pt>
                <c:pt idx="79">
                  <c:v>7684.9691976659669</c:v>
                </c:pt>
                <c:pt idx="80">
                  <c:v>7622.6338674539065</c:v>
                </c:pt>
                <c:pt idx="81">
                  <c:v>7497.4002489133591</c:v>
                </c:pt>
                <c:pt idx="82">
                  <c:v>7029.2871646149415</c:v>
                </c:pt>
                <c:pt idx="83">
                  <c:v>6645.6350196692492</c:v>
                </c:pt>
                <c:pt idx="84">
                  <c:v>5716.2323890443404</c:v>
                </c:pt>
                <c:pt idx="85">
                  <c:v>5718.1432563559756</c:v>
                </c:pt>
                <c:pt idx="86">
                  <c:v>6465.2878297627958</c:v>
                </c:pt>
                <c:pt idx="87">
                  <c:v>7718.9194681860026</c:v>
                </c:pt>
                <c:pt idx="88">
                  <c:v>7690.512669389188</c:v>
                </c:pt>
                <c:pt idx="89">
                  <c:v>7514.2292333952319</c:v>
                </c:pt>
                <c:pt idx="90">
                  <c:v>7980.9224059483113</c:v>
                </c:pt>
                <c:pt idx="91">
                  <c:v>7495.9694205612632</c:v>
                </c:pt>
                <c:pt idx="92">
                  <c:v>7671.3409528687525</c:v>
                </c:pt>
                <c:pt idx="93">
                  <c:v>8020.5774975213244</c:v>
                </c:pt>
                <c:pt idx="94">
                  <c:v>6957.4236130029767</c:v>
                </c:pt>
                <c:pt idx="95">
                  <c:v>6650.05168112717</c:v>
                </c:pt>
                <c:pt idx="96">
                  <c:v>7059.8829783343781</c:v>
                </c:pt>
                <c:pt idx="97">
                  <c:v>7941.1334918340544</c:v>
                </c:pt>
                <c:pt idx="98">
                  <c:v>8390.2758192846941</c:v>
                </c:pt>
                <c:pt idx="99">
                  <c:v>8714.1715411971109</c:v>
                </c:pt>
                <c:pt idx="100">
                  <c:v>8362.8992281944356</c:v>
                </c:pt>
                <c:pt idx="101">
                  <c:v>8291.9902209112788</c:v>
                </c:pt>
                <c:pt idx="102">
                  <c:v>8407.0118243919496</c:v>
                </c:pt>
                <c:pt idx="103">
                  <c:v>7640.0386088325413</c:v>
                </c:pt>
                <c:pt idx="104">
                  <c:v>6975.1054103319038</c:v>
                </c:pt>
                <c:pt idx="105">
                  <c:v>4894.8855316058598</c:v>
                </c:pt>
                <c:pt idx="106">
                  <c:v>3729.1831020193699</c:v>
                </c:pt>
                <c:pt idx="107">
                  <c:v>3079.387672697957</c:v>
                </c:pt>
                <c:pt idx="108">
                  <c:v>3250.4166211940264</c:v>
                </c:pt>
                <c:pt idx="109">
                  <c:v>3328.4085746694136</c:v>
                </c:pt>
                <c:pt idx="110">
                  <c:v>3770.8705528556202</c:v>
                </c:pt>
                <c:pt idx="111">
                  <c:v>4445.3129392758756</c:v>
                </c:pt>
                <c:pt idx="112">
                  <c:v>4592.5541076195723</c:v>
                </c:pt>
                <c:pt idx="113">
                  <c:v>5015.4259032815944</c:v>
                </c:pt>
                <c:pt idx="114">
                  <c:v>5228.4068774007183</c:v>
                </c:pt>
                <c:pt idx="115">
                  <c:v>6190.5403182861146</c:v>
                </c:pt>
                <c:pt idx="116">
                  <c:v>6195.7426931031196</c:v>
                </c:pt>
                <c:pt idx="117">
                  <c:v>6305.9811994578913</c:v>
                </c:pt>
                <c:pt idx="118">
                  <c:v>6682.4325953199532</c:v>
                </c:pt>
                <c:pt idx="119">
                  <c:v>6982.0569831613011</c:v>
                </c:pt>
                <c:pt idx="120">
                  <c:v>7366.1579794503996</c:v>
                </c:pt>
                <c:pt idx="121">
                  <c:v>6867.6669006749653</c:v>
                </c:pt>
                <c:pt idx="122">
                  <c:v>7466.9259765525358</c:v>
                </c:pt>
                <c:pt idx="123">
                  <c:v>7741.2067795639914</c:v>
                </c:pt>
                <c:pt idx="124">
                  <c:v>6872.7418946898288</c:v>
                </c:pt>
                <c:pt idx="125">
                  <c:v>6501.492332519867</c:v>
                </c:pt>
                <c:pt idx="126">
                  <c:v>6750.560220601923</c:v>
                </c:pt>
                <c:pt idx="127">
                  <c:v>7309.2300162848651</c:v>
                </c:pt>
                <c:pt idx="128">
                  <c:v>7729.5817932738173</c:v>
                </c:pt>
                <c:pt idx="129">
                  <c:v>8289.7521283126698</c:v>
                </c:pt>
                <c:pt idx="130">
                  <c:v>8458.4104791904065</c:v>
                </c:pt>
                <c:pt idx="131">
                  <c:v>9174.0761371524386</c:v>
                </c:pt>
                <c:pt idx="132">
                  <c:v>9538.7506553167732</c:v>
                </c:pt>
                <c:pt idx="133">
                  <c:v>9880.9258470134428</c:v>
                </c:pt>
                <c:pt idx="134">
                  <c:v>9503.3474879594833</c:v>
                </c:pt>
                <c:pt idx="135">
                  <c:v>9492.774519062159</c:v>
                </c:pt>
                <c:pt idx="136">
                  <c:v>8959.8871605053846</c:v>
                </c:pt>
                <c:pt idx="137">
                  <c:v>9066.8415798241313</c:v>
                </c:pt>
                <c:pt idx="138">
                  <c:v>9650.4529045340514</c:v>
                </c:pt>
                <c:pt idx="139">
                  <c:v>9000.7502546063297</c:v>
                </c:pt>
                <c:pt idx="140">
                  <c:v>8300.1265749521117</c:v>
                </c:pt>
                <c:pt idx="141">
                  <c:v>7394.1817559245856</c:v>
                </c:pt>
                <c:pt idx="142">
                  <c:v>7581.013786668057</c:v>
                </c:pt>
                <c:pt idx="143">
                  <c:v>7565.4683504559835</c:v>
                </c:pt>
                <c:pt idx="144">
                  <c:v>8040.4564266464486</c:v>
                </c:pt>
                <c:pt idx="145">
                  <c:v>8441.4781398520645</c:v>
                </c:pt>
                <c:pt idx="146">
                  <c:v>8470.7741009731126</c:v>
                </c:pt>
                <c:pt idx="147">
                  <c:v>8294.7045034244966</c:v>
                </c:pt>
                <c:pt idx="148">
                  <c:v>7912.4037120516859</c:v>
                </c:pt>
                <c:pt idx="149">
                  <c:v>7423.0150552536297</c:v>
                </c:pt>
                <c:pt idx="150">
                  <c:v>7584.2524192122419</c:v>
                </c:pt>
                <c:pt idx="151">
                  <c:v>7515.5237453261179</c:v>
                </c:pt>
                <c:pt idx="152">
                  <c:v>8087.7329618003623</c:v>
                </c:pt>
                <c:pt idx="153">
                  <c:v>8062.0231008167111</c:v>
                </c:pt>
                <c:pt idx="154">
                  <c:v>7711.2181785671546</c:v>
                </c:pt>
                <c:pt idx="155">
                  <c:v>7949.4311010959646</c:v>
                </c:pt>
                <c:pt idx="156">
                  <c:v>8047.3492050787663</c:v>
                </c:pt>
                <c:pt idx="157">
                  <c:v>8060.915493427312</c:v>
                </c:pt>
                <c:pt idx="158">
                  <c:v>7645.5743165897557</c:v>
                </c:pt>
                <c:pt idx="159">
                  <c:v>7234.2710137780487</c:v>
                </c:pt>
                <c:pt idx="160">
                  <c:v>7249.4044939542282</c:v>
                </c:pt>
                <c:pt idx="161">
                  <c:v>7000.2292443386987</c:v>
                </c:pt>
                <c:pt idx="162">
                  <c:v>6906.6331590682703</c:v>
                </c:pt>
                <c:pt idx="163">
                  <c:v>7192.9119716453979</c:v>
                </c:pt>
                <c:pt idx="164">
                  <c:v>7159.2606044054392</c:v>
                </c:pt>
                <c:pt idx="165">
                  <c:v>7203.0132443175189</c:v>
                </c:pt>
                <c:pt idx="166">
                  <c:v>7070.646423197536</c:v>
                </c:pt>
                <c:pt idx="167">
                  <c:v>7222.2642097563621</c:v>
                </c:pt>
                <c:pt idx="168">
                  <c:v>7295.1218313422214</c:v>
                </c:pt>
                <c:pt idx="169">
                  <c:v>7149.2040686464807</c:v>
                </c:pt>
                <c:pt idx="170">
                  <c:v>6650.0278716314406</c:v>
                </c:pt>
                <c:pt idx="171">
                  <c:v>6672.5489489675028</c:v>
                </c:pt>
                <c:pt idx="172">
                  <c:v>6890.8555096913115</c:v>
                </c:pt>
                <c:pt idx="173">
                  <c:v>6821.1348126950616</c:v>
                </c:pt>
                <c:pt idx="174">
                  <c:v>7113.3720456872979</c:v>
                </c:pt>
                <c:pt idx="175">
                  <c:v>7006.4084037180137</c:v>
                </c:pt>
                <c:pt idx="176">
                  <c:v>6872.2078044106138</c:v>
                </c:pt>
                <c:pt idx="177">
                  <c:v>6737.4703150907726</c:v>
                </c:pt>
                <c:pt idx="178">
                  <c:v>6712.8420832663178</c:v>
                </c:pt>
                <c:pt idx="179">
                  <c:v>6439.014145333409</c:v>
                </c:pt>
                <c:pt idx="180">
                  <c:v>5854.9590040943895</c:v>
                </c:pt>
                <c:pt idx="181">
                  <c:v>5729.268243235816</c:v>
                </c:pt>
                <c:pt idx="182">
                  <c:v>5939.6634496534789</c:v>
                </c:pt>
                <c:pt idx="183">
                  <c:v>6038.5496966691735</c:v>
                </c:pt>
                <c:pt idx="184">
                  <c:v>6293.7187680320558</c:v>
                </c:pt>
                <c:pt idx="185">
                  <c:v>5833.0044845317261</c:v>
                </c:pt>
                <c:pt idx="186">
                  <c:v>5456.7435646354998</c:v>
                </c:pt>
                <c:pt idx="187">
                  <c:v>5128.2320473008949</c:v>
                </c:pt>
                <c:pt idx="188">
                  <c:v>5217.2438470874804</c:v>
                </c:pt>
                <c:pt idx="189">
                  <c:v>5216.0847575453527</c:v>
                </c:pt>
                <c:pt idx="190">
                  <c:v>4799.8991011842363</c:v>
                </c:pt>
                <c:pt idx="191">
                  <c:v>4643.3206108955183</c:v>
                </c:pt>
                <c:pt idx="192">
                  <c:v>4482.9232845308006</c:v>
                </c:pt>
                <c:pt idx="193">
                  <c:v>4598.6136242828507</c:v>
                </c:pt>
                <c:pt idx="194">
                  <c:v>4955.8093727993282</c:v>
                </c:pt>
                <c:pt idx="195">
                  <c:v>4872.7323486223067</c:v>
                </c:pt>
                <c:pt idx="196">
                  <c:v>4712.5058059823969</c:v>
                </c:pt>
                <c:pt idx="197">
                  <c:v>4641.9604346340384</c:v>
                </c:pt>
                <c:pt idx="198">
                  <c:v>4864.899024527137</c:v>
                </c:pt>
                <c:pt idx="199">
                  <c:v>4745.2226646312329</c:v>
                </c:pt>
                <c:pt idx="200">
                  <c:v>4722.1989763690126</c:v>
                </c:pt>
                <c:pt idx="201">
                  <c:v>4731.2563249946588</c:v>
                </c:pt>
                <c:pt idx="202">
                  <c:v>5450.9253896789432</c:v>
                </c:pt>
                <c:pt idx="203">
                  <c:v>5641.743346457567</c:v>
                </c:pt>
                <c:pt idx="204">
                  <c:v>5744.0272598131023</c:v>
                </c:pt>
                <c:pt idx="205">
                  <c:v>5940.9054347662332</c:v>
                </c:pt>
                <c:pt idx="206">
                  <c:v>5824.6235078373602</c:v>
                </c:pt>
                <c:pt idx="207">
                  <c:v>5681.5057432578396</c:v>
                </c:pt>
                <c:pt idx="208">
                  <c:v>5606.0476808225922</c:v>
                </c:pt>
                <c:pt idx="209">
                  <c:v>5719.7545614067303</c:v>
                </c:pt>
                <c:pt idx="210">
                  <c:v>5985.1119298126368</c:v>
                </c:pt>
                <c:pt idx="211">
                  <c:v>6492.6988002840053</c:v>
                </c:pt>
                <c:pt idx="212">
                  <c:v>6577.1588447672548</c:v>
                </c:pt>
                <c:pt idx="213">
                  <c:v>6807.5941767821851</c:v>
                </c:pt>
                <c:pt idx="214">
                  <c:v>6826.5373360721769</c:v>
                </c:pt>
                <c:pt idx="215">
                  <c:v>6857.8013681554248</c:v>
                </c:pt>
                <c:pt idx="216">
                  <c:v>7071.9807200674613</c:v>
                </c:pt>
                <c:pt idx="217">
                  <c:v>7006.5166674859383</c:v>
                </c:pt>
                <c:pt idx="218">
                  <c:v>6793.7191932830365</c:v>
                </c:pt>
                <c:pt idx="219">
                  <c:v>6843.301385399559</c:v>
                </c:pt>
                <c:pt idx="220">
                  <c:v>6825.4701436654386</c:v>
                </c:pt>
                <c:pt idx="221">
                  <c:v>6965.8488587073562</c:v>
                </c:pt>
                <c:pt idx="222">
                  <c:v>6250.7425662918113</c:v>
                </c:pt>
                <c:pt idx="223">
                  <c:v>6052.7971495248848</c:v>
                </c:pt>
                <c:pt idx="224">
                  <c:v>6050.7553041270558</c:v>
                </c:pt>
                <c:pt idx="225">
                  <c:v>6219.5795598742134</c:v>
                </c:pt>
                <c:pt idx="226">
                  <c:v>6195.9130860433361</c:v>
                </c:pt>
                <c:pt idx="227">
                  <c:v>6061.6356483304517</c:v>
                </c:pt>
                <c:pt idx="228">
                  <c:v>5939.5255451029261</c:v>
                </c:pt>
                <c:pt idx="229">
                  <c:v>6300.4800071414484</c:v>
                </c:pt>
                <c:pt idx="230">
                  <c:v>6439.4566275775196</c:v>
                </c:pt>
                <c:pt idx="231">
                  <c:v>6440.3900680258657</c:v>
                </c:pt>
                <c:pt idx="232">
                  <c:v>6023.3515323692336</c:v>
                </c:pt>
                <c:pt idx="233">
                  <c:v>5882.2180045603891</c:v>
                </c:pt>
                <c:pt idx="234">
                  <c:v>5941.1885866034163</c:v>
                </c:pt>
                <c:pt idx="235">
                  <c:v>5705.0500334395738</c:v>
                </c:pt>
                <c:pt idx="236">
                  <c:v>5759.2431508084819</c:v>
                </c:pt>
                <c:pt idx="237">
                  <c:v>5757.2909792170612</c:v>
                </c:pt>
                <c:pt idx="238">
                  <c:v>5859.9454120004884</c:v>
                </c:pt>
                <c:pt idx="239">
                  <c:v>6087.1632153743394</c:v>
                </c:pt>
                <c:pt idx="240">
                  <c:v>6036.3232560730085</c:v>
                </c:pt>
                <c:pt idx="241">
                  <c:v>5687.7432358399001</c:v>
                </c:pt>
                <c:pt idx="242">
                  <c:v>5182.6257060959088</c:v>
                </c:pt>
                <c:pt idx="243">
                  <c:v>5052.0594964416923</c:v>
                </c:pt>
                <c:pt idx="244">
                  <c:v>5240.9342953388204</c:v>
                </c:pt>
                <c:pt idx="245">
                  <c:v>5754.5886679198557</c:v>
                </c:pt>
                <c:pt idx="246">
                  <c:v>6368.9260399677514</c:v>
                </c:pt>
                <c:pt idx="247">
                  <c:v>6507.7561694115084</c:v>
                </c:pt>
                <c:pt idx="248">
                  <c:v>6712.4011229183297</c:v>
                </c:pt>
                <c:pt idx="249">
                  <c:v>6702.7647584961678</c:v>
                </c:pt>
                <c:pt idx="250">
                  <c:v>7063.4201910328657</c:v>
                </c:pt>
                <c:pt idx="251">
                  <c:v>7758.4515031570309</c:v>
                </c:pt>
                <c:pt idx="252">
                  <c:v>7959.5857752745378</c:v>
                </c:pt>
                <c:pt idx="253">
                  <c:v>8460.2399421933496</c:v>
                </c:pt>
                <c:pt idx="254">
                  <c:v>9004.9675510760644</c:v>
                </c:pt>
                <c:pt idx="255">
                  <c:v>9283.176473772146</c:v>
                </c:pt>
                <c:pt idx="256">
                  <c:v>10171.60695031728</c:v>
                </c:pt>
                <c:pt idx="257">
                  <c:v>9612.4206246629128</c:v>
                </c:pt>
                <c:pt idx="258">
                  <c:v>9433.5797171623944</c:v>
                </c:pt>
                <c:pt idx="259">
                  <c:v>9356.9434212909055</c:v>
                </c:pt>
                <c:pt idx="260">
                  <c:v>9324.0570925249194</c:v>
                </c:pt>
                <c:pt idx="261">
                  <c:v>9784.3579452275662</c:v>
                </c:pt>
                <c:pt idx="262">
                  <c:v>9765.4656674420039</c:v>
                </c:pt>
                <c:pt idx="263">
                  <c:v>9553.0538723215359</c:v>
                </c:pt>
                <c:pt idx="264">
                  <c:v>9771.9169494863618</c:v>
                </c:pt>
                <c:pt idx="265">
                  <c:v>9941.3381765616359</c:v>
                </c:pt>
                <c:pt idx="266">
                  <c:v>10237.574780763065</c:v>
                </c:pt>
                <c:pt idx="267">
                  <c:v>10192.059254793408</c:v>
                </c:pt>
                <c:pt idx="268">
                  <c:v>9383.6024862674603</c:v>
                </c:pt>
                <c:pt idx="269">
                  <c:v>9071.4664914322293</c:v>
                </c:pt>
                <c:pt idx="270">
                  <c:v>7529.7767663384475</c:v>
                </c:pt>
                <c:pt idx="271">
                  <c:v>7976.3600822000953</c:v>
                </c:pt>
                <c:pt idx="272">
                  <c:v>7734.6953464219596</c:v>
                </c:pt>
                <c:pt idx="273">
                  <c:v>7621.2052216578422</c:v>
                </c:pt>
                <c:pt idx="274">
                  <c:v>8029.9450024333746</c:v>
                </c:pt>
                <c:pt idx="275">
                  <c:v>8361.8764264079455</c:v>
                </c:pt>
                <c:pt idx="276">
                  <c:v>8957.2848128091027</c:v>
                </c:pt>
                <c:pt idx="277">
                  <c:v>8955.1893494087544</c:v>
                </c:pt>
                <c:pt idx="278">
                  <c:v>8835.7068828160536</c:v>
                </c:pt>
                <c:pt idx="279">
                  <c:v>8816.1895279697765</c:v>
                </c:pt>
                <c:pt idx="280">
                  <c:v>8253.3164275859017</c:v>
                </c:pt>
                <c:pt idx="281">
                  <c:v>8386.2173673596171</c:v>
                </c:pt>
                <c:pt idx="282">
                  <c:v>8445.2519449252522</c:v>
                </c:pt>
                <c:pt idx="283">
                  <c:v>8353.0553662859111</c:v>
                </c:pt>
                <c:pt idx="284">
                  <c:v>8270.8473887030505</c:v>
                </c:pt>
                <c:pt idx="285">
                  <c:v>7939.6497273501536</c:v>
                </c:pt>
                <c:pt idx="286">
                  <c:v>8177.0812655190975</c:v>
                </c:pt>
                <c:pt idx="287">
                  <c:v>8404.08532680811</c:v>
                </c:pt>
                <c:pt idx="288">
                  <c:v>8350.0118916143438</c:v>
                </c:pt>
                <c:pt idx="289">
                  <c:v>8310.7282940507939</c:v>
                </c:pt>
                <c:pt idx="290">
                  <c:v>8678.1564321560872</c:v>
                </c:pt>
              </c:numCache>
            </c:numRef>
          </c:val>
          <c:smooth val="0"/>
          <c:extLst>
            <c:ext xmlns:c16="http://schemas.microsoft.com/office/drawing/2014/chart" uri="{C3380CC4-5D6E-409C-BE32-E72D297353CC}">
              <c16:uniqueId val="{00000001-AF64-4D87-9A11-D8BAC2D711F7}"/>
            </c:ext>
          </c:extLst>
        </c:ser>
        <c:dLbls>
          <c:showLegendKey val="0"/>
          <c:showVal val="0"/>
          <c:showCatName val="0"/>
          <c:showSerName val="0"/>
          <c:showPercent val="0"/>
          <c:showBubbleSize val="0"/>
        </c:dLbls>
        <c:dropLines>
          <c:spPr>
            <a:ln w="9525" cap="flat" cmpd="sng" algn="ctr">
              <a:gradFill>
                <a:gsLst>
                  <a:gs pos="0">
                    <a:schemeClr val="lt1"/>
                  </a:gs>
                  <a:gs pos="100000">
                    <a:schemeClr val="lt1">
                      <a:alpha val="0"/>
                    </a:schemeClr>
                  </a:gs>
                </a:gsLst>
                <a:lin ang="5400000" scaled="0"/>
              </a:gradFill>
              <a:round/>
            </a:ln>
            <a:effectLst/>
          </c:spPr>
        </c:dropLines>
        <c:smooth val="0"/>
        <c:axId val="1856620975"/>
        <c:axId val="1876248559"/>
      </c:lineChart>
      <c:catAx>
        <c:axId val="1856620975"/>
        <c:scaling>
          <c:orientation val="minMax"/>
        </c:scaling>
        <c:delete val="0"/>
        <c:axPos val="b"/>
        <c:numFmt formatCode="General" sourceLinked="1"/>
        <c:majorTickMark val="none"/>
        <c:minorTickMark val="none"/>
        <c:tickLblPos val="nextTo"/>
        <c:spPr>
          <a:noFill/>
          <a:ln w="12700" cap="flat" cmpd="sng" algn="ctr">
            <a:solidFill>
              <a:schemeClr val="lt1"/>
            </a:solidFill>
            <a:round/>
          </a:ln>
          <a:effectLst/>
        </c:spPr>
        <c:txPr>
          <a:bodyPr rot="-60000000" spcFirstLastPara="1" vertOverflow="ellipsis" vert="horz" wrap="square" anchor="ctr" anchorCtr="1"/>
          <a:lstStyle/>
          <a:p>
            <a:pPr>
              <a:defRPr sz="1000" b="0" i="0" u="none" strike="noStrike" kern="1200" spc="100" baseline="0">
                <a:solidFill>
                  <a:schemeClr val="lt1"/>
                </a:solidFill>
                <a:latin typeface="+mn-lt"/>
                <a:ea typeface="+mn-ea"/>
                <a:cs typeface="+mn-cs"/>
              </a:defRPr>
            </a:pPr>
            <a:endParaRPr lang="es-PE"/>
          </a:p>
        </c:txPr>
        <c:crossAx val="1876248559"/>
        <c:crosses val="autoZero"/>
        <c:auto val="1"/>
        <c:lblAlgn val="ctr"/>
        <c:lblOffset val="100"/>
        <c:noMultiLvlLbl val="0"/>
      </c:catAx>
      <c:valAx>
        <c:axId val="1876248559"/>
        <c:scaling>
          <c:orientation val="minMax"/>
        </c:scaling>
        <c:delete val="0"/>
        <c:axPos val="l"/>
        <c:title>
          <c:tx>
            <c:rich>
              <a:bodyPr rot="-5400000" spcFirstLastPara="1" vertOverflow="ellipsis" vert="horz" wrap="square" anchor="ctr" anchorCtr="1"/>
              <a:lstStyle/>
              <a:p>
                <a:pPr>
                  <a:defRPr sz="1197" b="1" i="0" u="none" strike="noStrike" kern="1200" baseline="0">
                    <a:solidFill>
                      <a:schemeClr val="lt1"/>
                    </a:solidFill>
                    <a:latin typeface="+mn-lt"/>
                    <a:ea typeface="+mn-ea"/>
                    <a:cs typeface="+mn-cs"/>
                  </a:defRPr>
                </a:pPr>
                <a:r>
                  <a:rPr lang="es-PE" dirty="0"/>
                  <a:t>$ / Toneladas</a:t>
                </a:r>
                <a:r>
                  <a:rPr lang="es-PE" baseline="0" dirty="0"/>
                  <a:t> finas</a:t>
                </a:r>
                <a:endParaRPr lang="es-PE" dirty="0"/>
              </a:p>
            </c:rich>
          </c:tx>
          <c:overlay val="0"/>
          <c:spPr>
            <a:noFill/>
            <a:ln>
              <a:noFill/>
            </a:ln>
            <a:effectLst/>
          </c:spPr>
          <c:txPr>
            <a:bodyPr rot="-5400000" spcFirstLastPara="1" vertOverflow="ellipsis" vert="horz" wrap="square" anchor="ctr" anchorCtr="1"/>
            <a:lstStyle/>
            <a:p>
              <a:pPr>
                <a:defRPr sz="1197" b="1" i="0" u="none" strike="noStrike" kern="1200" baseline="0">
                  <a:solidFill>
                    <a:schemeClr val="lt1"/>
                  </a:solidFill>
                  <a:latin typeface="+mn-lt"/>
                  <a:ea typeface="+mn-ea"/>
                  <a:cs typeface="+mn-cs"/>
                </a:defRPr>
              </a:pPr>
              <a:endParaRPr lang="es-PE"/>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solidFill>
                <a:latin typeface="+mn-lt"/>
                <a:ea typeface="+mn-ea"/>
                <a:cs typeface="+mn-cs"/>
              </a:defRPr>
            </a:pPr>
            <a:endParaRPr lang="es-PE"/>
          </a:p>
        </c:txPr>
        <c:crossAx val="185662097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5"/>
    </a:solidFill>
    <a:ln w="9525" cap="flat" cmpd="sng" algn="ctr">
      <a:solidFill>
        <a:schemeClr val="accent5"/>
      </a:solidFill>
      <a:round/>
    </a:ln>
    <a:effectLst/>
  </c:spPr>
  <c:txPr>
    <a:bodyPr/>
    <a:lstStyle/>
    <a:p>
      <a:pPr>
        <a:defRPr/>
      </a:pPr>
      <a:endParaRPr lang="es-PE"/>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lineChart>
        <c:grouping val="standard"/>
        <c:varyColors val="0"/>
        <c:ser>
          <c:idx val="0"/>
          <c:order val="0"/>
          <c:spPr>
            <a:ln w="34925" cap="rnd">
              <a:solidFill>
                <a:schemeClr val="lt1"/>
              </a:solidFill>
              <a:round/>
            </a:ln>
            <a:effectLst>
              <a:outerShdw dist="25400" dir="2700000" algn="tl" rotWithShape="0">
                <a:schemeClr val="accent5"/>
              </a:outerShdw>
            </a:effectLst>
          </c:spPr>
          <c:marker>
            <c:symbol val="none"/>
          </c:marker>
          <c:dLbls>
            <c:delete val="1"/>
          </c:dLbls>
          <c:trendline>
            <c:spPr>
              <a:ln w="28575" cap="rnd">
                <a:solidFill>
                  <a:schemeClr val="lt1">
                    <a:alpha val="50000"/>
                  </a:schemeClr>
                </a:solidFill>
                <a:round/>
              </a:ln>
              <a:effectLst/>
            </c:spPr>
            <c:trendlineType val="linear"/>
            <c:dispRSqr val="0"/>
            <c:dispEq val="0"/>
          </c:trendline>
          <c:cat>
            <c:strRef>
              <c:f>'Cobre nominal real anual(1935-)'!$A$10:$A$99</c:f>
              <c:strCache>
                <c:ptCount val="90"/>
                <c:pt idx="0">
                  <c:v>1935</c:v>
                </c:pt>
                <c:pt idx="1">
                  <c:v>1936</c:v>
                </c:pt>
                <c:pt idx="2">
                  <c:v>1937</c:v>
                </c:pt>
                <c:pt idx="3">
                  <c:v>1938</c:v>
                </c:pt>
                <c:pt idx="4">
                  <c:v>1939</c:v>
                </c:pt>
                <c:pt idx="5">
                  <c:v>1940</c:v>
                </c:pt>
                <c:pt idx="6">
                  <c:v>1941</c:v>
                </c:pt>
                <c:pt idx="7">
                  <c:v>1942</c:v>
                </c:pt>
                <c:pt idx="8">
                  <c:v>1943</c:v>
                </c:pt>
                <c:pt idx="9">
                  <c:v>1944</c:v>
                </c:pt>
                <c:pt idx="10">
                  <c:v>1945</c:v>
                </c:pt>
                <c:pt idx="11">
                  <c:v>1946</c:v>
                </c:pt>
                <c:pt idx="12">
                  <c:v>1947</c:v>
                </c:pt>
                <c:pt idx="13">
                  <c:v>1948</c:v>
                </c:pt>
                <c:pt idx="14">
                  <c:v>1949</c:v>
                </c:pt>
                <c:pt idx="15">
                  <c:v>1950</c:v>
                </c:pt>
                <c:pt idx="16">
                  <c:v>1551</c:v>
                </c:pt>
                <c:pt idx="17">
                  <c:v>1952</c:v>
                </c:pt>
                <c:pt idx="18">
                  <c:v>1953</c:v>
                </c:pt>
                <c:pt idx="19">
                  <c:v>1954</c:v>
                </c:pt>
                <c:pt idx="20">
                  <c:v>1955</c:v>
                </c:pt>
                <c:pt idx="21">
                  <c:v>1956</c:v>
                </c:pt>
                <c:pt idx="22">
                  <c:v>1957</c:v>
                </c:pt>
                <c:pt idx="23">
                  <c:v>1958</c:v>
                </c:pt>
                <c:pt idx="24">
                  <c:v>1959</c:v>
                </c:pt>
                <c:pt idx="25">
                  <c:v>1960</c:v>
                </c:pt>
                <c:pt idx="26">
                  <c:v>1961</c:v>
                </c:pt>
                <c:pt idx="27">
                  <c:v>1962</c:v>
                </c:pt>
                <c:pt idx="28">
                  <c:v>1963</c:v>
                </c:pt>
                <c:pt idx="29">
                  <c:v>1964</c:v>
                </c:pt>
                <c:pt idx="30">
                  <c:v>1965</c:v>
                </c:pt>
                <c:pt idx="31">
                  <c:v>1966</c:v>
                </c:pt>
                <c:pt idx="32">
                  <c:v>1967</c:v>
                </c:pt>
                <c:pt idx="33">
                  <c:v>1968</c:v>
                </c:pt>
                <c:pt idx="34">
                  <c:v>1969</c:v>
                </c:pt>
                <c:pt idx="35">
                  <c:v>1970</c:v>
                </c:pt>
                <c:pt idx="36">
                  <c:v>1971</c:v>
                </c:pt>
                <c:pt idx="37">
                  <c:v>1972</c:v>
                </c:pt>
                <c:pt idx="38">
                  <c:v>1973</c:v>
                </c:pt>
                <c:pt idx="39">
                  <c:v>1974</c:v>
                </c:pt>
                <c:pt idx="40">
                  <c:v>1975</c:v>
                </c:pt>
                <c:pt idx="41">
                  <c:v>1976</c:v>
                </c:pt>
                <c:pt idx="42">
                  <c:v>1977</c:v>
                </c:pt>
                <c:pt idx="43">
                  <c:v>1978</c:v>
                </c:pt>
                <c:pt idx="44">
                  <c:v>1979</c:v>
                </c:pt>
                <c:pt idx="45">
                  <c:v>1980</c:v>
                </c:pt>
                <c:pt idx="46">
                  <c:v>1981</c:v>
                </c:pt>
                <c:pt idx="47">
                  <c:v>1982</c:v>
                </c:pt>
                <c:pt idx="48">
                  <c:v>1983</c:v>
                </c:pt>
                <c:pt idx="49">
                  <c:v>1984</c:v>
                </c:pt>
                <c:pt idx="50">
                  <c:v>1985</c:v>
                </c:pt>
                <c:pt idx="51">
                  <c:v>1986</c:v>
                </c:pt>
                <c:pt idx="52">
                  <c:v>1987</c:v>
                </c:pt>
                <c:pt idx="53">
                  <c:v>1988 </c:v>
                </c:pt>
                <c:pt idx="54">
                  <c:v>1989</c:v>
                </c:pt>
                <c:pt idx="55">
                  <c:v>1990</c:v>
                </c:pt>
                <c:pt idx="56">
                  <c:v>1991</c:v>
                </c:pt>
                <c:pt idx="57">
                  <c:v>1992 </c:v>
                </c:pt>
                <c:pt idx="58">
                  <c:v>1993 </c:v>
                </c:pt>
                <c:pt idx="59">
                  <c:v>1994 </c:v>
                </c:pt>
                <c:pt idx="60">
                  <c:v>1995 </c:v>
                </c:pt>
                <c:pt idx="61">
                  <c:v>1996 </c:v>
                </c:pt>
                <c:pt idx="62">
                  <c:v>1997 </c:v>
                </c:pt>
                <c:pt idx="63">
                  <c:v>1998 </c:v>
                </c:pt>
                <c:pt idx="64">
                  <c:v>1999</c:v>
                </c:pt>
                <c:pt idx="65">
                  <c:v>2000</c:v>
                </c:pt>
                <c:pt idx="66">
                  <c:v>2001</c:v>
                </c:pt>
                <c:pt idx="67">
                  <c:v>2002</c:v>
                </c:pt>
                <c:pt idx="68">
                  <c:v>2003</c:v>
                </c:pt>
                <c:pt idx="69">
                  <c:v>2004</c:v>
                </c:pt>
                <c:pt idx="70">
                  <c:v>2005</c:v>
                </c:pt>
                <c:pt idx="71">
                  <c:v>2006</c:v>
                </c:pt>
                <c:pt idx="72">
                  <c:v>2007</c:v>
                </c:pt>
                <c:pt idx="73">
                  <c:v>2008</c:v>
                </c:pt>
                <c:pt idx="74">
                  <c:v>2009</c:v>
                </c:pt>
                <c:pt idx="75">
                  <c:v>2010</c:v>
                </c:pt>
                <c:pt idx="76">
                  <c:v>2011</c:v>
                </c:pt>
                <c:pt idx="77">
                  <c:v>2012</c:v>
                </c:pt>
                <c:pt idx="78">
                  <c:v>2013</c:v>
                </c:pt>
                <c:pt idx="79">
                  <c:v>2014</c:v>
                </c:pt>
                <c:pt idx="80">
                  <c:v>2015</c:v>
                </c:pt>
                <c:pt idx="81">
                  <c:v>2016</c:v>
                </c:pt>
                <c:pt idx="82">
                  <c:v>2017</c:v>
                </c:pt>
                <c:pt idx="83">
                  <c:v>2018</c:v>
                </c:pt>
                <c:pt idx="84">
                  <c:v>2019</c:v>
                </c:pt>
                <c:pt idx="85">
                  <c:v>2020</c:v>
                </c:pt>
                <c:pt idx="86">
                  <c:v>2021</c:v>
                </c:pt>
                <c:pt idx="87">
                  <c:v>2022</c:v>
                </c:pt>
                <c:pt idx="88">
                  <c:v>2023</c:v>
                </c:pt>
                <c:pt idx="89">
                  <c:v>2024</c:v>
                </c:pt>
              </c:strCache>
            </c:strRef>
          </c:cat>
          <c:val>
            <c:numRef>
              <c:f>'Cobre nominal real anual(1935-)'!$I$10:$I$99</c:f>
              <c:numCache>
                <c:formatCode>_-* #,##0_-;\-* #,##0_-;_-* "-"??_-;_-@_-</c:formatCode>
                <c:ptCount val="90"/>
                <c:pt idx="0">
                  <c:v>2251.9874721759661</c:v>
                </c:pt>
                <c:pt idx="1">
                  <c:v>2735.3350665706234</c:v>
                </c:pt>
                <c:pt idx="2">
                  <c:v>3595.6691183902681</c:v>
                </c:pt>
                <c:pt idx="3">
                  <c:v>2933.2498358845673</c:v>
                </c:pt>
                <c:pt idx="4">
                  <c:v>2832.5958817715541</c:v>
                </c:pt>
                <c:pt idx="5">
                  <c:v>3499.7615655838276</c:v>
                </c:pt>
                <c:pt idx="6">
                  <c:v>3293.6217481027588</c:v>
                </c:pt>
                <c:pt idx="7">
                  <c:v>2927.8705766933331</c:v>
                </c:pt>
                <c:pt idx="8">
                  <c:v>2796.2808878531832</c:v>
                </c:pt>
                <c:pt idx="9">
                  <c:v>2780.6592069154563</c:v>
                </c:pt>
                <c:pt idx="10">
                  <c:v>2731.6407200086992</c:v>
                </c:pt>
                <c:pt idx="11">
                  <c:v>2976.8578178122598</c:v>
                </c:pt>
                <c:pt idx="12">
                  <c:v>4087.2201056922522</c:v>
                </c:pt>
                <c:pt idx="13">
                  <c:v>3880.1712864117926</c:v>
                </c:pt>
                <c:pt idx="14">
                  <c:v>3711.0253967852345</c:v>
                </c:pt>
                <c:pt idx="15">
                  <c:v>3649.2075311133699</c:v>
                </c:pt>
                <c:pt idx="16">
                  <c:v>4037.6764333601418</c:v>
                </c:pt>
                <c:pt idx="17">
                  <c:v>4870.7354321126686</c:v>
                </c:pt>
                <c:pt idx="18">
                  <c:v>4911.6632087454336</c:v>
                </c:pt>
                <c:pt idx="19">
                  <c:v>4755.7192015748014</c:v>
                </c:pt>
                <c:pt idx="20">
                  <c:v>6677.3248524142209</c:v>
                </c:pt>
                <c:pt idx="21">
                  <c:v>6041.2751234701873</c:v>
                </c:pt>
                <c:pt idx="22">
                  <c:v>3921.8614356407579</c:v>
                </c:pt>
                <c:pt idx="23">
                  <c:v>3487.8871514330167</c:v>
                </c:pt>
                <c:pt idx="24">
                  <c:v>4180.5562568514724</c:v>
                </c:pt>
                <c:pt idx="25">
                  <c:v>4329.0504230526285</c:v>
                </c:pt>
                <c:pt idx="26">
                  <c:v>4053.3619351220063</c:v>
                </c:pt>
                <c:pt idx="27">
                  <c:v>4120.9214544464494</c:v>
                </c:pt>
                <c:pt idx="28">
                  <c:v>4135.8504147803415</c:v>
                </c:pt>
                <c:pt idx="29">
                  <c:v>6196.0538194950341</c:v>
                </c:pt>
                <c:pt idx="30">
                  <c:v>8064.1984460492877</c:v>
                </c:pt>
                <c:pt idx="31">
                  <c:v>9301.3458275145586</c:v>
                </c:pt>
                <c:pt idx="32">
                  <c:v>6821.0695819066905</c:v>
                </c:pt>
                <c:pt idx="33">
                  <c:v>7339.3280850050851</c:v>
                </c:pt>
                <c:pt idx="34">
                  <c:v>8326.2839539806882</c:v>
                </c:pt>
                <c:pt idx="35">
                  <c:v>7759.8000581571896</c:v>
                </c:pt>
                <c:pt idx="36">
                  <c:v>5762.3819451957497</c:v>
                </c:pt>
                <c:pt idx="37">
                  <c:v>5442.3482806394968</c:v>
                </c:pt>
                <c:pt idx="38">
                  <c:v>7946.1175242978816</c:v>
                </c:pt>
                <c:pt idx="39">
                  <c:v>7907.2460045837406</c:v>
                </c:pt>
                <c:pt idx="40">
                  <c:v>4276.2113080141407</c:v>
                </c:pt>
                <c:pt idx="41">
                  <c:v>4632.2700979131541</c:v>
                </c:pt>
                <c:pt idx="42">
                  <c:v>4081.1629474245101</c:v>
                </c:pt>
                <c:pt idx="43">
                  <c:v>3937.0747456721588</c:v>
                </c:pt>
                <c:pt idx="44">
                  <c:v>5095.0579466329455</c:v>
                </c:pt>
                <c:pt idx="45">
                  <c:v>4934.8646373352976</c:v>
                </c:pt>
                <c:pt idx="46">
                  <c:v>3594.8384573437552</c:v>
                </c:pt>
                <c:pt idx="47">
                  <c:v>2993.428234950994</c:v>
                </c:pt>
                <c:pt idx="48">
                  <c:v>3180.4092703777133</c:v>
                </c:pt>
                <c:pt idx="49">
                  <c:v>2686.5108049250421</c:v>
                </c:pt>
                <c:pt idx="50">
                  <c:v>2777.6381869774805</c:v>
                </c:pt>
                <c:pt idx="51">
                  <c:v>2772.5394931505862</c:v>
                </c:pt>
                <c:pt idx="52">
                  <c:v>3497.9385465754594</c:v>
                </c:pt>
                <c:pt idx="53">
                  <c:v>4915.0830182099826</c:v>
                </c:pt>
                <c:pt idx="54">
                  <c:v>5132.4676678622727</c:v>
                </c:pt>
                <c:pt idx="55">
                  <c:v>4627.9627609125982</c:v>
                </c:pt>
                <c:pt idx="56">
                  <c:v>4055.2902896344081</c:v>
                </c:pt>
                <c:pt idx="57">
                  <c:v>3935.3076042843104</c:v>
                </c:pt>
                <c:pt idx="58">
                  <c:v>3253.2412736656056</c:v>
                </c:pt>
                <c:pt idx="59">
                  <c:v>3868.9243816666667</c:v>
                </c:pt>
                <c:pt idx="60">
                  <c:v>4757.2025233333325</c:v>
                </c:pt>
                <c:pt idx="61">
                  <c:v>3635.6020983333328</c:v>
                </c:pt>
                <c:pt idx="62">
                  <c:v>3606.9420383333327</c:v>
                </c:pt>
                <c:pt idx="63">
                  <c:v>2686.5131883333333</c:v>
                </c:pt>
                <c:pt idx="64">
                  <c:v>2531.2711966666661</c:v>
                </c:pt>
                <c:pt idx="65">
                  <c:v>2762.0214233333336</c:v>
                </c:pt>
                <c:pt idx="66">
                  <c:v>2374.5594583333336</c:v>
                </c:pt>
                <c:pt idx="67">
                  <c:v>2404.8729833333332</c:v>
                </c:pt>
                <c:pt idx="68">
                  <c:v>2603.1050649999997</c:v>
                </c:pt>
                <c:pt idx="69">
                  <c:v>3947.7395466666667</c:v>
                </c:pt>
                <c:pt idx="70">
                  <c:v>4714.2124333333322</c:v>
                </c:pt>
                <c:pt idx="71">
                  <c:v>8239.7672500000008</c:v>
                </c:pt>
                <c:pt idx="72">
                  <c:v>8326.1148666666668</c:v>
                </c:pt>
                <c:pt idx="73">
                  <c:v>7356.2657850000014</c:v>
                </c:pt>
                <c:pt idx="74">
                  <c:v>5998.9547383333338</c:v>
                </c:pt>
                <c:pt idx="75">
                  <c:v>8238.2975033333332</c:v>
                </c:pt>
                <c:pt idx="76">
                  <c:v>8875.616401666668</c:v>
                </c:pt>
                <c:pt idx="77">
                  <c:v>7948.9411283333338</c:v>
                </c:pt>
                <c:pt idx="78">
                  <c:v>7281.3087049999976</c:v>
                </c:pt>
                <c:pt idx="79">
                  <c:v>6754.4045249999999</c:v>
                </c:pt>
                <c:pt idx="80">
                  <c:v>5834.8942666666671</c:v>
                </c:pt>
                <c:pt idx="81">
                  <c:v>5302.1110999999992</c:v>
                </c:pt>
                <c:pt idx="82">
                  <c:v>6434.5509066666664</c:v>
                </c:pt>
                <c:pt idx="83">
                  <c:v>6535.4122716666661</c:v>
                </c:pt>
                <c:pt idx="84">
                  <c:v>6074.2792550000004</c:v>
                </c:pt>
                <c:pt idx="85">
                  <c:v>6404.6048183333342</c:v>
                </c:pt>
                <c:pt idx="86">
                  <c:v>9317</c:v>
                </c:pt>
                <c:pt idx="87">
                  <c:v>8822</c:v>
                </c:pt>
                <c:pt idx="88">
                  <c:v>8500</c:v>
                </c:pt>
                <c:pt idx="89">
                  <c:v>8000</c:v>
                </c:pt>
              </c:numCache>
            </c:numRef>
          </c:val>
          <c:smooth val="0"/>
          <c:extLst>
            <c:ext xmlns:c16="http://schemas.microsoft.com/office/drawing/2014/chart" uri="{C3380CC4-5D6E-409C-BE32-E72D297353CC}">
              <c16:uniqueId val="{00000001-3661-4E89-A24E-7B063D73D32F}"/>
            </c:ext>
          </c:extLst>
        </c:ser>
        <c:dLbls>
          <c:dLblPos val="ctr"/>
          <c:showLegendKey val="0"/>
          <c:showVal val="1"/>
          <c:showCatName val="0"/>
          <c:showSerName val="0"/>
          <c:showPercent val="0"/>
          <c:showBubbleSize val="0"/>
        </c:dLbls>
        <c:dropLines>
          <c:spPr>
            <a:ln w="9525" cap="flat" cmpd="sng" algn="ctr">
              <a:gradFill>
                <a:gsLst>
                  <a:gs pos="0">
                    <a:schemeClr val="lt1"/>
                  </a:gs>
                  <a:gs pos="100000">
                    <a:schemeClr val="lt1">
                      <a:alpha val="0"/>
                    </a:schemeClr>
                  </a:gs>
                </a:gsLst>
                <a:lin ang="5400000" scaled="0"/>
              </a:gradFill>
              <a:round/>
            </a:ln>
            <a:effectLst/>
          </c:spPr>
        </c:dropLines>
        <c:smooth val="0"/>
        <c:axId val="1856620975"/>
        <c:axId val="1876248559"/>
      </c:lineChart>
      <c:catAx>
        <c:axId val="1856620975"/>
        <c:scaling>
          <c:orientation val="minMax"/>
        </c:scaling>
        <c:delete val="0"/>
        <c:axPos val="b"/>
        <c:numFmt formatCode="General" sourceLinked="1"/>
        <c:majorTickMark val="none"/>
        <c:minorTickMark val="none"/>
        <c:tickLblPos val="nextTo"/>
        <c:spPr>
          <a:noFill/>
          <a:ln w="12700" cap="flat" cmpd="sng" algn="ctr">
            <a:solidFill>
              <a:schemeClr val="lt1"/>
            </a:solidFill>
            <a:round/>
          </a:ln>
          <a:effectLst/>
        </c:spPr>
        <c:txPr>
          <a:bodyPr rot="-5400000" spcFirstLastPara="1" vertOverflow="ellipsis" vert="horz" wrap="square" anchor="ctr" anchorCtr="1"/>
          <a:lstStyle/>
          <a:p>
            <a:pPr>
              <a:defRPr sz="1200" b="0" i="0" u="none" strike="noStrike" kern="1200" spc="100" baseline="0">
                <a:solidFill>
                  <a:schemeClr val="lt1"/>
                </a:solidFill>
                <a:latin typeface="+mn-lt"/>
                <a:ea typeface="+mn-ea"/>
                <a:cs typeface="+mn-cs"/>
              </a:defRPr>
            </a:pPr>
            <a:endParaRPr lang="es-PE"/>
          </a:p>
        </c:txPr>
        <c:crossAx val="1876248559"/>
        <c:crosses val="autoZero"/>
        <c:auto val="1"/>
        <c:lblAlgn val="ctr"/>
        <c:lblOffset val="100"/>
        <c:noMultiLvlLbl val="0"/>
      </c:catAx>
      <c:valAx>
        <c:axId val="1876248559"/>
        <c:scaling>
          <c:orientation val="minMax"/>
        </c:scaling>
        <c:delete val="0"/>
        <c:axPos val="l"/>
        <c:title>
          <c:tx>
            <c:rich>
              <a:bodyPr rot="-5400000" spcFirstLastPara="1" vertOverflow="ellipsis" vert="horz" wrap="square" anchor="ctr" anchorCtr="1"/>
              <a:lstStyle/>
              <a:p>
                <a:pPr>
                  <a:defRPr sz="1197" b="1" i="0" u="none" strike="noStrike" kern="1200" baseline="0">
                    <a:solidFill>
                      <a:schemeClr val="lt1"/>
                    </a:solidFill>
                    <a:latin typeface="+mn-lt"/>
                    <a:ea typeface="+mn-ea"/>
                    <a:cs typeface="+mn-cs"/>
                  </a:defRPr>
                </a:pPr>
                <a:r>
                  <a:rPr lang="es-PE" dirty="0"/>
                  <a:t>$ / Toneladas finas</a:t>
                </a:r>
              </a:p>
            </c:rich>
          </c:tx>
          <c:overlay val="0"/>
          <c:spPr>
            <a:noFill/>
            <a:ln>
              <a:noFill/>
            </a:ln>
            <a:effectLst/>
          </c:spPr>
          <c:txPr>
            <a:bodyPr rot="-5400000" spcFirstLastPara="1" vertOverflow="ellipsis" vert="horz" wrap="square" anchor="ctr" anchorCtr="1"/>
            <a:lstStyle/>
            <a:p>
              <a:pPr>
                <a:defRPr sz="1197" b="1" i="0" u="none" strike="noStrike" kern="1200" baseline="0">
                  <a:solidFill>
                    <a:schemeClr val="lt1"/>
                  </a:solidFill>
                  <a:latin typeface="+mn-lt"/>
                  <a:ea typeface="+mn-ea"/>
                  <a:cs typeface="+mn-cs"/>
                </a:defRPr>
              </a:pPr>
              <a:endParaRPr lang="es-PE"/>
            </a:p>
          </c:txPr>
        </c:title>
        <c:numFmt formatCode="_-* #,##0_-;\-* #,##0_-;_-* &quot;-&quot;??_-;_-@_-"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lt1"/>
                </a:solidFill>
                <a:latin typeface="+mn-lt"/>
                <a:ea typeface="+mn-ea"/>
                <a:cs typeface="+mn-cs"/>
              </a:defRPr>
            </a:pPr>
            <a:endParaRPr lang="es-PE"/>
          </a:p>
        </c:txPr>
        <c:crossAx val="185662097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5"/>
    </a:solidFill>
    <a:ln w="9525" cap="flat" cmpd="sng" algn="ctr">
      <a:solidFill>
        <a:schemeClr val="accent5"/>
      </a:solidFill>
      <a:round/>
    </a:ln>
    <a:effectLst/>
  </c:spPr>
  <c:txPr>
    <a:bodyPr/>
    <a:lstStyle/>
    <a:p>
      <a:pPr>
        <a:defRPr/>
      </a:pPr>
      <a:endParaRPr lang="es-PE"/>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lineChart>
        <c:grouping val="standard"/>
        <c:varyColors val="0"/>
        <c:ser>
          <c:idx val="0"/>
          <c:order val="0"/>
          <c:spPr>
            <a:ln w="34925" cap="rnd">
              <a:solidFill>
                <a:schemeClr val="lt1"/>
              </a:solidFill>
              <a:round/>
            </a:ln>
            <a:effectLst>
              <a:outerShdw dist="25400" dir="2700000" algn="tl" rotWithShape="0">
                <a:schemeClr val="accent5"/>
              </a:outerShdw>
            </a:effectLst>
          </c:spPr>
          <c:marker>
            <c:symbol val="none"/>
          </c:marker>
          <c:trendline>
            <c:spPr>
              <a:ln w="28575" cap="rnd">
                <a:solidFill>
                  <a:schemeClr val="lt1">
                    <a:alpha val="50000"/>
                  </a:schemeClr>
                </a:solidFill>
                <a:round/>
              </a:ln>
              <a:effectLst/>
            </c:spPr>
            <c:trendlineType val="linear"/>
            <c:dispRSqr val="0"/>
            <c:dispEq val="0"/>
          </c:trendline>
          <c:cat>
            <c:strRef>
              <c:f>'Cobre nominal real anual(1935-)'!$A$45:$A$75</c:f>
              <c:strCache>
                <c:ptCount val="31"/>
                <c:pt idx="0">
                  <c:v>1970</c:v>
                </c:pt>
                <c:pt idx="1">
                  <c:v>1971</c:v>
                </c:pt>
                <c:pt idx="2">
                  <c:v>1972</c:v>
                </c:pt>
                <c:pt idx="3">
                  <c:v>1973</c:v>
                </c:pt>
                <c:pt idx="4">
                  <c:v>1974</c:v>
                </c:pt>
                <c:pt idx="5">
                  <c:v>1975</c:v>
                </c:pt>
                <c:pt idx="6">
                  <c:v>1976</c:v>
                </c:pt>
                <c:pt idx="7">
                  <c:v>1977</c:v>
                </c:pt>
                <c:pt idx="8">
                  <c:v>1978</c:v>
                </c:pt>
                <c:pt idx="9">
                  <c:v>1979</c:v>
                </c:pt>
                <c:pt idx="10">
                  <c:v>1980</c:v>
                </c:pt>
                <c:pt idx="11">
                  <c:v>1981</c:v>
                </c:pt>
                <c:pt idx="12">
                  <c:v>1982</c:v>
                </c:pt>
                <c:pt idx="13">
                  <c:v>1983</c:v>
                </c:pt>
                <c:pt idx="14">
                  <c:v>1984</c:v>
                </c:pt>
                <c:pt idx="15">
                  <c:v>1985</c:v>
                </c:pt>
                <c:pt idx="16">
                  <c:v>1986</c:v>
                </c:pt>
                <c:pt idx="17">
                  <c:v>1987</c:v>
                </c:pt>
                <c:pt idx="18">
                  <c:v>1988 </c:v>
                </c:pt>
                <c:pt idx="19">
                  <c:v>1989</c:v>
                </c:pt>
                <c:pt idx="20">
                  <c:v>1990</c:v>
                </c:pt>
                <c:pt idx="21">
                  <c:v>1991</c:v>
                </c:pt>
                <c:pt idx="22">
                  <c:v>1992 </c:v>
                </c:pt>
                <c:pt idx="23">
                  <c:v>1993 </c:v>
                </c:pt>
                <c:pt idx="24">
                  <c:v>1994 </c:v>
                </c:pt>
                <c:pt idx="25">
                  <c:v>1995 </c:v>
                </c:pt>
                <c:pt idx="26">
                  <c:v>1996 </c:v>
                </c:pt>
                <c:pt idx="27">
                  <c:v>1997 </c:v>
                </c:pt>
                <c:pt idx="28">
                  <c:v>1998 </c:v>
                </c:pt>
                <c:pt idx="29">
                  <c:v>1999</c:v>
                </c:pt>
                <c:pt idx="30">
                  <c:v>2000</c:v>
                </c:pt>
              </c:strCache>
            </c:strRef>
          </c:cat>
          <c:val>
            <c:numRef>
              <c:f>'Cobre nominal real anual(1935-)'!$I$45:$I$75</c:f>
              <c:numCache>
                <c:formatCode>_-* #,##0_-;\-* #,##0_-;_-* "-"??_-;_-@_-</c:formatCode>
                <c:ptCount val="31"/>
                <c:pt idx="0">
                  <c:v>7759.8000581571896</c:v>
                </c:pt>
                <c:pt idx="1">
                  <c:v>5762.3819451957497</c:v>
                </c:pt>
                <c:pt idx="2">
                  <c:v>5442.3482806394968</c:v>
                </c:pt>
                <c:pt idx="3">
                  <c:v>7946.1175242978816</c:v>
                </c:pt>
                <c:pt idx="4">
                  <c:v>7907.2460045837406</c:v>
                </c:pt>
                <c:pt idx="5">
                  <c:v>4276.2113080141407</c:v>
                </c:pt>
                <c:pt idx="6">
                  <c:v>4632.2700979131541</c:v>
                </c:pt>
                <c:pt idx="7">
                  <c:v>4081.1629474245101</c:v>
                </c:pt>
                <c:pt idx="8">
                  <c:v>3937.0747456721588</c:v>
                </c:pt>
                <c:pt idx="9">
                  <c:v>5095.0579466329455</c:v>
                </c:pt>
                <c:pt idx="10">
                  <c:v>4934.8646373352976</c:v>
                </c:pt>
                <c:pt idx="11">
                  <c:v>3594.8384573437552</c:v>
                </c:pt>
                <c:pt idx="12">
                  <c:v>2993.428234950994</c:v>
                </c:pt>
                <c:pt idx="13">
                  <c:v>3180.4092703777133</c:v>
                </c:pt>
                <c:pt idx="14">
                  <c:v>2686.5108049250421</c:v>
                </c:pt>
                <c:pt idx="15">
                  <c:v>2777.6381869774805</c:v>
                </c:pt>
                <c:pt idx="16">
                  <c:v>2772.5394931505862</c:v>
                </c:pt>
                <c:pt idx="17">
                  <c:v>3497.9385465754594</c:v>
                </c:pt>
                <c:pt idx="18">
                  <c:v>4915.0830182099826</c:v>
                </c:pt>
                <c:pt idx="19">
                  <c:v>5132.4676678622727</c:v>
                </c:pt>
                <c:pt idx="20">
                  <c:v>4627.9627609125982</c:v>
                </c:pt>
                <c:pt idx="21">
                  <c:v>4055.2902896344081</c:v>
                </c:pt>
                <c:pt idx="22">
                  <c:v>3935.3076042843104</c:v>
                </c:pt>
                <c:pt idx="23">
                  <c:v>3253.2412736656056</c:v>
                </c:pt>
                <c:pt idx="24">
                  <c:v>3868.9243816666667</c:v>
                </c:pt>
                <c:pt idx="25">
                  <c:v>4757.2025233333325</c:v>
                </c:pt>
                <c:pt idx="26">
                  <c:v>3635.6020983333328</c:v>
                </c:pt>
                <c:pt idx="27">
                  <c:v>3606.9420383333327</c:v>
                </c:pt>
                <c:pt idx="28">
                  <c:v>2686.5131883333333</c:v>
                </c:pt>
                <c:pt idx="29">
                  <c:v>2531.2711966666661</c:v>
                </c:pt>
                <c:pt idx="30">
                  <c:v>2762.0214233333336</c:v>
                </c:pt>
              </c:numCache>
            </c:numRef>
          </c:val>
          <c:smooth val="0"/>
          <c:extLst>
            <c:ext xmlns:c16="http://schemas.microsoft.com/office/drawing/2014/chart" uri="{C3380CC4-5D6E-409C-BE32-E72D297353CC}">
              <c16:uniqueId val="{00000001-32DD-42D5-8272-C177DEE59DD1}"/>
            </c:ext>
          </c:extLst>
        </c:ser>
        <c:dLbls>
          <c:showLegendKey val="0"/>
          <c:showVal val="0"/>
          <c:showCatName val="0"/>
          <c:showSerName val="0"/>
          <c:showPercent val="0"/>
          <c:showBubbleSize val="0"/>
        </c:dLbls>
        <c:dropLines>
          <c:spPr>
            <a:ln w="9525" cap="flat" cmpd="sng" algn="ctr">
              <a:gradFill>
                <a:gsLst>
                  <a:gs pos="0">
                    <a:schemeClr val="lt1"/>
                  </a:gs>
                  <a:gs pos="100000">
                    <a:schemeClr val="lt1">
                      <a:alpha val="0"/>
                    </a:schemeClr>
                  </a:gs>
                </a:gsLst>
                <a:lin ang="5400000" scaled="0"/>
              </a:gradFill>
              <a:round/>
            </a:ln>
            <a:effectLst/>
          </c:spPr>
        </c:dropLines>
        <c:smooth val="0"/>
        <c:axId val="1856620975"/>
        <c:axId val="1876248559"/>
      </c:lineChart>
      <c:catAx>
        <c:axId val="1856620975"/>
        <c:scaling>
          <c:orientation val="minMax"/>
        </c:scaling>
        <c:delete val="0"/>
        <c:axPos val="b"/>
        <c:numFmt formatCode="General" sourceLinked="1"/>
        <c:majorTickMark val="none"/>
        <c:minorTickMark val="none"/>
        <c:tickLblPos val="nextTo"/>
        <c:spPr>
          <a:noFill/>
          <a:ln w="12700" cap="flat" cmpd="sng" algn="ctr">
            <a:solidFill>
              <a:schemeClr val="lt1"/>
            </a:solidFill>
            <a:round/>
          </a:ln>
          <a:effectLst/>
        </c:spPr>
        <c:txPr>
          <a:bodyPr rot="-5400000" spcFirstLastPara="1" vertOverflow="ellipsis" vert="horz" wrap="square" anchor="ctr" anchorCtr="1"/>
          <a:lstStyle/>
          <a:p>
            <a:pPr>
              <a:defRPr sz="1197" b="0" i="0" u="none" strike="noStrike" kern="1200" spc="100" baseline="0">
                <a:solidFill>
                  <a:schemeClr val="lt1"/>
                </a:solidFill>
                <a:latin typeface="+mn-lt"/>
                <a:ea typeface="+mn-ea"/>
                <a:cs typeface="+mn-cs"/>
              </a:defRPr>
            </a:pPr>
            <a:endParaRPr lang="es-PE"/>
          </a:p>
        </c:txPr>
        <c:crossAx val="1876248559"/>
        <c:crosses val="autoZero"/>
        <c:auto val="1"/>
        <c:lblAlgn val="ctr"/>
        <c:lblOffset val="100"/>
        <c:noMultiLvlLbl val="0"/>
      </c:catAx>
      <c:valAx>
        <c:axId val="1876248559"/>
        <c:scaling>
          <c:orientation val="minMax"/>
        </c:scaling>
        <c:delete val="0"/>
        <c:axPos val="l"/>
        <c:title>
          <c:tx>
            <c:rich>
              <a:bodyPr rot="-5400000" spcFirstLastPara="1" vertOverflow="ellipsis" vert="horz" wrap="square" anchor="ctr" anchorCtr="1"/>
              <a:lstStyle/>
              <a:p>
                <a:pPr>
                  <a:defRPr sz="1197" b="1" i="0" u="none" strike="noStrike" kern="1200" baseline="0">
                    <a:solidFill>
                      <a:schemeClr val="lt1"/>
                    </a:solidFill>
                    <a:latin typeface="+mn-lt"/>
                    <a:ea typeface="+mn-ea"/>
                    <a:cs typeface="+mn-cs"/>
                  </a:defRPr>
                </a:pPr>
                <a:r>
                  <a:rPr lang="es-PE" dirty="0"/>
                  <a:t>$ / Toneladas</a:t>
                </a:r>
                <a:r>
                  <a:rPr lang="es-PE" baseline="0" dirty="0"/>
                  <a:t> finas</a:t>
                </a:r>
                <a:endParaRPr lang="es-PE" dirty="0"/>
              </a:p>
            </c:rich>
          </c:tx>
          <c:overlay val="0"/>
          <c:spPr>
            <a:noFill/>
            <a:ln>
              <a:noFill/>
            </a:ln>
            <a:effectLst/>
          </c:spPr>
          <c:txPr>
            <a:bodyPr rot="-5400000" spcFirstLastPara="1" vertOverflow="ellipsis" vert="horz" wrap="square" anchor="ctr" anchorCtr="1"/>
            <a:lstStyle/>
            <a:p>
              <a:pPr>
                <a:defRPr sz="1197" b="1" i="0" u="none" strike="noStrike" kern="1200" baseline="0">
                  <a:solidFill>
                    <a:schemeClr val="lt1"/>
                  </a:solidFill>
                  <a:latin typeface="+mn-lt"/>
                  <a:ea typeface="+mn-ea"/>
                  <a:cs typeface="+mn-cs"/>
                </a:defRPr>
              </a:pPr>
              <a:endParaRPr lang="es-PE"/>
            </a:p>
          </c:txPr>
        </c:title>
        <c:numFmt formatCode="_-* #,##0_-;\-* #,##0_-;_-* &quot;-&quot;??_-;_-@_-"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solidFill>
                <a:latin typeface="+mn-lt"/>
                <a:ea typeface="+mn-ea"/>
                <a:cs typeface="+mn-cs"/>
              </a:defRPr>
            </a:pPr>
            <a:endParaRPr lang="es-PE"/>
          </a:p>
        </c:txPr>
        <c:crossAx val="185662097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5"/>
    </a:solidFill>
    <a:ln w="12700" cap="flat" cmpd="sng" algn="ctr">
      <a:solidFill>
        <a:schemeClr val="tx1"/>
      </a:solidFill>
      <a:round/>
    </a:ln>
    <a:effectLst/>
  </c:spPr>
  <c:txPr>
    <a:bodyPr/>
    <a:lstStyle/>
    <a:p>
      <a:pPr>
        <a:defRPr/>
      </a:pPr>
      <a:endParaRPr lang="es-PE"/>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1995" b="1" i="0" u="none" strike="noStrike" kern="1200" cap="all" spc="100" normalizeH="0" baseline="0">
                <a:solidFill>
                  <a:schemeClr val="lt1"/>
                </a:solidFill>
                <a:latin typeface="+mn-lt"/>
                <a:ea typeface="+mn-ea"/>
                <a:cs typeface="+mn-cs"/>
              </a:defRPr>
            </a:pPr>
            <a:r>
              <a:rPr lang="es-PE"/>
              <a:t>Precio</a:t>
            </a:r>
          </a:p>
        </c:rich>
      </c:tx>
      <c:overlay val="0"/>
      <c:spPr>
        <a:noFill/>
        <a:ln>
          <a:noFill/>
        </a:ln>
        <a:effectLst/>
      </c:spPr>
      <c:txPr>
        <a:bodyPr rot="0" spcFirstLastPara="1" vertOverflow="ellipsis" vert="horz" wrap="square" anchor="ctr" anchorCtr="1"/>
        <a:lstStyle/>
        <a:p>
          <a:pPr>
            <a:defRPr sz="1995" b="1" i="0" u="none" strike="noStrike" kern="1200" cap="all" spc="100" normalizeH="0" baseline="0">
              <a:solidFill>
                <a:schemeClr val="lt1"/>
              </a:solidFill>
              <a:latin typeface="+mn-lt"/>
              <a:ea typeface="+mn-ea"/>
              <a:cs typeface="+mn-cs"/>
            </a:defRPr>
          </a:pPr>
          <a:endParaRPr lang="es-PE"/>
        </a:p>
      </c:txPr>
    </c:title>
    <c:autoTitleDeleted val="0"/>
    <c:plotArea>
      <c:layout/>
      <c:lineChart>
        <c:grouping val="standard"/>
        <c:varyColors val="0"/>
        <c:ser>
          <c:idx val="0"/>
          <c:order val="0"/>
          <c:spPr>
            <a:ln w="34925" cap="rnd">
              <a:solidFill>
                <a:schemeClr val="lt1"/>
              </a:solidFill>
              <a:round/>
            </a:ln>
            <a:effectLst>
              <a:outerShdw dist="25400" dir="2700000" algn="tl" rotWithShape="0">
                <a:schemeClr val="accent5"/>
              </a:outerShdw>
            </a:effectLst>
          </c:spPr>
          <c:marker>
            <c:symbol val="none"/>
          </c:marker>
          <c:trendline>
            <c:spPr>
              <a:ln w="28575" cap="rnd">
                <a:solidFill>
                  <a:schemeClr val="lt1">
                    <a:alpha val="50000"/>
                  </a:schemeClr>
                </a:solidFill>
                <a:round/>
              </a:ln>
              <a:effectLst/>
            </c:spPr>
            <c:trendlineType val="linear"/>
            <c:dispRSqr val="0"/>
            <c:dispEq val="0"/>
          </c:trendline>
          <c:cat>
            <c:strRef>
              <c:f>'Cobre nominal real anual(1935-)'!$A$10:$A$75</c:f>
              <c:strCache>
                <c:ptCount val="66"/>
                <c:pt idx="0">
                  <c:v>1935</c:v>
                </c:pt>
                <c:pt idx="1">
                  <c:v>1936</c:v>
                </c:pt>
                <c:pt idx="2">
                  <c:v>1937</c:v>
                </c:pt>
                <c:pt idx="3">
                  <c:v>1938</c:v>
                </c:pt>
                <c:pt idx="4">
                  <c:v>1939</c:v>
                </c:pt>
                <c:pt idx="5">
                  <c:v>1940</c:v>
                </c:pt>
                <c:pt idx="6">
                  <c:v>1941</c:v>
                </c:pt>
                <c:pt idx="7">
                  <c:v>1942</c:v>
                </c:pt>
                <c:pt idx="8">
                  <c:v>1943</c:v>
                </c:pt>
                <c:pt idx="9">
                  <c:v>1944</c:v>
                </c:pt>
                <c:pt idx="10">
                  <c:v>1945</c:v>
                </c:pt>
                <c:pt idx="11">
                  <c:v>1946</c:v>
                </c:pt>
                <c:pt idx="12">
                  <c:v>1947</c:v>
                </c:pt>
                <c:pt idx="13">
                  <c:v>1948</c:v>
                </c:pt>
                <c:pt idx="14">
                  <c:v>1949</c:v>
                </c:pt>
                <c:pt idx="15">
                  <c:v>1950</c:v>
                </c:pt>
                <c:pt idx="16">
                  <c:v>1551</c:v>
                </c:pt>
                <c:pt idx="17">
                  <c:v>1952</c:v>
                </c:pt>
                <c:pt idx="18">
                  <c:v>1953</c:v>
                </c:pt>
                <c:pt idx="19">
                  <c:v>1954</c:v>
                </c:pt>
                <c:pt idx="20">
                  <c:v>1955</c:v>
                </c:pt>
                <c:pt idx="21">
                  <c:v>1956</c:v>
                </c:pt>
                <c:pt idx="22">
                  <c:v>1957</c:v>
                </c:pt>
                <c:pt idx="23">
                  <c:v>1958</c:v>
                </c:pt>
                <c:pt idx="24">
                  <c:v>1959</c:v>
                </c:pt>
                <c:pt idx="25">
                  <c:v>1960</c:v>
                </c:pt>
                <c:pt idx="26">
                  <c:v>1961</c:v>
                </c:pt>
                <c:pt idx="27">
                  <c:v>1962</c:v>
                </c:pt>
                <c:pt idx="28">
                  <c:v>1963</c:v>
                </c:pt>
                <c:pt idx="29">
                  <c:v>1964</c:v>
                </c:pt>
                <c:pt idx="30">
                  <c:v>1965</c:v>
                </c:pt>
                <c:pt idx="31">
                  <c:v>1966</c:v>
                </c:pt>
                <c:pt idx="32">
                  <c:v>1967</c:v>
                </c:pt>
                <c:pt idx="33">
                  <c:v>1968</c:v>
                </c:pt>
                <c:pt idx="34">
                  <c:v>1969</c:v>
                </c:pt>
                <c:pt idx="35">
                  <c:v>1970</c:v>
                </c:pt>
                <c:pt idx="36">
                  <c:v>1971</c:v>
                </c:pt>
                <c:pt idx="37">
                  <c:v>1972</c:v>
                </c:pt>
                <c:pt idx="38">
                  <c:v>1973</c:v>
                </c:pt>
                <c:pt idx="39">
                  <c:v>1974</c:v>
                </c:pt>
                <c:pt idx="40">
                  <c:v>1975</c:v>
                </c:pt>
                <c:pt idx="41">
                  <c:v>1976</c:v>
                </c:pt>
                <c:pt idx="42">
                  <c:v>1977</c:v>
                </c:pt>
                <c:pt idx="43">
                  <c:v>1978</c:v>
                </c:pt>
                <c:pt idx="44">
                  <c:v>1979</c:v>
                </c:pt>
                <c:pt idx="45">
                  <c:v>1980</c:v>
                </c:pt>
                <c:pt idx="46">
                  <c:v>1981</c:v>
                </c:pt>
                <c:pt idx="47">
                  <c:v>1982</c:v>
                </c:pt>
                <c:pt idx="48">
                  <c:v>1983</c:v>
                </c:pt>
                <c:pt idx="49">
                  <c:v>1984</c:v>
                </c:pt>
                <c:pt idx="50">
                  <c:v>1985</c:v>
                </c:pt>
                <c:pt idx="51">
                  <c:v>1986</c:v>
                </c:pt>
                <c:pt idx="52">
                  <c:v>1987</c:v>
                </c:pt>
                <c:pt idx="53">
                  <c:v>1988 </c:v>
                </c:pt>
                <c:pt idx="54">
                  <c:v>1989</c:v>
                </c:pt>
                <c:pt idx="55">
                  <c:v>1990</c:v>
                </c:pt>
                <c:pt idx="56">
                  <c:v>1991</c:v>
                </c:pt>
                <c:pt idx="57">
                  <c:v>1992 </c:v>
                </c:pt>
                <c:pt idx="58">
                  <c:v>1993 </c:v>
                </c:pt>
                <c:pt idx="59">
                  <c:v>1994 </c:v>
                </c:pt>
                <c:pt idx="60">
                  <c:v>1995 </c:v>
                </c:pt>
                <c:pt idx="61">
                  <c:v>1996 </c:v>
                </c:pt>
                <c:pt idx="62">
                  <c:v>1997 </c:v>
                </c:pt>
                <c:pt idx="63">
                  <c:v>1998 </c:v>
                </c:pt>
                <c:pt idx="64">
                  <c:v>1999</c:v>
                </c:pt>
                <c:pt idx="65">
                  <c:v>2000</c:v>
                </c:pt>
              </c:strCache>
            </c:strRef>
          </c:cat>
          <c:val>
            <c:numRef>
              <c:f>'Cobre nominal real anual(1935-)'!$I$10:$I$75</c:f>
              <c:numCache>
                <c:formatCode>_-* #,##0_-;\-* #,##0_-;_-* "-"??_-;_-@_-</c:formatCode>
                <c:ptCount val="66"/>
                <c:pt idx="0">
                  <c:v>2251.9874721759661</c:v>
                </c:pt>
                <c:pt idx="1">
                  <c:v>2735.3350665706234</c:v>
                </c:pt>
                <c:pt idx="2">
                  <c:v>3595.6691183902681</c:v>
                </c:pt>
                <c:pt idx="3">
                  <c:v>2933.2498358845673</c:v>
                </c:pt>
                <c:pt idx="4">
                  <c:v>2832.5958817715541</c:v>
                </c:pt>
                <c:pt idx="5">
                  <c:v>3499.7615655838276</c:v>
                </c:pt>
                <c:pt idx="6">
                  <c:v>3293.6217481027588</c:v>
                </c:pt>
                <c:pt idx="7">
                  <c:v>2927.8705766933331</c:v>
                </c:pt>
                <c:pt idx="8">
                  <c:v>2796.2808878531832</c:v>
                </c:pt>
                <c:pt idx="9">
                  <c:v>2780.6592069154563</c:v>
                </c:pt>
                <c:pt idx="10">
                  <c:v>2731.6407200086992</c:v>
                </c:pt>
                <c:pt idx="11">
                  <c:v>2976.8578178122598</c:v>
                </c:pt>
                <c:pt idx="12">
                  <c:v>4087.2201056922522</c:v>
                </c:pt>
                <c:pt idx="13">
                  <c:v>3880.1712864117926</c:v>
                </c:pt>
                <c:pt idx="14">
                  <c:v>3711.0253967852345</c:v>
                </c:pt>
                <c:pt idx="15">
                  <c:v>3649.2075311133699</c:v>
                </c:pt>
                <c:pt idx="16">
                  <c:v>4037.6764333601418</c:v>
                </c:pt>
                <c:pt idx="17">
                  <c:v>4870.7354321126686</c:v>
                </c:pt>
                <c:pt idx="18">
                  <c:v>4911.6632087454336</c:v>
                </c:pt>
                <c:pt idx="19">
                  <c:v>4755.7192015748014</c:v>
                </c:pt>
                <c:pt idx="20">
                  <c:v>6677.3248524142209</c:v>
                </c:pt>
                <c:pt idx="21">
                  <c:v>6041.2751234701873</c:v>
                </c:pt>
                <c:pt idx="22">
                  <c:v>3921.8614356407579</c:v>
                </c:pt>
                <c:pt idx="23">
                  <c:v>3487.8871514330167</c:v>
                </c:pt>
                <c:pt idx="24">
                  <c:v>4180.5562568514724</c:v>
                </c:pt>
                <c:pt idx="25">
                  <c:v>4329.0504230526285</c:v>
                </c:pt>
                <c:pt idx="26">
                  <c:v>4053.3619351220063</c:v>
                </c:pt>
                <c:pt idx="27">
                  <c:v>4120.9214544464494</c:v>
                </c:pt>
                <c:pt idx="28">
                  <c:v>4135.8504147803415</c:v>
                </c:pt>
                <c:pt idx="29">
                  <c:v>6196.0538194950341</c:v>
                </c:pt>
                <c:pt idx="30">
                  <c:v>8064.1984460492877</c:v>
                </c:pt>
                <c:pt idx="31">
                  <c:v>9301.3458275145586</c:v>
                </c:pt>
                <c:pt idx="32">
                  <c:v>6821.0695819066905</c:v>
                </c:pt>
                <c:pt idx="33">
                  <c:v>7339.3280850050851</c:v>
                </c:pt>
                <c:pt idx="34">
                  <c:v>8326.2839539806882</c:v>
                </c:pt>
                <c:pt idx="35">
                  <c:v>7759.8000581571896</c:v>
                </c:pt>
                <c:pt idx="36">
                  <c:v>5762.3819451957497</c:v>
                </c:pt>
                <c:pt idx="37">
                  <c:v>5442.3482806394968</c:v>
                </c:pt>
                <c:pt idx="38">
                  <c:v>7946.1175242978816</c:v>
                </c:pt>
                <c:pt idx="39">
                  <c:v>7907.2460045837406</c:v>
                </c:pt>
                <c:pt idx="40">
                  <c:v>4276.2113080141407</c:v>
                </c:pt>
                <c:pt idx="41">
                  <c:v>4632.2700979131541</c:v>
                </c:pt>
                <c:pt idx="42">
                  <c:v>4081.1629474245101</c:v>
                </c:pt>
                <c:pt idx="43">
                  <c:v>3937.0747456721588</c:v>
                </c:pt>
                <c:pt idx="44">
                  <c:v>5095.0579466329455</c:v>
                </c:pt>
                <c:pt idx="45">
                  <c:v>4934.8646373352976</c:v>
                </c:pt>
                <c:pt idx="46">
                  <c:v>3594.8384573437552</c:v>
                </c:pt>
                <c:pt idx="47">
                  <c:v>2993.428234950994</c:v>
                </c:pt>
                <c:pt idx="48">
                  <c:v>3180.4092703777133</c:v>
                </c:pt>
                <c:pt idx="49">
                  <c:v>2686.5108049250421</c:v>
                </c:pt>
                <c:pt idx="50">
                  <c:v>2777.6381869774805</c:v>
                </c:pt>
                <c:pt idx="51">
                  <c:v>2772.5394931505862</c:v>
                </c:pt>
                <c:pt idx="52">
                  <c:v>3497.9385465754594</c:v>
                </c:pt>
                <c:pt idx="53">
                  <c:v>4915.0830182099826</c:v>
                </c:pt>
                <c:pt idx="54">
                  <c:v>5132.4676678622727</c:v>
                </c:pt>
                <c:pt idx="55">
                  <c:v>4627.9627609125982</c:v>
                </c:pt>
                <c:pt idx="56">
                  <c:v>4055.2902896344081</c:v>
                </c:pt>
                <c:pt idx="57">
                  <c:v>3935.3076042843104</c:v>
                </c:pt>
                <c:pt idx="58">
                  <c:v>3253.2412736656056</c:v>
                </c:pt>
                <c:pt idx="59">
                  <c:v>3868.9243816666667</c:v>
                </c:pt>
                <c:pt idx="60">
                  <c:v>4757.2025233333325</c:v>
                </c:pt>
                <c:pt idx="61">
                  <c:v>3635.6020983333328</c:v>
                </c:pt>
                <c:pt idx="62">
                  <c:v>3606.9420383333327</c:v>
                </c:pt>
                <c:pt idx="63">
                  <c:v>2686.5131883333333</c:v>
                </c:pt>
                <c:pt idx="64">
                  <c:v>2531.2711966666661</c:v>
                </c:pt>
                <c:pt idx="65">
                  <c:v>2762.0214233333336</c:v>
                </c:pt>
              </c:numCache>
            </c:numRef>
          </c:val>
          <c:smooth val="0"/>
          <c:extLst>
            <c:ext xmlns:c16="http://schemas.microsoft.com/office/drawing/2014/chart" uri="{C3380CC4-5D6E-409C-BE32-E72D297353CC}">
              <c16:uniqueId val="{00000001-4C8A-406A-BED1-C6EC268EBE11}"/>
            </c:ext>
          </c:extLst>
        </c:ser>
        <c:dLbls>
          <c:showLegendKey val="0"/>
          <c:showVal val="0"/>
          <c:showCatName val="0"/>
          <c:showSerName val="0"/>
          <c:showPercent val="0"/>
          <c:showBubbleSize val="0"/>
        </c:dLbls>
        <c:dropLines>
          <c:spPr>
            <a:ln w="9525" cap="flat" cmpd="sng" algn="ctr">
              <a:gradFill>
                <a:gsLst>
                  <a:gs pos="0">
                    <a:schemeClr val="lt1"/>
                  </a:gs>
                  <a:gs pos="100000">
                    <a:schemeClr val="lt1">
                      <a:alpha val="0"/>
                    </a:schemeClr>
                  </a:gs>
                </a:gsLst>
                <a:lin ang="5400000" scaled="0"/>
              </a:gradFill>
              <a:round/>
            </a:ln>
            <a:effectLst/>
          </c:spPr>
        </c:dropLines>
        <c:smooth val="0"/>
        <c:axId val="1856620975"/>
        <c:axId val="1876248559"/>
      </c:lineChart>
      <c:catAx>
        <c:axId val="1856620975"/>
        <c:scaling>
          <c:orientation val="minMax"/>
        </c:scaling>
        <c:delete val="0"/>
        <c:axPos val="b"/>
        <c:numFmt formatCode="General" sourceLinked="1"/>
        <c:majorTickMark val="none"/>
        <c:minorTickMark val="none"/>
        <c:tickLblPos val="nextTo"/>
        <c:spPr>
          <a:noFill/>
          <a:ln w="12700" cap="flat" cmpd="sng" algn="ctr">
            <a:solidFill>
              <a:schemeClr val="lt1"/>
            </a:solidFill>
            <a:round/>
          </a:ln>
          <a:effectLst/>
        </c:spPr>
        <c:txPr>
          <a:bodyPr rot="-60000000" spcFirstLastPara="1" vertOverflow="ellipsis" vert="horz" wrap="square" anchor="ctr" anchorCtr="1"/>
          <a:lstStyle/>
          <a:p>
            <a:pPr>
              <a:defRPr sz="1197" b="0" i="0" u="none" strike="noStrike" kern="1200" spc="100" baseline="0">
                <a:solidFill>
                  <a:schemeClr val="lt1"/>
                </a:solidFill>
                <a:latin typeface="+mn-lt"/>
                <a:ea typeface="+mn-ea"/>
                <a:cs typeface="+mn-cs"/>
              </a:defRPr>
            </a:pPr>
            <a:endParaRPr lang="es-PE"/>
          </a:p>
        </c:txPr>
        <c:crossAx val="1876248559"/>
        <c:crosses val="autoZero"/>
        <c:auto val="1"/>
        <c:lblAlgn val="ctr"/>
        <c:lblOffset val="100"/>
        <c:noMultiLvlLbl val="0"/>
      </c:catAx>
      <c:valAx>
        <c:axId val="1876248559"/>
        <c:scaling>
          <c:orientation val="minMax"/>
        </c:scaling>
        <c:delete val="0"/>
        <c:axPos val="l"/>
        <c:title>
          <c:tx>
            <c:rich>
              <a:bodyPr rot="-5400000" spcFirstLastPara="1" vertOverflow="ellipsis" vert="horz" wrap="square" anchor="ctr" anchorCtr="1"/>
              <a:lstStyle/>
              <a:p>
                <a:pPr>
                  <a:defRPr sz="1197" b="1" i="0" u="none" strike="noStrike" kern="1200" baseline="0">
                    <a:solidFill>
                      <a:schemeClr val="lt1"/>
                    </a:solidFill>
                    <a:latin typeface="+mn-lt"/>
                    <a:ea typeface="+mn-ea"/>
                    <a:cs typeface="+mn-cs"/>
                  </a:defRPr>
                </a:pPr>
                <a:r>
                  <a:rPr lang="es-PE" dirty="0"/>
                  <a:t>$ / Tonelada finas</a:t>
                </a:r>
              </a:p>
            </c:rich>
          </c:tx>
          <c:overlay val="0"/>
          <c:spPr>
            <a:noFill/>
            <a:ln>
              <a:noFill/>
            </a:ln>
            <a:effectLst/>
          </c:spPr>
          <c:txPr>
            <a:bodyPr rot="-5400000" spcFirstLastPara="1" vertOverflow="ellipsis" vert="horz" wrap="square" anchor="ctr" anchorCtr="1"/>
            <a:lstStyle/>
            <a:p>
              <a:pPr>
                <a:defRPr sz="1197" b="1" i="0" u="none" strike="noStrike" kern="1200" baseline="0">
                  <a:solidFill>
                    <a:schemeClr val="lt1"/>
                  </a:solidFill>
                  <a:latin typeface="+mn-lt"/>
                  <a:ea typeface="+mn-ea"/>
                  <a:cs typeface="+mn-cs"/>
                </a:defRPr>
              </a:pPr>
              <a:endParaRPr lang="es-PE"/>
            </a:p>
          </c:txPr>
        </c:title>
        <c:numFmt formatCode="_-* #,##0_-;\-* #,##0_-;_-* &quot;-&quot;??_-;_-@_-"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solidFill>
                <a:latin typeface="+mn-lt"/>
                <a:ea typeface="+mn-ea"/>
                <a:cs typeface="+mn-cs"/>
              </a:defRPr>
            </a:pPr>
            <a:endParaRPr lang="es-PE"/>
          </a:p>
        </c:txPr>
        <c:crossAx val="185662097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5"/>
    </a:solidFill>
    <a:ln w="12700" cap="flat" cmpd="sng" algn="ctr">
      <a:solidFill>
        <a:schemeClr val="tx1"/>
      </a:solidFill>
      <a:round/>
    </a:ln>
    <a:effectLst/>
  </c:spPr>
  <c:txPr>
    <a:bodyPr/>
    <a:lstStyle/>
    <a:p>
      <a:pPr>
        <a:defRPr/>
      </a:pPr>
      <a:endParaRPr lang="es-PE"/>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barChart>
        <c:barDir val="col"/>
        <c:grouping val="clustered"/>
        <c:varyColors val="0"/>
        <c:ser>
          <c:idx val="0"/>
          <c:order val="0"/>
          <c:tx>
            <c:strRef>
              <c:f>Sheet1!$B$1</c:f>
              <c:strCache>
                <c:ptCount val="1"/>
                <c:pt idx="0">
                  <c:v>2017</c:v>
                </c:pt>
              </c:strCache>
            </c:strRef>
          </c:tx>
          <c:spPr>
            <a:solidFill>
              <a:schemeClr val="accent5">
                <a:shade val="76000"/>
              </a:schemeClr>
            </a:solidFill>
            <a:ln>
              <a:noFill/>
            </a:ln>
            <a:effectLst/>
          </c:spPr>
          <c:invertIfNegative val="0"/>
          <c:dLbls>
            <c:dLbl>
              <c:idx val="0"/>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0-EE5C-4D8E-A8D8-0EA61916E0C8}"/>
                </c:ext>
              </c:extLst>
            </c:dLbl>
            <c:dLbl>
              <c:idx val="1"/>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1-EE5C-4D8E-A8D8-0EA61916E0C8}"/>
                </c:ext>
              </c:extLst>
            </c:dLbl>
            <c:dLbl>
              <c:idx val="2"/>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2-EE5C-4D8E-A8D8-0EA61916E0C8}"/>
                </c:ext>
              </c:extLst>
            </c:dLbl>
            <c:dLbl>
              <c:idx val="3"/>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3-EE5C-4D8E-A8D8-0EA61916E0C8}"/>
                </c:ext>
              </c:extLst>
            </c:dLbl>
            <c:dLbl>
              <c:idx val="4"/>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4-EE5C-4D8E-A8D8-0EA61916E0C8}"/>
                </c:ext>
              </c:extLst>
            </c:dLbl>
            <c:dLbl>
              <c:idx val="5"/>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5-EE5C-4D8E-A8D8-0EA61916E0C8}"/>
                </c:ext>
              </c:extLst>
            </c:dLbl>
            <c:dLbl>
              <c:idx val="6"/>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6-EE5C-4D8E-A8D8-0EA61916E0C8}"/>
                </c:ext>
              </c:extLst>
            </c:dLbl>
            <c:dLbl>
              <c:idx val="7"/>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7-EE5C-4D8E-A8D8-0EA61916E0C8}"/>
                </c:ext>
              </c:extLst>
            </c:dLbl>
            <c:dLbl>
              <c:idx val="8"/>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8-EE5C-4D8E-A8D8-0EA61916E0C8}"/>
                </c:ext>
              </c:extLst>
            </c:dLbl>
            <c:dLbl>
              <c:idx val="9"/>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9-EE5C-4D8E-A8D8-0EA61916E0C8}"/>
                </c:ext>
              </c:extLst>
            </c:dLbl>
            <c:dLbl>
              <c:idx val="10"/>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A-EE5C-4D8E-A8D8-0EA61916E0C8}"/>
                </c:ext>
              </c:extLst>
            </c:dLbl>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showLegendKey val="0"/>
            <c:showVal val="1"/>
            <c:showCatName val="0"/>
            <c:showSerName val="0"/>
            <c:showPercent val="0"/>
            <c:showBubbleSize val="0"/>
            <c:showLeaderLines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15:showLeaderLines val="0"/>
              </c:ext>
            </c:extLst>
          </c:dLbls>
          <c:cat>
            <c:strRef>
              <c:f>Sheet1!$A$2:$A$12</c:f>
              <c:strCache>
                <c:ptCount val="11"/>
                <c:pt idx="0">
                  <c:v>UE-28</c:v>
                </c:pt>
                <c:pt idx="1">
                  <c:v>Otros países europeos</c:v>
                </c:pt>
                <c:pt idx="2">
                  <c:v>África</c:v>
                </c:pt>
                <c:pt idx="3">
                  <c:v>ASEAN*</c:v>
                </c:pt>
                <c:pt idx="4">
                  <c:v>China</c:v>
                </c:pt>
                <c:pt idx="5">
                  <c:v>India</c:v>
                </c:pt>
                <c:pt idx="6">
                  <c:v>Japón</c:v>
                </c:pt>
                <c:pt idx="7">
                  <c:v>Corea</c:v>
                </c:pt>
                <c:pt idx="8">
                  <c:v>Otros países asiáticos y Australasia</c:v>
                </c:pt>
                <c:pt idx="9">
                  <c:v>Norteamérica</c:v>
                </c:pt>
                <c:pt idx="10">
                  <c:v>Sudamérica</c:v>
                </c:pt>
              </c:strCache>
            </c:strRef>
          </c:cat>
          <c:val>
            <c:numRef>
              <c:f>Sheet1!$B$2:$B$12</c:f>
              <c:numCache>
                <c:formatCode>#,##0</c:formatCode>
                <c:ptCount val="11"/>
                <c:pt idx="0">
                  <c:v>2535.9499999999998</c:v>
                </c:pt>
                <c:pt idx="1">
                  <c:v>956.01</c:v>
                </c:pt>
                <c:pt idx="2">
                  <c:v>365.33</c:v>
                </c:pt>
                <c:pt idx="3">
                  <c:v>1010.45</c:v>
                </c:pt>
                <c:pt idx="4">
                  <c:v>10446.959999999999</c:v>
                </c:pt>
                <c:pt idx="5">
                  <c:v>977.26</c:v>
                </c:pt>
                <c:pt idx="6">
                  <c:v>1018.31</c:v>
                </c:pt>
                <c:pt idx="7">
                  <c:v>700.4</c:v>
                </c:pt>
                <c:pt idx="8">
                  <c:v>1347.67</c:v>
                </c:pt>
                <c:pt idx="9">
                  <c:v>1803.11</c:v>
                </c:pt>
                <c:pt idx="10">
                  <c:v>1122.23</c:v>
                </c:pt>
              </c:numCache>
            </c:numRef>
          </c:val>
          <c:extLst>
            <c:ext xmlns:c16="http://schemas.microsoft.com/office/drawing/2014/chart" uri="{C3380CC4-5D6E-409C-BE32-E72D297353CC}">
              <c16:uniqueId val="{0000000B-EE5C-4D8E-A8D8-0EA61916E0C8}"/>
            </c:ext>
          </c:extLst>
        </c:ser>
        <c:ser>
          <c:idx val="1"/>
          <c:order val="1"/>
          <c:tx>
            <c:strRef>
              <c:f>Sheet1!$C$1</c:f>
              <c:strCache>
                <c:ptCount val="1"/>
                <c:pt idx="0">
                  <c:v>2018</c:v>
                </c:pt>
              </c:strCache>
            </c:strRef>
          </c:tx>
          <c:spPr>
            <a:solidFill>
              <a:schemeClr val="accent5">
                <a:tint val="77000"/>
              </a:schemeClr>
            </a:solidFill>
            <a:ln>
              <a:noFill/>
            </a:ln>
            <a:effectLst/>
          </c:spPr>
          <c:invertIfNegative val="0"/>
          <c:dLbls>
            <c:dLbl>
              <c:idx val="0"/>
              <c:numFmt formatCode="#,##0" sourceLinked="0"/>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ctr"/>
              <c:showLegendKey val="0"/>
              <c:showVal val="1"/>
              <c:showCatName val="0"/>
              <c:showSerName val="0"/>
              <c:showPercent val="0"/>
              <c:showBubbleSize val="0"/>
              <c:extLst>
                <c:ext xmlns:c16="http://schemas.microsoft.com/office/drawing/2014/chart" uri="{C3380CC4-5D6E-409C-BE32-E72D297353CC}">
                  <c16:uniqueId val="{0000000C-EE5C-4D8E-A8D8-0EA61916E0C8}"/>
                </c:ext>
              </c:extLst>
            </c:dLbl>
            <c:dLbl>
              <c:idx val="1"/>
              <c:numFmt formatCode="#,##0" sourceLinked="0"/>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ctr"/>
              <c:showLegendKey val="0"/>
              <c:showVal val="1"/>
              <c:showCatName val="0"/>
              <c:showSerName val="0"/>
              <c:showPercent val="0"/>
              <c:showBubbleSize val="0"/>
              <c:extLst>
                <c:ext xmlns:c16="http://schemas.microsoft.com/office/drawing/2014/chart" uri="{C3380CC4-5D6E-409C-BE32-E72D297353CC}">
                  <c16:uniqueId val="{0000000D-EE5C-4D8E-A8D8-0EA61916E0C8}"/>
                </c:ext>
              </c:extLst>
            </c:dLbl>
            <c:dLbl>
              <c:idx val="2"/>
              <c:numFmt formatCode="#,##0" sourceLinked="0"/>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ctr"/>
              <c:showLegendKey val="0"/>
              <c:showVal val="1"/>
              <c:showCatName val="0"/>
              <c:showSerName val="0"/>
              <c:showPercent val="0"/>
              <c:showBubbleSize val="0"/>
              <c:extLst>
                <c:ext xmlns:c16="http://schemas.microsoft.com/office/drawing/2014/chart" uri="{C3380CC4-5D6E-409C-BE32-E72D297353CC}">
                  <c16:uniqueId val="{0000000E-EE5C-4D8E-A8D8-0EA61916E0C8}"/>
                </c:ext>
              </c:extLst>
            </c:dLbl>
            <c:dLbl>
              <c:idx val="3"/>
              <c:numFmt formatCode="#,##0" sourceLinked="0"/>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ctr"/>
              <c:showLegendKey val="0"/>
              <c:showVal val="1"/>
              <c:showCatName val="0"/>
              <c:showSerName val="0"/>
              <c:showPercent val="0"/>
              <c:showBubbleSize val="0"/>
              <c:extLst>
                <c:ext xmlns:c16="http://schemas.microsoft.com/office/drawing/2014/chart" uri="{C3380CC4-5D6E-409C-BE32-E72D297353CC}">
                  <c16:uniqueId val="{0000000F-EE5C-4D8E-A8D8-0EA61916E0C8}"/>
                </c:ext>
              </c:extLst>
            </c:dLbl>
            <c:dLbl>
              <c:idx val="4"/>
              <c:numFmt formatCode="#,##0" sourceLinked="0"/>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ctr"/>
              <c:showLegendKey val="0"/>
              <c:showVal val="1"/>
              <c:showCatName val="0"/>
              <c:showSerName val="0"/>
              <c:showPercent val="0"/>
              <c:showBubbleSize val="0"/>
              <c:extLst>
                <c:ext xmlns:c16="http://schemas.microsoft.com/office/drawing/2014/chart" uri="{C3380CC4-5D6E-409C-BE32-E72D297353CC}">
                  <c16:uniqueId val="{00000010-EE5C-4D8E-A8D8-0EA61916E0C8}"/>
                </c:ext>
              </c:extLst>
            </c:dLbl>
            <c:dLbl>
              <c:idx val="5"/>
              <c:numFmt formatCode="#,##0" sourceLinked="0"/>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ctr"/>
              <c:showLegendKey val="0"/>
              <c:showVal val="1"/>
              <c:showCatName val="0"/>
              <c:showSerName val="0"/>
              <c:showPercent val="0"/>
              <c:showBubbleSize val="0"/>
              <c:extLst>
                <c:ext xmlns:c16="http://schemas.microsoft.com/office/drawing/2014/chart" uri="{C3380CC4-5D6E-409C-BE32-E72D297353CC}">
                  <c16:uniqueId val="{00000011-EE5C-4D8E-A8D8-0EA61916E0C8}"/>
                </c:ext>
              </c:extLst>
            </c:dLbl>
            <c:dLbl>
              <c:idx val="6"/>
              <c:numFmt formatCode="#,##0" sourceLinked="0"/>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ctr"/>
              <c:showLegendKey val="0"/>
              <c:showVal val="1"/>
              <c:showCatName val="0"/>
              <c:showSerName val="0"/>
              <c:showPercent val="0"/>
              <c:showBubbleSize val="0"/>
              <c:extLst>
                <c:ext xmlns:c16="http://schemas.microsoft.com/office/drawing/2014/chart" uri="{C3380CC4-5D6E-409C-BE32-E72D297353CC}">
                  <c16:uniqueId val="{00000012-EE5C-4D8E-A8D8-0EA61916E0C8}"/>
                </c:ext>
              </c:extLst>
            </c:dLbl>
            <c:dLbl>
              <c:idx val="7"/>
              <c:numFmt formatCode="#,##0" sourceLinked="0"/>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ctr"/>
              <c:showLegendKey val="0"/>
              <c:showVal val="1"/>
              <c:showCatName val="0"/>
              <c:showSerName val="0"/>
              <c:showPercent val="0"/>
              <c:showBubbleSize val="0"/>
              <c:extLst>
                <c:ext xmlns:c16="http://schemas.microsoft.com/office/drawing/2014/chart" uri="{C3380CC4-5D6E-409C-BE32-E72D297353CC}">
                  <c16:uniqueId val="{00000013-EE5C-4D8E-A8D8-0EA61916E0C8}"/>
                </c:ext>
              </c:extLst>
            </c:dLbl>
            <c:dLbl>
              <c:idx val="8"/>
              <c:numFmt formatCode="#,##0" sourceLinked="0"/>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ctr"/>
              <c:showLegendKey val="0"/>
              <c:showVal val="1"/>
              <c:showCatName val="0"/>
              <c:showSerName val="0"/>
              <c:showPercent val="0"/>
              <c:showBubbleSize val="0"/>
              <c:extLst>
                <c:ext xmlns:c16="http://schemas.microsoft.com/office/drawing/2014/chart" uri="{C3380CC4-5D6E-409C-BE32-E72D297353CC}">
                  <c16:uniqueId val="{00000014-EE5C-4D8E-A8D8-0EA61916E0C8}"/>
                </c:ext>
              </c:extLst>
            </c:dLbl>
            <c:dLbl>
              <c:idx val="9"/>
              <c:numFmt formatCode="#,##0" sourceLinked="0"/>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ctr"/>
              <c:showLegendKey val="0"/>
              <c:showVal val="1"/>
              <c:showCatName val="0"/>
              <c:showSerName val="0"/>
              <c:showPercent val="0"/>
              <c:showBubbleSize val="0"/>
              <c:extLst>
                <c:ext xmlns:c16="http://schemas.microsoft.com/office/drawing/2014/chart" uri="{C3380CC4-5D6E-409C-BE32-E72D297353CC}">
                  <c16:uniqueId val="{00000015-EE5C-4D8E-A8D8-0EA61916E0C8}"/>
                </c:ext>
              </c:extLst>
            </c:dLbl>
            <c:dLbl>
              <c:idx val="10"/>
              <c:numFmt formatCode="#,##0" sourceLinked="0"/>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ctr"/>
              <c:showLegendKey val="0"/>
              <c:showVal val="1"/>
              <c:showCatName val="0"/>
              <c:showSerName val="0"/>
              <c:showPercent val="0"/>
              <c:showBubbleSize val="0"/>
              <c:extLst>
                <c:ext xmlns:c16="http://schemas.microsoft.com/office/drawing/2014/chart" uri="{C3380CC4-5D6E-409C-BE32-E72D297353CC}">
                  <c16:uniqueId val="{00000016-EE5C-4D8E-A8D8-0EA61916E0C8}"/>
                </c:ext>
              </c:extLst>
            </c:dLbl>
            <c:numFmt formatCode="#,##0" sourceLinked="0"/>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ctr"/>
            <c:showLegendKey val="0"/>
            <c:showVal val="1"/>
            <c:showCatName val="0"/>
            <c:showSerName val="0"/>
            <c:showPercent val="0"/>
            <c:showBubbleSize val="0"/>
            <c:showLeaderLines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15:showLeaderLines val="0"/>
              </c:ext>
            </c:extLst>
          </c:dLbls>
          <c:cat>
            <c:strRef>
              <c:f>Sheet1!$A$2:$A$12</c:f>
              <c:strCache>
                <c:ptCount val="11"/>
                <c:pt idx="0">
                  <c:v>UE-28</c:v>
                </c:pt>
                <c:pt idx="1">
                  <c:v>Otros países europeos</c:v>
                </c:pt>
                <c:pt idx="2">
                  <c:v>África</c:v>
                </c:pt>
                <c:pt idx="3">
                  <c:v>ASEAN*</c:v>
                </c:pt>
                <c:pt idx="4">
                  <c:v>China</c:v>
                </c:pt>
                <c:pt idx="5">
                  <c:v>India</c:v>
                </c:pt>
                <c:pt idx="6">
                  <c:v>Japón</c:v>
                </c:pt>
                <c:pt idx="7">
                  <c:v>Corea</c:v>
                </c:pt>
                <c:pt idx="8">
                  <c:v>Otros países asiáticos y Australasia</c:v>
                </c:pt>
                <c:pt idx="9">
                  <c:v>Norteamérica</c:v>
                </c:pt>
                <c:pt idx="10">
                  <c:v>Sudamérica</c:v>
                </c:pt>
              </c:strCache>
            </c:strRef>
          </c:cat>
          <c:val>
            <c:numRef>
              <c:f>Sheet1!$C$2:$C$12</c:f>
              <c:numCache>
                <c:formatCode>#,##0</c:formatCode>
                <c:ptCount val="11"/>
                <c:pt idx="0">
                  <c:v>2682.88</c:v>
                </c:pt>
                <c:pt idx="1">
                  <c:v>865.34</c:v>
                </c:pt>
                <c:pt idx="2">
                  <c:v>350.82</c:v>
                </c:pt>
                <c:pt idx="3">
                  <c:v>1017.32</c:v>
                </c:pt>
                <c:pt idx="4">
                  <c:v>10921.8</c:v>
                </c:pt>
                <c:pt idx="5">
                  <c:v>1012.15</c:v>
                </c:pt>
                <c:pt idx="6">
                  <c:v>1027.55</c:v>
                </c:pt>
                <c:pt idx="7">
                  <c:v>668.85</c:v>
                </c:pt>
                <c:pt idx="8">
                  <c:v>1350.15</c:v>
                </c:pt>
                <c:pt idx="9">
                  <c:v>1950.18</c:v>
                </c:pt>
                <c:pt idx="10">
                  <c:v>1159.26</c:v>
                </c:pt>
              </c:numCache>
            </c:numRef>
          </c:val>
          <c:extLst>
            <c:ext xmlns:c16="http://schemas.microsoft.com/office/drawing/2014/chart" uri="{C3380CC4-5D6E-409C-BE32-E72D297353CC}">
              <c16:uniqueId val="{00000017-EE5C-4D8E-A8D8-0EA61916E0C8}"/>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noFill/>
          <a:ln w="25400" cap="flat" cmpd="sng" algn="ctr">
            <a:solidFill>
              <a:srgbClr val="000000"/>
            </a:solidFill>
            <a:prstDash val="solid"/>
            <a:round/>
          </a:ln>
          <a:effectLst/>
        </c:spPr>
        <c:txPr>
          <a:bodyPr rot="-6000000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crossAx val="66437120"/>
        <c:crosses val="autoZero"/>
        <c:auto val="0"/>
        <c:lblAlgn val="ctr"/>
        <c:lblOffset val="100"/>
        <c:noMultiLvlLbl val="0"/>
      </c:catAx>
      <c:valAx>
        <c:axId val="66437120"/>
        <c:scaling>
          <c:orientation val="minMax"/>
          <c:min val="0"/>
        </c:scaling>
        <c:delete val="0"/>
        <c:axPos val="l"/>
        <c:majorGridlines>
          <c:spPr>
            <a:ln w="9525" cap="flat" cmpd="sng" algn="ctr">
              <a:solidFill>
                <a:srgbClr val="2F2F2F"/>
              </a:solidFill>
              <a:prstDash val="dot"/>
              <a:round/>
            </a:ln>
            <a:effectLst/>
          </c:spPr>
        </c:majorGridlines>
        <c:title>
          <c:tx>
            <c:rich>
              <a:bodyPr rot="-5400000" spcFirstLastPara="1" vertOverflow="ellipsis" vert="horz" wrap="square" anchor="ctr" anchorCtr="1"/>
              <a:lstStyle/>
              <a:p>
                <a:pPr>
                  <a:defRPr sz="1800" b="1" i="0" u="none" strike="noStrike" kern="1200" baseline="0">
                    <a:solidFill>
                      <a:schemeClr val="tx1"/>
                    </a:solidFill>
                    <a:latin typeface="+mn-lt"/>
                    <a:ea typeface="+mn-ea"/>
                    <a:cs typeface="+mn-cs"/>
                  </a:defRPr>
                </a:pPr>
                <a:r>
                  <a:rPr lang="es-PE" sz="1000" b="0">
                    <a:solidFill>
                      <a:srgbClr val="0F283E"/>
                    </a:solidFill>
                    <a:latin typeface="Open Sans Light"/>
                  </a:rPr>
                  <a:t>Demanda mundial en miles de toneladas métricas</a:t>
                </a:r>
              </a:p>
            </c:rich>
          </c:tx>
          <c:overlay val="0"/>
          <c:spPr>
            <a:noFill/>
            <a:ln>
              <a:noFill/>
            </a:ln>
            <a:effectLst/>
          </c:spPr>
          <c:txPr>
            <a:bodyPr rot="-5400000" spcFirstLastPara="1" vertOverflow="ellipsis" vert="horz" wrap="square" anchor="ctr" anchorCtr="1"/>
            <a:lstStyle/>
            <a:p>
              <a:pPr>
                <a:defRPr sz="1800" b="1" i="0" u="none" strike="noStrike" kern="1200" baseline="0">
                  <a:solidFill>
                    <a:schemeClr val="tx1"/>
                  </a:solidFill>
                  <a:latin typeface="+mn-lt"/>
                  <a:ea typeface="+mn-ea"/>
                  <a:cs typeface="+mn-cs"/>
                </a:defRPr>
              </a:pPr>
              <a:endParaRPr lang="es-PE"/>
            </a:p>
          </c:txPr>
        </c:title>
        <c:numFmt formatCode="#,##0" sourceLinked="0"/>
        <c:majorTickMark val="none"/>
        <c:minorTickMark val="none"/>
        <c:tickLblPos val="low"/>
        <c:spPr>
          <a:noFill/>
          <a:ln w="6350" cap="flat" cmpd="sng" algn="ctr">
            <a:noFill/>
            <a:prstDash val="solid"/>
            <a:round/>
          </a:ln>
          <a:effectLst/>
        </c:spPr>
        <c:txPr>
          <a:bodyPr rot="-6000000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crossAx val="6745113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1" i="0" u="none" strike="noStrike" kern="1200" baseline="0" smtId="4294967295">
              <a:solidFill>
                <a:srgbClr val="0F283E"/>
              </a:solidFill>
              <a:latin typeface="Open Sans Light"/>
              <a:ea typeface="+mn-ea"/>
              <a:cs typeface="+mn-cs"/>
            </a:defRPr>
          </a:pPr>
          <a:endParaRPr lang="es-PE"/>
        </a:p>
      </c:txPr>
    </c:legend>
    <c:plotVisOnly val="1"/>
    <c:dispBlanksAs val="gap"/>
    <c:showDLblsOverMax val="1"/>
  </c:chart>
  <c:spPr>
    <a:noFill/>
    <a:ln w="9525" cap="flat" cmpd="sng" algn="ctr">
      <a:solidFill>
        <a:schemeClr val="tx1"/>
      </a:solidFill>
      <a:prstDash val="solid"/>
      <a:miter lim="800000"/>
    </a:ln>
    <a:effectLst/>
  </c:spPr>
  <c:txPr>
    <a:bodyPr/>
    <a:lstStyle/>
    <a:p>
      <a:pPr>
        <a:defRPr sz="1800" smtId="4294967295"/>
      </a:pPr>
      <a:endParaRPr lang="es-PE"/>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barChart>
        <c:barDir val="col"/>
        <c:grouping val="clustered"/>
        <c:varyColors val="0"/>
        <c:ser>
          <c:idx val="0"/>
          <c:order val="0"/>
          <c:tx>
            <c:strRef>
              <c:f>Sheet1!$B$1</c:f>
              <c:strCache>
                <c:ptCount val="1"/>
                <c:pt idx="0">
                  <c:v>Consumo en miles de toneladas métricas*</c:v>
                </c:pt>
              </c:strCache>
            </c:strRef>
          </c:tx>
          <c:spPr>
            <a:solidFill>
              <a:schemeClr val="accent5"/>
            </a:solidFill>
            <a:ln>
              <a:noFill/>
            </a:ln>
            <a:effectLst/>
          </c:spPr>
          <c:invertIfNegative val="0"/>
          <c:dLbls>
            <c:dLbl>
              <c:idx val="0"/>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0-3F44-483D-B98F-7DAE8B2F5F4C}"/>
                </c:ext>
              </c:extLst>
            </c:dLbl>
            <c:dLbl>
              <c:idx val="1"/>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1-3F44-483D-B98F-7DAE8B2F5F4C}"/>
                </c:ext>
              </c:extLst>
            </c:dLbl>
            <c:dLbl>
              <c:idx val="2"/>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2-3F44-483D-B98F-7DAE8B2F5F4C}"/>
                </c:ext>
              </c:extLst>
            </c:dLbl>
            <c:dLbl>
              <c:idx val="3"/>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3-3F44-483D-B98F-7DAE8B2F5F4C}"/>
                </c:ext>
              </c:extLst>
            </c:dLbl>
            <c:dLbl>
              <c:idx val="4"/>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4-3F44-483D-B98F-7DAE8B2F5F4C}"/>
                </c:ext>
              </c:extLst>
            </c:dLbl>
            <c:dLbl>
              <c:idx val="5"/>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5-3F44-483D-B98F-7DAE8B2F5F4C}"/>
                </c:ext>
              </c:extLst>
            </c:dLbl>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showLegendKey val="0"/>
            <c:showVal val="1"/>
            <c:showCatName val="0"/>
            <c:showSerName val="0"/>
            <c:showPercent val="0"/>
            <c:showBubbleSize val="0"/>
            <c:showLeaderLines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15:showLeaderLines val="0"/>
              </c:ext>
            </c:extLst>
          </c:dLbls>
          <c:cat>
            <c:numRef>
              <c:f>Sheet1!$A$2:$A$7</c:f>
              <c:numCache>
                <c:formatCode>General</c:formatCode>
                <c:ptCount val="6"/>
                <c:pt idx="0">
                  <c:v>2010</c:v>
                </c:pt>
                <c:pt idx="1">
                  <c:v>2011</c:v>
                </c:pt>
                <c:pt idx="2">
                  <c:v>2012</c:v>
                </c:pt>
                <c:pt idx="3">
                  <c:v>2013</c:v>
                </c:pt>
                <c:pt idx="4">
                  <c:v>2014</c:v>
                </c:pt>
                <c:pt idx="5">
                  <c:v>2015</c:v>
                </c:pt>
              </c:numCache>
            </c:numRef>
          </c:cat>
          <c:val>
            <c:numRef>
              <c:f>Sheet1!$B$2:$B$7</c:f>
              <c:numCache>
                <c:formatCode>General</c:formatCode>
                <c:ptCount val="6"/>
                <c:pt idx="0">
                  <c:v>19127</c:v>
                </c:pt>
                <c:pt idx="1">
                  <c:v>19736</c:v>
                </c:pt>
                <c:pt idx="2">
                  <c:v>19799</c:v>
                </c:pt>
                <c:pt idx="3">
                  <c:v>20640</c:v>
                </c:pt>
                <c:pt idx="4">
                  <c:v>21450</c:v>
                </c:pt>
                <c:pt idx="5">
                  <c:v>21849</c:v>
                </c:pt>
              </c:numCache>
            </c:numRef>
          </c:val>
          <c:extLst>
            <c:ext xmlns:c16="http://schemas.microsoft.com/office/drawing/2014/chart" uri="{C3380CC4-5D6E-409C-BE32-E72D297353CC}">
              <c16:uniqueId val="{00000006-3F44-483D-B98F-7DAE8B2F5F4C}"/>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noFill/>
          <a:ln w="25400" cap="flat" cmpd="sng" algn="ctr">
            <a:solidFill>
              <a:srgbClr val="000000"/>
            </a:solidFill>
            <a:prstDash val="solid"/>
            <a:round/>
          </a:ln>
          <a:effectLst/>
        </c:spPr>
        <c:txPr>
          <a:bodyPr rot="-6000000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crossAx val="66437120"/>
        <c:crosses val="autoZero"/>
        <c:auto val="0"/>
        <c:lblAlgn val="ctr"/>
        <c:lblOffset val="100"/>
        <c:noMultiLvlLbl val="0"/>
      </c:catAx>
      <c:valAx>
        <c:axId val="66437120"/>
        <c:scaling>
          <c:orientation val="minMax"/>
          <c:min val="0"/>
        </c:scaling>
        <c:delete val="0"/>
        <c:axPos val="l"/>
        <c:majorGridlines>
          <c:spPr>
            <a:ln w="9525" cap="flat" cmpd="sng" algn="ctr">
              <a:solidFill>
                <a:srgbClr val="2F2F2F"/>
              </a:solidFill>
              <a:prstDash val="dot"/>
              <a:round/>
            </a:ln>
            <a:effectLst/>
          </c:spPr>
        </c:majorGridlines>
        <c:title>
          <c:tx>
            <c:rich>
              <a:bodyPr rot="-5400000" spcFirstLastPara="1" vertOverflow="ellipsis" vert="horz" wrap="square" anchor="ctr" anchorCtr="1"/>
              <a:lstStyle/>
              <a:p>
                <a:pPr>
                  <a:defRPr sz="1800" b="1" i="0" u="none" strike="noStrike" kern="1200" baseline="0">
                    <a:solidFill>
                      <a:schemeClr val="tx1"/>
                    </a:solidFill>
                    <a:latin typeface="+mn-lt"/>
                    <a:ea typeface="+mn-ea"/>
                    <a:cs typeface="+mn-cs"/>
                  </a:defRPr>
                </a:pPr>
                <a:r>
                  <a:rPr lang="es-PE" sz="1000" b="0">
                    <a:solidFill>
                      <a:srgbClr val="0F283E"/>
                    </a:solidFill>
                    <a:latin typeface="Open Sans Light"/>
                  </a:rPr>
                  <a:t>Consumo en miles de toneladas métricas*</a:t>
                </a:r>
              </a:p>
            </c:rich>
          </c:tx>
          <c:overlay val="0"/>
          <c:spPr>
            <a:noFill/>
            <a:ln>
              <a:noFill/>
            </a:ln>
            <a:effectLst/>
          </c:spPr>
          <c:txPr>
            <a:bodyPr rot="-5400000" spcFirstLastPara="1" vertOverflow="ellipsis" vert="horz" wrap="square" anchor="ctr" anchorCtr="1"/>
            <a:lstStyle/>
            <a:p>
              <a:pPr>
                <a:defRPr sz="1800" b="1" i="0" u="none" strike="noStrike" kern="1200" baseline="0">
                  <a:solidFill>
                    <a:schemeClr val="tx1"/>
                  </a:solidFill>
                  <a:latin typeface="+mn-lt"/>
                  <a:ea typeface="+mn-ea"/>
                  <a:cs typeface="+mn-cs"/>
                </a:defRPr>
              </a:pPr>
              <a:endParaRPr lang="es-PE"/>
            </a:p>
          </c:txPr>
        </c:title>
        <c:numFmt formatCode="#,##0" sourceLinked="0"/>
        <c:majorTickMark val="none"/>
        <c:minorTickMark val="none"/>
        <c:tickLblPos val="low"/>
        <c:spPr>
          <a:noFill/>
          <a:ln w="6350" cap="flat" cmpd="sng" algn="ctr">
            <a:noFill/>
            <a:prstDash val="solid"/>
            <a:round/>
          </a:ln>
          <a:effectLst/>
        </c:spPr>
        <c:txPr>
          <a:bodyPr rot="-6000000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crossAx val="67451136"/>
        <c:crosses val="autoZero"/>
        <c:crossBetween val="between"/>
      </c:valAx>
      <c:spPr>
        <a:noFill/>
        <a:ln>
          <a:noFill/>
        </a:ln>
        <a:effectLst/>
      </c:spPr>
    </c:plotArea>
    <c:plotVisOnly val="1"/>
    <c:dispBlanksAs val="gap"/>
    <c:showDLblsOverMax val="1"/>
  </c:chart>
  <c:spPr>
    <a:noFill/>
    <a:ln w="9525" cap="flat" cmpd="sng" algn="ctr">
      <a:solidFill>
        <a:schemeClr val="tx1"/>
      </a:solidFill>
      <a:prstDash val="solid"/>
      <a:miter lim="800000"/>
    </a:ln>
    <a:effectLst/>
  </c:spPr>
  <c:txPr>
    <a:bodyPr/>
    <a:lstStyle/>
    <a:p>
      <a:pPr>
        <a:defRPr sz="1800" smtId="4294967295"/>
      </a:pPr>
      <a:endParaRPr lang="es-PE"/>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barChart>
        <c:barDir val="col"/>
        <c:grouping val="clustered"/>
        <c:varyColors val="0"/>
        <c:ser>
          <c:idx val="0"/>
          <c:order val="0"/>
          <c:tx>
            <c:strRef>
              <c:f>Sheet1!$B$1</c:f>
              <c:strCache>
                <c:ptCount val="1"/>
                <c:pt idx="0">
                  <c:v>Column1</c:v>
                </c:pt>
              </c:strCache>
            </c:strRef>
          </c:tx>
          <c:spPr>
            <a:solidFill>
              <a:schemeClr val="accent5"/>
            </a:solidFill>
            <a:ln>
              <a:noFill/>
            </a:ln>
            <a:effectLst/>
          </c:spPr>
          <c:invertIfNegative val="0"/>
          <c:dLbls>
            <c:dLbl>
              <c:idx val="0"/>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0-5773-4AA4-80EA-90B8C50F1BDF}"/>
                </c:ext>
              </c:extLst>
            </c:dLbl>
            <c:dLbl>
              <c:idx val="1"/>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1-5773-4AA4-80EA-90B8C50F1BDF}"/>
                </c:ext>
              </c:extLst>
            </c:dLbl>
            <c:dLbl>
              <c:idx val="2"/>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2-5773-4AA4-80EA-90B8C50F1BDF}"/>
                </c:ext>
              </c:extLst>
            </c:dLbl>
            <c:dLbl>
              <c:idx val="3"/>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3-5773-4AA4-80EA-90B8C50F1BDF}"/>
                </c:ext>
              </c:extLst>
            </c:dLbl>
            <c:dLbl>
              <c:idx val="4"/>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4-5773-4AA4-80EA-90B8C50F1BDF}"/>
                </c:ext>
              </c:extLst>
            </c:dLbl>
            <c:dLbl>
              <c:idx val="5"/>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5-5773-4AA4-80EA-90B8C50F1BDF}"/>
                </c:ext>
              </c:extLst>
            </c:dLbl>
            <c:dLbl>
              <c:idx val="6"/>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6-5773-4AA4-80EA-90B8C50F1BDF}"/>
                </c:ext>
              </c:extLst>
            </c:dLbl>
            <c:dLbl>
              <c:idx val="7"/>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7-5773-4AA4-80EA-90B8C50F1BDF}"/>
                </c:ext>
              </c:extLst>
            </c:dLbl>
            <c:dLbl>
              <c:idx val="8"/>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8-5773-4AA4-80EA-90B8C50F1BDF}"/>
                </c:ext>
              </c:extLst>
            </c:dLbl>
            <c:dLbl>
              <c:idx val="9"/>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9-5773-4AA4-80EA-90B8C50F1BDF}"/>
                </c:ext>
              </c:extLst>
            </c:dLbl>
            <c:dLbl>
              <c:idx val="10"/>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A-5773-4AA4-80EA-90B8C50F1BDF}"/>
                </c:ext>
              </c:extLst>
            </c:dLbl>
            <c:dLbl>
              <c:idx val="11"/>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B-5773-4AA4-80EA-90B8C50F1BDF}"/>
                </c:ext>
              </c:extLst>
            </c:dLbl>
            <c:dLbl>
              <c:idx val="12"/>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C-5773-4AA4-80EA-90B8C50F1BDF}"/>
                </c:ext>
              </c:extLst>
            </c:dLbl>
            <c:dLbl>
              <c:idx val="13"/>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D-5773-4AA4-80EA-90B8C50F1BDF}"/>
                </c:ext>
              </c:extLst>
            </c:dLbl>
            <c:dLbl>
              <c:idx val="14"/>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E-5773-4AA4-80EA-90B8C50F1BDF}"/>
                </c:ext>
              </c:extLst>
            </c:dLbl>
            <c:dLbl>
              <c:idx val="15"/>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F-5773-4AA4-80EA-90B8C50F1BDF}"/>
                </c:ext>
              </c:extLst>
            </c:dLbl>
            <c:dLbl>
              <c:idx val="16"/>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10-5773-4AA4-80EA-90B8C50F1BDF}"/>
                </c:ext>
              </c:extLst>
            </c:dLbl>
            <c:dLbl>
              <c:idx val="17"/>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11-5773-4AA4-80EA-90B8C50F1BDF}"/>
                </c:ext>
              </c:extLst>
            </c:dLbl>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showLegendKey val="0"/>
            <c:showVal val="1"/>
            <c:showCatName val="0"/>
            <c:showSerName val="0"/>
            <c:showPercent val="0"/>
            <c:showBubbleSize val="0"/>
            <c:showLeaderLines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15:showLeaderLines val="0"/>
              </c:ext>
            </c:extLst>
          </c:dLbls>
          <c:cat>
            <c:strRef>
              <c:f>Sheet1!$A$2:$A$19</c:f>
              <c:strCache>
                <c:ptCount val="18"/>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pt idx="13">
                  <c:v>2019</c:v>
                </c:pt>
                <c:pt idx="14">
                  <c:v>2020</c:v>
                </c:pt>
                <c:pt idx="15">
                  <c:v>2021</c:v>
                </c:pt>
                <c:pt idx="16">
                  <c:v>2022</c:v>
                </c:pt>
                <c:pt idx="17">
                  <c:v>2023*</c:v>
                </c:pt>
              </c:strCache>
            </c:strRef>
          </c:cat>
          <c:val>
            <c:numRef>
              <c:f>Sheet1!$B$2:$B$19</c:f>
              <c:numCache>
                <c:formatCode>General</c:formatCode>
                <c:ptCount val="18"/>
                <c:pt idx="0">
                  <c:v>15100</c:v>
                </c:pt>
                <c:pt idx="1">
                  <c:v>15500</c:v>
                </c:pt>
                <c:pt idx="2">
                  <c:v>15600</c:v>
                </c:pt>
                <c:pt idx="3">
                  <c:v>15900</c:v>
                </c:pt>
                <c:pt idx="4">
                  <c:v>16000</c:v>
                </c:pt>
                <c:pt idx="5">
                  <c:v>16100</c:v>
                </c:pt>
                <c:pt idx="6">
                  <c:v>16900</c:v>
                </c:pt>
                <c:pt idx="7">
                  <c:v>18300</c:v>
                </c:pt>
                <c:pt idx="8">
                  <c:v>18500</c:v>
                </c:pt>
                <c:pt idx="9">
                  <c:v>19100</c:v>
                </c:pt>
                <c:pt idx="10">
                  <c:v>20100</c:v>
                </c:pt>
                <c:pt idx="11">
                  <c:v>20000</c:v>
                </c:pt>
                <c:pt idx="12">
                  <c:v>20400</c:v>
                </c:pt>
                <c:pt idx="13">
                  <c:v>20400</c:v>
                </c:pt>
                <c:pt idx="14">
                  <c:v>20600</c:v>
                </c:pt>
                <c:pt idx="15">
                  <c:v>21200</c:v>
                </c:pt>
                <c:pt idx="16">
                  <c:v>21900</c:v>
                </c:pt>
                <c:pt idx="17">
                  <c:v>22000</c:v>
                </c:pt>
              </c:numCache>
            </c:numRef>
          </c:val>
          <c:extLst>
            <c:ext xmlns:c16="http://schemas.microsoft.com/office/drawing/2014/chart" uri="{C3380CC4-5D6E-409C-BE32-E72D297353CC}">
              <c16:uniqueId val="{00000012-5773-4AA4-80EA-90B8C50F1BDF}"/>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noFill/>
          <a:ln w="25400" cap="flat" cmpd="sng" algn="ctr">
            <a:solidFill>
              <a:srgbClr val="000000"/>
            </a:solidFill>
            <a:prstDash val="solid"/>
            <a:round/>
          </a:ln>
          <a:effectLst/>
        </c:spPr>
        <c:txPr>
          <a:bodyPr rot="-6000000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crossAx val="66437120"/>
        <c:crosses val="autoZero"/>
        <c:auto val="0"/>
        <c:lblAlgn val="ctr"/>
        <c:lblOffset val="100"/>
        <c:noMultiLvlLbl val="0"/>
      </c:catAx>
      <c:valAx>
        <c:axId val="66437120"/>
        <c:scaling>
          <c:orientation val="minMax"/>
          <c:min val="0"/>
        </c:scaling>
        <c:delete val="0"/>
        <c:axPos val="l"/>
        <c:majorGridlines>
          <c:spPr>
            <a:ln w="9525" cap="flat" cmpd="sng" algn="ctr">
              <a:solidFill>
                <a:srgbClr val="2F2F2F"/>
              </a:solidFill>
              <a:prstDash val="dot"/>
              <a:round/>
            </a:ln>
            <a:effectLst/>
          </c:spPr>
        </c:majorGridlines>
        <c:title>
          <c:tx>
            <c:rich>
              <a:bodyPr rot="-5400000" spcFirstLastPara="1" vertOverflow="ellipsis" vert="horz" wrap="square" anchor="ctr" anchorCtr="1"/>
              <a:lstStyle/>
              <a:p>
                <a:pPr>
                  <a:defRPr sz="1800" b="1" i="0" u="none" strike="noStrike" kern="1200" baseline="0">
                    <a:solidFill>
                      <a:schemeClr val="tx1"/>
                    </a:solidFill>
                    <a:latin typeface="+mn-lt"/>
                    <a:ea typeface="+mn-ea"/>
                    <a:cs typeface="+mn-cs"/>
                  </a:defRPr>
                </a:pPr>
                <a:r>
                  <a:rPr lang="es-PE" sz="1000" b="0">
                    <a:solidFill>
                      <a:srgbClr val="0F283E"/>
                    </a:solidFill>
                    <a:latin typeface="Open Sans Light"/>
                  </a:rPr>
                  <a:t>Producción en miles de toneladas métricas</a:t>
                </a:r>
              </a:p>
            </c:rich>
          </c:tx>
          <c:overlay val="0"/>
          <c:spPr>
            <a:noFill/>
            <a:ln>
              <a:noFill/>
            </a:ln>
            <a:effectLst/>
          </c:spPr>
          <c:txPr>
            <a:bodyPr rot="-5400000" spcFirstLastPara="1" vertOverflow="ellipsis" vert="horz" wrap="square" anchor="ctr" anchorCtr="1"/>
            <a:lstStyle/>
            <a:p>
              <a:pPr>
                <a:defRPr sz="1800" b="1" i="0" u="none" strike="noStrike" kern="1200" baseline="0">
                  <a:solidFill>
                    <a:schemeClr val="tx1"/>
                  </a:solidFill>
                  <a:latin typeface="+mn-lt"/>
                  <a:ea typeface="+mn-ea"/>
                  <a:cs typeface="+mn-cs"/>
                </a:defRPr>
              </a:pPr>
              <a:endParaRPr lang="es-PE"/>
            </a:p>
          </c:txPr>
        </c:title>
        <c:numFmt formatCode="#,##0" sourceLinked="0"/>
        <c:majorTickMark val="none"/>
        <c:minorTickMark val="none"/>
        <c:tickLblPos val="low"/>
        <c:spPr>
          <a:noFill/>
          <a:ln w="6350" cap="flat" cmpd="sng" algn="ctr">
            <a:noFill/>
            <a:prstDash val="solid"/>
            <a:round/>
          </a:ln>
          <a:effectLst/>
        </c:spPr>
        <c:txPr>
          <a:bodyPr rot="-6000000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crossAx val="67451136"/>
        <c:crosses val="autoZero"/>
        <c:crossBetween val="between"/>
      </c:valAx>
      <c:spPr>
        <a:noFill/>
        <a:ln>
          <a:noFill/>
        </a:ln>
        <a:effectLst/>
      </c:spPr>
    </c:plotArea>
    <c:plotVisOnly val="1"/>
    <c:dispBlanksAs val="gap"/>
    <c:showDLblsOverMax val="1"/>
  </c:chart>
  <c:spPr>
    <a:noFill/>
    <a:ln w="6350" cap="flat" cmpd="sng" algn="ctr">
      <a:solidFill>
        <a:schemeClr val="tx1"/>
      </a:solidFill>
      <a:prstDash val="solid"/>
      <a:miter lim="800000"/>
    </a:ln>
    <a:effectLst/>
  </c:spPr>
  <c:txPr>
    <a:bodyPr/>
    <a:lstStyle/>
    <a:p>
      <a:pPr>
        <a:defRPr sz="1800" smtId="4294967295"/>
      </a:pPr>
      <a:endParaRPr lang="es-PE"/>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barChart>
        <c:barDir val="col"/>
        <c:grouping val="clustered"/>
        <c:varyColors val="0"/>
        <c:ser>
          <c:idx val="0"/>
          <c:order val="0"/>
          <c:tx>
            <c:strRef>
              <c:f>Sheet1!$B$1</c:f>
              <c:strCache>
                <c:ptCount val="1"/>
                <c:pt idx="0">
                  <c:v>2023</c:v>
                </c:pt>
              </c:strCache>
            </c:strRef>
          </c:tx>
          <c:spPr>
            <a:solidFill>
              <a:schemeClr val="accent5"/>
            </a:solidFill>
            <a:ln>
              <a:noFill/>
            </a:ln>
            <a:effectLst/>
          </c:spPr>
          <c:invertIfNegative val="0"/>
          <c:dLbls>
            <c:dLbl>
              <c:idx val="0"/>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D603-4D4D-AECB-57DE0910A9B6}"/>
                </c:ext>
              </c:extLst>
            </c:dLbl>
            <c:dLbl>
              <c:idx val="1"/>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D603-4D4D-AECB-57DE0910A9B6}"/>
                </c:ext>
              </c:extLst>
            </c:dLbl>
            <c:dLbl>
              <c:idx val="2"/>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D603-4D4D-AECB-57DE0910A9B6}"/>
                </c:ext>
              </c:extLst>
            </c:dLbl>
            <c:dLbl>
              <c:idx val="3"/>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D603-4D4D-AECB-57DE0910A9B6}"/>
                </c:ext>
              </c:extLst>
            </c:dLbl>
            <c:dLbl>
              <c:idx val="4"/>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D603-4D4D-AECB-57DE0910A9B6}"/>
                </c:ext>
              </c:extLst>
            </c:dLbl>
            <c:dLbl>
              <c:idx val="5"/>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D603-4D4D-AECB-57DE0910A9B6}"/>
                </c:ext>
              </c:extLst>
            </c:dLbl>
            <c:dLbl>
              <c:idx val="6"/>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D603-4D4D-AECB-57DE0910A9B6}"/>
                </c:ext>
              </c:extLst>
            </c:dLbl>
            <c:dLbl>
              <c:idx val="7"/>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D603-4D4D-AECB-57DE0910A9B6}"/>
                </c:ext>
              </c:extLst>
            </c:dLbl>
            <c:dLbl>
              <c:idx val="8"/>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8-D603-4D4D-AECB-57DE0910A9B6}"/>
                </c:ext>
              </c:extLst>
            </c:dLbl>
            <c:dLbl>
              <c:idx val="9"/>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9-D603-4D4D-AECB-57DE0910A9B6}"/>
                </c:ext>
              </c:extLst>
            </c:dLbl>
            <c:dLbl>
              <c:idx val="10"/>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A-D603-4D4D-AECB-57DE0910A9B6}"/>
                </c:ext>
              </c:extLst>
            </c:dLbl>
            <c:dLbl>
              <c:idx val="11"/>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B-D603-4D4D-AECB-57DE0910A9B6}"/>
                </c:ext>
              </c:extLst>
            </c:dLbl>
            <c:dLbl>
              <c:idx val="12"/>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C-D603-4D4D-AECB-57DE0910A9B6}"/>
                </c:ext>
              </c:extLst>
            </c:dLbl>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Sheet1!$A$2:$A$14</c:f>
              <c:strCache>
                <c:ptCount val="13"/>
                <c:pt idx="0">
                  <c:v>Chile</c:v>
                </c:pt>
                <c:pt idx="1">
                  <c:v>Perú</c:v>
                </c:pt>
                <c:pt idx="2">
                  <c:v>República Democrática del Congo</c:v>
                </c:pt>
                <c:pt idx="3">
                  <c:v>China</c:v>
                </c:pt>
                <c:pt idx="4">
                  <c:v>Estados Unidos</c:v>
                </c:pt>
                <c:pt idx="5">
                  <c:v>Rusia</c:v>
                </c:pt>
                <c:pt idx="6">
                  <c:v>Indonesia</c:v>
                </c:pt>
                <c:pt idx="7">
                  <c:v>Australia</c:v>
                </c:pt>
                <c:pt idx="8">
                  <c:v>Zambia</c:v>
                </c:pt>
                <c:pt idx="9">
                  <c:v>México</c:v>
                </c:pt>
                <c:pt idx="10">
                  <c:v>Kazajistán</c:v>
                </c:pt>
                <c:pt idx="11">
                  <c:v>Canadá</c:v>
                </c:pt>
                <c:pt idx="12">
                  <c:v>Polonia</c:v>
                </c:pt>
              </c:strCache>
            </c:strRef>
          </c:cat>
          <c:val>
            <c:numRef>
              <c:f>Sheet1!$B$2:$B$14</c:f>
              <c:numCache>
                <c:formatCode>General</c:formatCode>
                <c:ptCount val="13"/>
                <c:pt idx="0">
                  <c:v>5000</c:v>
                </c:pt>
                <c:pt idx="1">
                  <c:v>2600</c:v>
                </c:pt>
                <c:pt idx="2">
                  <c:v>2500</c:v>
                </c:pt>
                <c:pt idx="3">
                  <c:v>1700</c:v>
                </c:pt>
                <c:pt idx="4">
                  <c:v>1100</c:v>
                </c:pt>
                <c:pt idx="5">
                  <c:v>910</c:v>
                </c:pt>
                <c:pt idx="6">
                  <c:v>840</c:v>
                </c:pt>
                <c:pt idx="7">
                  <c:v>810</c:v>
                </c:pt>
                <c:pt idx="8">
                  <c:v>760</c:v>
                </c:pt>
                <c:pt idx="9">
                  <c:v>750</c:v>
                </c:pt>
                <c:pt idx="10">
                  <c:v>600</c:v>
                </c:pt>
                <c:pt idx="11">
                  <c:v>480</c:v>
                </c:pt>
                <c:pt idx="12">
                  <c:v>400</c:v>
                </c:pt>
              </c:numCache>
            </c:numRef>
          </c:val>
          <c:extLst>
            <c:ext xmlns:c16="http://schemas.microsoft.com/office/drawing/2014/chart" uri="{C3380CC4-5D6E-409C-BE32-E72D297353CC}">
              <c16:uniqueId val="{0000000D-D603-4D4D-AECB-57DE0910A9B6}"/>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noFill/>
          <a:ln w="25400" cap="flat" cmpd="sng" algn="ctr">
            <a:solidFill>
              <a:srgbClr val="000000"/>
            </a:solidFill>
            <a:prstDash val="solid"/>
            <a:round/>
          </a:ln>
          <a:effectLst/>
        </c:spPr>
        <c:txPr>
          <a:bodyPr rot="-6000000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crossAx val="66437120"/>
        <c:crosses val="autoZero"/>
        <c:auto val="0"/>
        <c:lblAlgn val="ctr"/>
        <c:lblOffset val="100"/>
        <c:noMultiLvlLbl val="0"/>
      </c:catAx>
      <c:valAx>
        <c:axId val="66437120"/>
        <c:scaling>
          <c:orientation val="minMax"/>
          <c:min val="0"/>
        </c:scaling>
        <c:delete val="0"/>
        <c:axPos val="l"/>
        <c:majorGridlines>
          <c:spPr>
            <a:ln w="9525" cap="flat" cmpd="sng" algn="ctr">
              <a:solidFill>
                <a:srgbClr val="2F2F2F"/>
              </a:solidFill>
              <a:prstDash val="dot"/>
              <a:round/>
            </a:ln>
            <a:effectLst/>
          </c:spPr>
        </c:majorGridlines>
        <c:title>
          <c:tx>
            <c:rich>
              <a:bodyPr rot="-5400000" spcFirstLastPara="1" vertOverflow="ellipsis" vert="horz" wrap="square" anchor="ctr" anchorCtr="1"/>
              <a:lstStyle/>
              <a:p>
                <a:pPr>
                  <a:defRPr sz="1800" b="1" i="0" u="none" strike="noStrike" kern="1200" baseline="0">
                    <a:solidFill>
                      <a:schemeClr val="tx1"/>
                    </a:solidFill>
                    <a:latin typeface="+mn-lt"/>
                    <a:ea typeface="+mn-ea"/>
                    <a:cs typeface="+mn-cs"/>
                  </a:defRPr>
                </a:pPr>
                <a:r>
                  <a:rPr lang="es-PE" sz="1000" b="0">
                    <a:solidFill>
                      <a:srgbClr val="0F283E"/>
                    </a:solidFill>
                    <a:latin typeface="Open Sans Light"/>
                  </a:rPr>
                  <a:t>Producción en miles de toneladas métricas*</a:t>
                </a:r>
              </a:p>
            </c:rich>
          </c:tx>
          <c:overlay val="0"/>
          <c:spPr>
            <a:noFill/>
            <a:ln>
              <a:noFill/>
            </a:ln>
            <a:effectLst/>
          </c:spPr>
          <c:txPr>
            <a:bodyPr rot="-5400000" spcFirstLastPara="1" vertOverflow="ellipsis" vert="horz" wrap="square" anchor="ctr" anchorCtr="1"/>
            <a:lstStyle/>
            <a:p>
              <a:pPr>
                <a:defRPr sz="1800" b="1" i="0" u="none" strike="noStrike" kern="1200" baseline="0">
                  <a:solidFill>
                    <a:schemeClr val="tx1"/>
                  </a:solidFill>
                  <a:latin typeface="+mn-lt"/>
                  <a:ea typeface="+mn-ea"/>
                  <a:cs typeface="+mn-cs"/>
                </a:defRPr>
              </a:pPr>
              <a:endParaRPr lang="es-PE"/>
            </a:p>
          </c:txPr>
        </c:title>
        <c:numFmt formatCode="#,##0" sourceLinked="0"/>
        <c:majorTickMark val="none"/>
        <c:minorTickMark val="none"/>
        <c:tickLblPos val="low"/>
        <c:spPr>
          <a:noFill/>
          <a:ln w="6350" cap="flat" cmpd="sng" algn="ctr">
            <a:noFill/>
            <a:prstDash val="solid"/>
            <a:round/>
          </a:ln>
          <a:effectLst/>
        </c:spPr>
        <c:txPr>
          <a:bodyPr rot="-6000000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crossAx val="67451136"/>
        <c:crosses val="autoZero"/>
        <c:crossBetween val="between"/>
      </c:valAx>
      <c:spPr>
        <a:noFill/>
        <a:ln>
          <a:noFill/>
        </a:ln>
        <a:effectLst/>
      </c:spPr>
    </c:plotArea>
    <c:plotVisOnly val="1"/>
    <c:dispBlanksAs val="gap"/>
    <c:showDLblsOverMax val="1"/>
  </c:chart>
  <c:spPr>
    <a:noFill/>
    <a:ln w="6350" cap="flat" cmpd="sng" algn="ctr">
      <a:solidFill>
        <a:schemeClr val="tx1"/>
      </a:solidFill>
      <a:prstDash val="solid"/>
      <a:miter lim="800000"/>
    </a:ln>
    <a:effectLst/>
  </c:spPr>
  <c:txPr>
    <a:bodyPr/>
    <a:lstStyle/>
    <a:p>
      <a:pPr>
        <a:defRPr sz="1800" smtId="4294967295"/>
      </a:pPr>
      <a:endParaRPr lang="es-PE"/>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barChart>
        <c:barDir val="bar"/>
        <c:grouping val="clustered"/>
        <c:varyColors val="0"/>
        <c:ser>
          <c:idx val="0"/>
          <c:order val="0"/>
          <c:tx>
            <c:strRef>
              <c:f>Sheet1!$B$1</c:f>
              <c:strCache>
                <c:ptCount val="1"/>
                <c:pt idx="0">
                  <c:v>Column1</c:v>
                </c:pt>
              </c:strCache>
            </c:strRef>
          </c:tx>
          <c:spPr>
            <a:solidFill>
              <a:schemeClr val="accent5"/>
            </a:solidFill>
            <a:ln>
              <a:noFill/>
            </a:ln>
            <a:effectLst/>
          </c:spPr>
          <c:invertIfNegative val="0"/>
          <c:dPt>
            <c:idx val="20"/>
            <c:invertIfNegative val="0"/>
            <c:bubble3D val="0"/>
            <c:spPr>
              <a:solidFill>
                <a:schemeClr val="accent5"/>
              </a:solidFill>
              <a:ln>
                <a:noFill/>
              </a:ln>
              <a:effectLst/>
            </c:spPr>
            <c:extLst>
              <c:ext xmlns:c16="http://schemas.microsoft.com/office/drawing/2014/chart" uri="{C3380CC4-5D6E-409C-BE32-E72D297353CC}">
                <c16:uniqueId val="{00000001-75B5-4D22-83A1-4AC2FFFEC9E8}"/>
              </c:ext>
            </c:extLst>
          </c:dPt>
          <c:dLbls>
            <c:dLbl>
              <c:idx val="0"/>
              <c:numFmt formatCode="#,##0" sourceLinked="0"/>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5B5-4D22-83A1-4AC2FFFEC9E8}"/>
                </c:ext>
              </c:extLst>
            </c:dLbl>
            <c:dLbl>
              <c:idx val="1"/>
              <c:numFmt formatCode="#,##0.0" sourceLinked="0"/>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5B5-4D22-83A1-4AC2FFFEC9E8}"/>
                </c:ext>
              </c:extLst>
            </c:dLbl>
            <c:dLbl>
              <c:idx val="2"/>
              <c:numFmt formatCode="#,##0.0" sourceLinked="0"/>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5B5-4D22-83A1-4AC2FFFEC9E8}"/>
                </c:ext>
              </c:extLst>
            </c:dLbl>
            <c:dLbl>
              <c:idx val="3"/>
              <c:numFmt formatCode="#,##0.0" sourceLinked="0"/>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5B5-4D22-83A1-4AC2FFFEC9E8}"/>
                </c:ext>
              </c:extLst>
            </c:dLbl>
            <c:dLbl>
              <c:idx val="4"/>
              <c:numFmt formatCode="#,##0.0" sourceLinked="0"/>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75B5-4D22-83A1-4AC2FFFEC9E8}"/>
                </c:ext>
              </c:extLst>
            </c:dLbl>
            <c:dLbl>
              <c:idx val="5"/>
              <c:numFmt formatCode="#,##0.0" sourceLinked="0"/>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5B5-4D22-83A1-4AC2FFFEC9E8}"/>
                </c:ext>
              </c:extLst>
            </c:dLbl>
            <c:dLbl>
              <c:idx val="6"/>
              <c:numFmt formatCode="#,##0.0" sourceLinked="0"/>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75B5-4D22-83A1-4AC2FFFEC9E8}"/>
                </c:ext>
              </c:extLst>
            </c:dLbl>
            <c:dLbl>
              <c:idx val="7"/>
              <c:numFmt formatCode="#,##0.0" sourceLinked="0"/>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75B5-4D22-83A1-4AC2FFFEC9E8}"/>
                </c:ext>
              </c:extLst>
            </c:dLbl>
            <c:dLbl>
              <c:idx val="8"/>
              <c:numFmt formatCode="#,##0.0" sourceLinked="0"/>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75B5-4D22-83A1-4AC2FFFEC9E8}"/>
                </c:ext>
              </c:extLst>
            </c:dLbl>
            <c:dLbl>
              <c:idx val="9"/>
              <c:numFmt formatCode="#,##0.0" sourceLinked="0"/>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75B5-4D22-83A1-4AC2FFFEC9E8}"/>
                </c:ext>
              </c:extLst>
            </c:dLbl>
            <c:dLbl>
              <c:idx val="10"/>
              <c:numFmt formatCode="#,##0.0" sourceLinked="0"/>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75B5-4D22-83A1-4AC2FFFEC9E8}"/>
                </c:ext>
              </c:extLst>
            </c:dLbl>
            <c:dLbl>
              <c:idx val="11"/>
              <c:numFmt formatCode="#,##0.0" sourceLinked="0"/>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75B5-4D22-83A1-4AC2FFFEC9E8}"/>
                </c:ext>
              </c:extLst>
            </c:dLbl>
            <c:dLbl>
              <c:idx val="12"/>
              <c:numFmt formatCode="#,##0.0" sourceLinked="0"/>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75B5-4D22-83A1-4AC2FFFEC9E8}"/>
                </c:ext>
              </c:extLst>
            </c:dLbl>
            <c:dLbl>
              <c:idx val="13"/>
              <c:numFmt formatCode="#,##0.0" sourceLinked="0"/>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75B5-4D22-83A1-4AC2FFFEC9E8}"/>
                </c:ext>
              </c:extLst>
            </c:dLbl>
            <c:dLbl>
              <c:idx val="14"/>
              <c:numFmt formatCode="#,##0.0" sourceLinked="0"/>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75B5-4D22-83A1-4AC2FFFEC9E8}"/>
                </c:ext>
              </c:extLst>
            </c:dLbl>
            <c:dLbl>
              <c:idx val="15"/>
              <c:numFmt formatCode="#,##0.0" sourceLinked="0"/>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75B5-4D22-83A1-4AC2FFFEC9E8}"/>
                </c:ext>
              </c:extLst>
            </c:dLbl>
            <c:dLbl>
              <c:idx val="16"/>
              <c:numFmt formatCode="#,##0.0" sourceLinked="0"/>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75B5-4D22-83A1-4AC2FFFEC9E8}"/>
                </c:ext>
              </c:extLst>
            </c:dLbl>
            <c:dLbl>
              <c:idx val="17"/>
              <c:numFmt formatCode="#,##0.0" sourceLinked="0"/>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75B5-4D22-83A1-4AC2FFFEC9E8}"/>
                </c:ext>
              </c:extLst>
            </c:dLbl>
            <c:dLbl>
              <c:idx val="18"/>
              <c:numFmt formatCode="#,##0.0" sourceLinked="0"/>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75B5-4D22-83A1-4AC2FFFEC9E8}"/>
                </c:ext>
              </c:extLst>
            </c:dLbl>
            <c:dLbl>
              <c:idx val="19"/>
              <c:numFmt formatCode="#,##0.0" sourceLinked="0"/>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75B5-4D22-83A1-4AC2FFFEC9E8}"/>
                </c:ext>
              </c:extLst>
            </c:dLbl>
            <c:dLbl>
              <c:idx val="20"/>
              <c:numFmt formatCode="#,##0.0" sourceLinked="0"/>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5B5-4D22-83A1-4AC2FFFEC9E8}"/>
                </c:ext>
              </c:extLst>
            </c:dLbl>
            <c:spPr>
              <a:noFill/>
              <a:ln>
                <a:noFill/>
              </a:ln>
              <a:effectLst/>
            </c:spPr>
            <c:txPr>
              <a:bodyPr rot="0" spcFirstLastPara="1" vertOverflow="ellipsis" vert="horz" wrap="square" anchor="ctr" anchorCtr="1"/>
              <a:lstStyle/>
              <a:p>
                <a:pPr>
                  <a:defRPr sz="1000" b="1" i="0" u="none" strike="noStrike" kern="1200" baseline="0" smtId="4294967295">
                    <a:solidFill>
                      <a:srgbClr val="0F283E"/>
                    </a:solidFill>
                    <a:latin typeface="Open Sans Light"/>
                    <a:ea typeface="+mn-ea"/>
                    <a:cs typeface="+mn-cs"/>
                  </a:defRPr>
                </a:pPr>
                <a:endParaRPr lang="es-PE"/>
              </a:p>
            </c:txPr>
            <c:showLegendKey val="0"/>
            <c:showVal val="1"/>
            <c:showCatName val="0"/>
            <c:showSerName val="0"/>
            <c:showPercent val="0"/>
            <c:showBubbleSize val="0"/>
            <c:showLeaderLines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15:showLeaderLines val="0"/>
              </c:ext>
            </c:extLst>
          </c:dLbls>
          <c:cat>
            <c:strRef>
              <c:f>Sheet1!$A$2:$A$22</c:f>
              <c:strCache>
                <c:ptCount val="21"/>
                <c:pt idx="0">
                  <c:v>Codelco</c:v>
                </c:pt>
                <c:pt idx="1">
                  <c:v>Escondida</c:v>
                </c:pt>
                <c:pt idx="2">
                  <c:v>Collahuasi</c:v>
                </c:pt>
                <c:pt idx="3">
                  <c:v>Los Pelambres</c:v>
                </c:pt>
                <c:pt idx="4">
                  <c:v>Anglo American Sur</c:v>
                </c:pt>
                <c:pt idx="5">
                  <c:v>Sierra Gorda</c:v>
                </c:pt>
                <c:pt idx="6">
                  <c:v>Centinela (sulfides)</c:v>
                </c:pt>
                <c:pt idx="7">
                  <c:v>Spence</c:v>
                </c:pt>
                <c:pt idx="8">
                  <c:v>Caserones</c:v>
                </c:pt>
                <c:pt idx="9">
                  <c:v>Zaldívar</c:v>
                </c:pt>
                <c:pt idx="10">
                  <c:v>Candelaria</c:v>
                </c:pt>
                <c:pt idx="11">
                  <c:v>Centinela (oxides)</c:v>
                </c:pt>
                <c:pt idx="12">
                  <c:v>Antucoya</c:v>
                </c:pt>
                <c:pt idx="13">
                  <c:v>Anglo American Norte</c:v>
                </c:pt>
                <c:pt idx="14">
                  <c:v>Lomas Bayas</c:v>
                </c:pt>
                <c:pt idx="15">
                  <c:v>El Abra</c:v>
                </c:pt>
                <c:pt idx="16">
                  <c:v>Cerro Colorado</c:v>
                </c:pt>
                <c:pt idx="17">
                  <c:v>Andacollo</c:v>
                </c:pt>
                <c:pt idx="18">
                  <c:v>Michilla</c:v>
                </c:pt>
                <c:pt idx="19">
                  <c:v>Quebrada Blanca</c:v>
                </c:pt>
                <c:pt idx="20">
                  <c:v>Otras</c:v>
                </c:pt>
              </c:strCache>
            </c:strRef>
          </c:cat>
          <c:val>
            <c:numRef>
              <c:f>Sheet1!$B$2:$B$22</c:f>
              <c:numCache>
                <c:formatCode>General</c:formatCode>
                <c:ptCount val="21"/>
                <c:pt idx="0">
                  <c:v>1618</c:v>
                </c:pt>
                <c:pt idx="1">
                  <c:v>1187.3</c:v>
                </c:pt>
                <c:pt idx="2">
                  <c:v>629.1</c:v>
                </c:pt>
                <c:pt idx="3">
                  <c:v>372.1</c:v>
                </c:pt>
                <c:pt idx="4">
                  <c:v>370.5</c:v>
                </c:pt>
                <c:pt idx="5">
                  <c:v>156.1</c:v>
                </c:pt>
                <c:pt idx="6">
                  <c:v>153.5</c:v>
                </c:pt>
                <c:pt idx="7">
                  <c:v>145.9</c:v>
                </c:pt>
                <c:pt idx="8">
                  <c:v>126.4</c:v>
                </c:pt>
                <c:pt idx="9">
                  <c:v>96.5</c:v>
                </c:pt>
                <c:pt idx="10">
                  <c:v>94.8</c:v>
                </c:pt>
                <c:pt idx="11">
                  <c:v>93.3</c:v>
                </c:pt>
                <c:pt idx="12">
                  <c:v>79.3</c:v>
                </c:pt>
                <c:pt idx="13">
                  <c:v>78.599999999999994</c:v>
                </c:pt>
                <c:pt idx="14">
                  <c:v>73.900000000000006</c:v>
                </c:pt>
                <c:pt idx="15">
                  <c:v>71.900000000000006</c:v>
                </c:pt>
                <c:pt idx="16">
                  <c:v>68.900000000000006</c:v>
                </c:pt>
                <c:pt idx="17">
                  <c:v>57.4</c:v>
                </c:pt>
                <c:pt idx="18">
                  <c:v>19.5</c:v>
                </c:pt>
                <c:pt idx="19">
                  <c:v>13.4</c:v>
                </c:pt>
                <c:pt idx="20">
                  <c:v>225.8</c:v>
                </c:pt>
              </c:numCache>
            </c:numRef>
          </c:val>
          <c:extLst>
            <c:ext xmlns:c16="http://schemas.microsoft.com/office/drawing/2014/chart" uri="{C3380CC4-5D6E-409C-BE32-E72D297353CC}">
              <c16:uniqueId val="{00000016-75B5-4D22-83A1-4AC2FFFEC9E8}"/>
            </c:ext>
          </c:extLst>
        </c:ser>
        <c:dLbls>
          <c:showLegendKey val="0"/>
          <c:showVal val="0"/>
          <c:showCatName val="0"/>
          <c:showSerName val="0"/>
          <c:showPercent val="0"/>
          <c:showBubbleSize val="0"/>
        </c:dLbls>
        <c:gapWidth val="80"/>
        <c:axId val="67451136"/>
        <c:axId val="66437120"/>
      </c:barChart>
      <c:catAx>
        <c:axId val="67451136"/>
        <c:scaling>
          <c:orientation val="minMax"/>
        </c:scaling>
        <c:delete val="0"/>
        <c:axPos val="l"/>
        <c:numFmt formatCode="General" sourceLinked="0"/>
        <c:majorTickMark val="none"/>
        <c:minorTickMark val="none"/>
        <c:tickLblPos val="low"/>
        <c:spPr>
          <a:noFill/>
          <a:ln w="25400" cap="flat" cmpd="sng" algn="ctr">
            <a:solidFill>
              <a:srgbClr val="000000"/>
            </a:solidFill>
            <a:prstDash val="solid"/>
            <a:round/>
          </a:ln>
          <a:effectLst/>
        </c:spPr>
        <c:txPr>
          <a:bodyPr rot="-6000000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crossAx val="66437120"/>
        <c:crosses val="autoZero"/>
        <c:auto val="0"/>
        <c:lblAlgn val="ctr"/>
        <c:lblOffset val="100"/>
        <c:noMultiLvlLbl val="0"/>
      </c:catAx>
      <c:valAx>
        <c:axId val="66437120"/>
        <c:scaling>
          <c:orientation val="minMax"/>
          <c:min val="0"/>
        </c:scaling>
        <c:delete val="0"/>
        <c:axPos val="b"/>
        <c:majorGridlines>
          <c:spPr>
            <a:ln w="9525" cap="flat" cmpd="sng" algn="ctr">
              <a:solidFill>
                <a:srgbClr val="2F2F2F"/>
              </a:solidFill>
              <a:prstDash val="dot"/>
              <a:round/>
            </a:ln>
            <a:effectLst/>
          </c:spPr>
        </c:majorGridlines>
        <c:title>
          <c:tx>
            <c:rich>
              <a:bodyPr rot="0" spcFirstLastPara="1" vertOverflow="ellipsis" vert="horz" wrap="square" anchor="ctr" anchorCtr="1"/>
              <a:lstStyle/>
              <a:p>
                <a:pPr>
                  <a:defRPr sz="1800" b="1" i="0" u="none" strike="noStrike" kern="1200" baseline="0">
                    <a:solidFill>
                      <a:schemeClr val="tx1"/>
                    </a:solidFill>
                    <a:latin typeface="+mn-lt"/>
                    <a:ea typeface="+mn-ea"/>
                    <a:cs typeface="+mn-cs"/>
                  </a:defRPr>
                </a:pPr>
                <a:r>
                  <a:rPr lang="es-PE" sz="1000" b="0">
                    <a:solidFill>
                      <a:srgbClr val="0F283E"/>
                    </a:solidFill>
                    <a:latin typeface="Open Sans Light"/>
                  </a:rPr>
                  <a:t>Producción en miles de toneladas métricas</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tx1"/>
                  </a:solidFill>
                  <a:latin typeface="+mn-lt"/>
                  <a:ea typeface="+mn-ea"/>
                  <a:cs typeface="+mn-cs"/>
                </a:defRPr>
              </a:pPr>
              <a:endParaRPr lang="es-PE"/>
            </a:p>
          </c:txPr>
        </c:title>
        <c:numFmt formatCode="#,##0" sourceLinked="0"/>
        <c:majorTickMark val="none"/>
        <c:minorTickMark val="none"/>
        <c:tickLblPos val="low"/>
        <c:spPr>
          <a:noFill/>
          <a:ln w="6350" cap="flat" cmpd="sng" algn="ctr">
            <a:noFill/>
            <a:prstDash val="solid"/>
            <a:round/>
          </a:ln>
          <a:effectLst/>
        </c:spPr>
        <c:txPr>
          <a:bodyPr rot="-6000000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crossAx val="67451136"/>
        <c:crosses val="autoZero"/>
        <c:crossBetween val="between"/>
      </c:valAx>
      <c:spPr>
        <a:noFill/>
        <a:ln>
          <a:noFill/>
        </a:ln>
        <a:effectLst/>
      </c:spPr>
    </c:plotArea>
    <c:plotVisOnly val="1"/>
    <c:dispBlanksAs val="gap"/>
    <c:showDLblsOverMax val="1"/>
  </c:chart>
  <c:spPr>
    <a:noFill/>
    <a:ln w="6350" cap="flat" cmpd="sng" algn="ctr">
      <a:solidFill>
        <a:schemeClr val="tx1"/>
      </a:solidFill>
      <a:prstDash val="solid"/>
      <a:miter lim="800000"/>
    </a:ln>
    <a:effectLst/>
  </c:spPr>
  <c:txPr>
    <a:bodyPr/>
    <a:lstStyle/>
    <a:p>
      <a:pPr>
        <a:defRPr sz="1800" smtId="4294967295"/>
      </a:pPr>
      <a:endParaRPr lang="es-PE"/>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barChart>
        <c:barDir val="col"/>
        <c:grouping val="clustered"/>
        <c:varyColors val="0"/>
        <c:ser>
          <c:idx val="0"/>
          <c:order val="0"/>
          <c:tx>
            <c:strRef>
              <c:f>Sheet1!$B$1</c:f>
              <c:strCache>
                <c:ptCount val="1"/>
                <c:pt idx="0">
                  <c:v>2023</c:v>
                </c:pt>
              </c:strCache>
            </c:strRef>
          </c:tx>
          <c:spPr>
            <a:solidFill>
              <a:schemeClr val="accent5"/>
            </a:solidFill>
            <a:ln>
              <a:noFill/>
            </a:ln>
            <a:effectLst/>
          </c:spPr>
          <c:invertIfNegative val="0"/>
          <c:dPt>
            <c:idx val="5"/>
            <c:invertIfNegative val="0"/>
            <c:bubble3D val="0"/>
            <c:spPr>
              <a:solidFill>
                <a:schemeClr val="tx2">
                  <a:lumMod val="60000"/>
                  <a:lumOff val="40000"/>
                </a:schemeClr>
              </a:solidFill>
              <a:ln>
                <a:noFill/>
              </a:ln>
              <a:effectLst/>
            </c:spPr>
            <c:extLst>
              <c:ext xmlns:c16="http://schemas.microsoft.com/office/drawing/2014/chart" uri="{C3380CC4-5D6E-409C-BE32-E72D297353CC}">
                <c16:uniqueId val="{00000005-D603-4DEA-A7B6-8EF0FF09C33B}"/>
              </c:ext>
            </c:extLst>
          </c:dPt>
          <c:dPt>
            <c:idx val="7"/>
            <c:invertIfNegative val="0"/>
            <c:bubble3D val="0"/>
            <c:spPr>
              <a:solidFill>
                <a:schemeClr val="tx2">
                  <a:lumMod val="60000"/>
                  <a:lumOff val="40000"/>
                </a:schemeClr>
              </a:solidFill>
              <a:ln>
                <a:noFill/>
              </a:ln>
              <a:effectLst/>
            </c:spPr>
            <c:extLst>
              <c:ext xmlns:c16="http://schemas.microsoft.com/office/drawing/2014/chart" uri="{C3380CC4-5D6E-409C-BE32-E72D297353CC}">
                <c16:uniqueId val="{00000007-D603-4DEA-A7B6-8EF0FF09C33B}"/>
              </c:ext>
            </c:extLst>
          </c:dPt>
          <c:dPt>
            <c:idx val="10"/>
            <c:invertIfNegative val="0"/>
            <c:bubble3D val="0"/>
            <c:spPr>
              <a:solidFill>
                <a:schemeClr val="tx2">
                  <a:lumMod val="60000"/>
                  <a:lumOff val="40000"/>
                </a:schemeClr>
              </a:solidFill>
              <a:ln>
                <a:noFill/>
              </a:ln>
              <a:effectLst/>
            </c:spPr>
            <c:extLst>
              <c:ext xmlns:c16="http://schemas.microsoft.com/office/drawing/2014/chart" uri="{C3380CC4-5D6E-409C-BE32-E72D297353CC}">
                <c16:uniqueId val="{0000000A-D603-4DEA-A7B6-8EF0FF09C33B}"/>
              </c:ext>
            </c:extLst>
          </c:dPt>
          <c:dPt>
            <c:idx val="15"/>
            <c:invertIfNegative val="0"/>
            <c:bubble3D val="0"/>
            <c:spPr>
              <a:solidFill>
                <a:schemeClr val="tx2">
                  <a:lumMod val="60000"/>
                  <a:lumOff val="40000"/>
                </a:schemeClr>
              </a:solidFill>
              <a:ln>
                <a:noFill/>
              </a:ln>
              <a:effectLst/>
            </c:spPr>
            <c:extLst>
              <c:ext xmlns:c16="http://schemas.microsoft.com/office/drawing/2014/chart" uri="{C3380CC4-5D6E-409C-BE32-E72D297353CC}">
                <c16:uniqueId val="{0000000F-D603-4DEA-A7B6-8EF0FF09C33B}"/>
              </c:ext>
            </c:extLst>
          </c:dPt>
          <c:dPt>
            <c:idx val="18"/>
            <c:invertIfNegative val="0"/>
            <c:bubble3D val="0"/>
            <c:spPr>
              <a:solidFill>
                <a:schemeClr val="tx2">
                  <a:lumMod val="60000"/>
                  <a:lumOff val="40000"/>
                </a:schemeClr>
              </a:solidFill>
              <a:ln>
                <a:noFill/>
              </a:ln>
              <a:effectLst/>
            </c:spPr>
            <c:extLst>
              <c:ext xmlns:c16="http://schemas.microsoft.com/office/drawing/2014/chart" uri="{C3380CC4-5D6E-409C-BE32-E72D297353CC}">
                <c16:uniqueId val="{00000012-D603-4DEA-A7B6-8EF0FF09C33B}"/>
              </c:ext>
            </c:extLst>
          </c:dPt>
          <c:dLbls>
            <c:dLbl>
              <c:idx val="0"/>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0-D603-4DEA-A7B6-8EF0FF09C33B}"/>
                </c:ext>
              </c:extLst>
            </c:dLbl>
            <c:dLbl>
              <c:idx val="1"/>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1-D603-4DEA-A7B6-8EF0FF09C33B}"/>
                </c:ext>
              </c:extLst>
            </c:dLbl>
            <c:dLbl>
              <c:idx val="2"/>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2-D603-4DEA-A7B6-8EF0FF09C33B}"/>
                </c:ext>
              </c:extLst>
            </c:dLbl>
            <c:dLbl>
              <c:idx val="3"/>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3-D603-4DEA-A7B6-8EF0FF09C33B}"/>
                </c:ext>
              </c:extLst>
            </c:dLbl>
            <c:dLbl>
              <c:idx val="4"/>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4-D603-4DEA-A7B6-8EF0FF09C33B}"/>
                </c:ext>
              </c:extLst>
            </c:dLbl>
            <c:dLbl>
              <c:idx val="5"/>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5-D603-4DEA-A7B6-8EF0FF09C33B}"/>
                </c:ext>
              </c:extLst>
            </c:dLbl>
            <c:dLbl>
              <c:idx val="6"/>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6-D603-4DEA-A7B6-8EF0FF09C33B}"/>
                </c:ext>
              </c:extLst>
            </c:dLbl>
            <c:dLbl>
              <c:idx val="7"/>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7-D603-4DEA-A7B6-8EF0FF09C33B}"/>
                </c:ext>
              </c:extLst>
            </c:dLbl>
            <c:dLbl>
              <c:idx val="8"/>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8-D603-4DEA-A7B6-8EF0FF09C33B}"/>
                </c:ext>
              </c:extLst>
            </c:dLbl>
            <c:dLbl>
              <c:idx val="9"/>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9-D603-4DEA-A7B6-8EF0FF09C33B}"/>
                </c:ext>
              </c:extLst>
            </c:dLbl>
            <c:dLbl>
              <c:idx val="10"/>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A-D603-4DEA-A7B6-8EF0FF09C33B}"/>
                </c:ext>
              </c:extLst>
            </c:dLbl>
            <c:dLbl>
              <c:idx val="11"/>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B-D603-4DEA-A7B6-8EF0FF09C33B}"/>
                </c:ext>
              </c:extLst>
            </c:dLbl>
            <c:dLbl>
              <c:idx val="12"/>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C-D603-4DEA-A7B6-8EF0FF09C33B}"/>
                </c:ext>
              </c:extLst>
            </c:dLbl>
            <c:dLbl>
              <c:idx val="13"/>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D-D603-4DEA-A7B6-8EF0FF09C33B}"/>
                </c:ext>
              </c:extLst>
            </c:dLbl>
            <c:dLbl>
              <c:idx val="14"/>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E-D603-4DEA-A7B6-8EF0FF09C33B}"/>
                </c:ext>
              </c:extLst>
            </c:dLbl>
            <c:dLbl>
              <c:idx val="15"/>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0F-D603-4DEA-A7B6-8EF0FF09C33B}"/>
                </c:ext>
              </c:extLst>
            </c:dLbl>
            <c:dLbl>
              <c:idx val="16"/>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10-D603-4DEA-A7B6-8EF0FF09C33B}"/>
                </c:ext>
              </c:extLst>
            </c:dLbl>
            <c:dLbl>
              <c:idx val="17"/>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11-D603-4DEA-A7B6-8EF0FF09C33B}"/>
                </c:ext>
              </c:extLst>
            </c:dLbl>
            <c:dLbl>
              <c:idx val="18"/>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12-D603-4DEA-A7B6-8EF0FF09C33B}"/>
                </c:ext>
              </c:extLst>
            </c:dLbl>
            <c:dLbl>
              <c:idx val="19"/>
              <c:numFmt formatCode="#,##0" sourceLinked="0"/>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dLblPos val="outEnd"/>
              <c:showLegendKey val="0"/>
              <c:showVal val="1"/>
              <c:showCatName val="0"/>
              <c:showSerName val="0"/>
              <c:showPercent val="0"/>
              <c:showBubbleSize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ext xmlns:c16="http://schemas.microsoft.com/office/drawing/2014/chart" uri="{C3380CC4-5D6E-409C-BE32-E72D297353CC}">
                  <c16:uniqueId val="{00000013-D603-4DEA-A7B6-8EF0FF09C33B}"/>
                </c:ext>
              </c:extLst>
            </c:dLbl>
            <c:spPr>
              <a:noFill/>
              <a:ln>
                <a:noFill/>
              </a:ln>
              <a:effectLst/>
            </c:spPr>
            <c:txPr>
              <a:bodyPr rot="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0"/>
              </c:ext>
            </c:extLst>
          </c:dLbls>
          <c:cat>
            <c:strRef>
              <c:f>Sheet1!$A$2:$A$21</c:f>
              <c:strCache>
                <c:ptCount val="20"/>
                <c:pt idx="0">
                  <c:v>Escondida (Chile)</c:v>
                </c:pt>
                <c:pt idx="1">
                  <c:v>Grasberg (Indonesia)</c:v>
                </c:pt>
                <c:pt idx="2">
                  <c:v>Collahuasi (Chile)</c:v>
                </c:pt>
                <c:pt idx="3">
                  <c:v>Morenci (EE. UU.)</c:v>
                </c:pt>
                <c:pt idx="4">
                  <c:v>Buenavista del Cobre (México)</c:v>
                </c:pt>
                <c:pt idx="5">
                  <c:v>Cerro Verde II (Perú)</c:v>
                </c:pt>
                <c:pt idx="6">
                  <c:v>Polar Division (Rusia)</c:v>
                </c:pt>
                <c:pt idx="7">
                  <c:v>Antamina (Perú)</c:v>
                </c:pt>
                <c:pt idx="8">
                  <c:v>Kamoa-Kakula (Congo)</c:v>
                </c:pt>
                <c:pt idx="9">
                  <c:v>El Teniente (Chile)</c:v>
                </c:pt>
                <c:pt idx="10">
                  <c:v>Las Bambas (Perú)</c:v>
                </c:pt>
                <c:pt idx="11">
                  <c:v>Chuquicamata (Chile)</c:v>
                </c:pt>
                <c:pt idx="12">
                  <c:v>Tenke Fungurume (Congo)</c:v>
                </c:pt>
                <c:pt idx="13">
                  <c:v>Cobre Panama (Panamá)</c:v>
                </c:pt>
                <c:pt idx="14">
                  <c:v>Los Pelambres (Chile)</c:v>
                </c:pt>
                <c:pt idx="15">
                  <c:v>Quellaveco (Perú)</c:v>
                </c:pt>
                <c:pt idx="16">
                  <c:v>Kansanshi (Zambia)</c:v>
                </c:pt>
                <c:pt idx="17">
                  <c:v>Los Bronces (Chile)</c:v>
                </c:pt>
                <c:pt idx="18">
                  <c:v>Toromocho (Perú)</c:v>
                </c:pt>
                <c:pt idx="19">
                  <c:v>Bingham Canyon (EE.UU.)</c:v>
                </c:pt>
              </c:strCache>
            </c:strRef>
          </c:cat>
          <c:val>
            <c:numRef>
              <c:f>Sheet1!$B$2:$B$21</c:f>
              <c:numCache>
                <c:formatCode>General</c:formatCode>
                <c:ptCount val="20"/>
                <c:pt idx="0">
                  <c:v>1350</c:v>
                </c:pt>
                <c:pt idx="1">
                  <c:v>770</c:v>
                </c:pt>
                <c:pt idx="2">
                  <c:v>640</c:v>
                </c:pt>
                <c:pt idx="3">
                  <c:v>570</c:v>
                </c:pt>
                <c:pt idx="4">
                  <c:v>535</c:v>
                </c:pt>
                <c:pt idx="5">
                  <c:v>500</c:v>
                </c:pt>
                <c:pt idx="6">
                  <c:v>450</c:v>
                </c:pt>
                <c:pt idx="7">
                  <c:v>450</c:v>
                </c:pt>
                <c:pt idx="8">
                  <c:v>430</c:v>
                </c:pt>
                <c:pt idx="9">
                  <c:v>401</c:v>
                </c:pt>
                <c:pt idx="10">
                  <c:v>400</c:v>
                </c:pt>
                <c:pt idx="11">
                  <c:v>400</c:v>
                </c:pt>
                <c:pt idx="12">
                  <c:v>400</c:v>
                </c:pt>
                <c:pt idx="13">
                  <c:v>380</c:v>
                </c:pt>
                <c:pt idx="14">
                  <c:v>370</c:v>
                </c:pt>
                <c:pt idx="15">
                  <c:v>350</c:v>
                </c:pt>
                <c:pt idx="16">
                  <c:v>340</c:v>
                </c:pt>
                <c:pt idx="17">
                  <c:v>340</c:v>
                </c:pt>
                <c:pt idx="18">
                  <c:v>320</c:v>
                </c:pt>
                <c:pt idx="19">
                  <c:v>310</c:v>
                </c:pt>
              </c:numCache>
            </c:numRef>
          </c:val>
          <c:extLst>
            <c:ext xmlns:c16="http://schemas.microsoft.com/office/drawing/2014/chart" uri="{C3380CC4-5D6E-409C-BE32-E72D297353CC}">
              <c16:uniqueId val="{00000014-D603-4DEA-A7B6-8EF0FF09C33B}"/>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noFill/>
          <a:ln w="25400" cap="flat" cmpd="sng" algn="ctr">
            <a:solidFill>
              <a:srgbClr val="000000"/>
            </a:solidFill>
            <a:prstDash val="solid"/>
            <a:round/>
          </a:ln>
          <a:effectLst/>
        </c:spPr>
        <c:txPr>
          <a:bodyPr rot="-6000000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crossAx val="66437120"/>
        <c:crosses val="autoZero"/>
        <c:auto val="0"/>
        <c:lblAlgn val="ctr"/>
        <c:lblOffset val="100"/>
        <c:noMultiLvlLbl val="0"/>
      </c:catAx>
      <c:valAx>
        <c:axId val="66437120"/>
        <c:scaling>
          <c:orientation val="minMax"/>
          <c:min val="0"/>
        </c:scaling>
        <c:delete val="0"/>
        <c:axPos val="l"/>
        <c:majorGridlines>
          <c:spPr>
            <a:ln w="9525" cap="flat" cmpd="sng" algn="ctr">
              <a:solidFill>
                <a:srgbClr val="2F2F2F"/>
              </a:solidFill>
              <a:prstDash val="dot"/>
              <a:round/>
            </a:ln>
            <a:effectLst/>
          </c:spPr>
        </c:majorGridlines>
        <c:title>
          <c:tx>
            <c:rich>
              <a:bodyPr rot="-5400000" spcFirstLastPara="1" vertOverflow="ellipsis" vert="horz" wrap="square" anchor="ctr" anchorCtr="1"/>
              <a:lstStyle/>
              <a:p>
                <a:pPr>
                  <a:defRPr sz="1800" b="1" i="0" u="none" strike="noStrike" kern="1200" baseline="0">
                    <a:solidFill>
                      <a:schemeClr val="tx1"/>
                    </a:solidFill>
                    <a:latin typeface="+mn-lt"/>
                    <a:ea typeface="+mn-ea"/>
                    <a:cs typeface="+mn-cs"/>
                  </a:defRPr>
                </a:pPr>
                <a:r>
                  <a:rPr lang="es-PE" sz="1000" b="0">
                    <a:solidFill>
                      <a:srgbClr val="0F283E"/>
                    </a:solidFill>
                    <a:latin typeface="Open Sans Light"/>
                  </a:rPr>
                  <a:t>Capacidad de producción en miles de toneladas métricas</a:t>
                </a:r>
              </a:p>
            </c:rich>
          </c:tx>
          <c:overlay val="0"/>
          <c:spPr>
            <a:noFill/>
            <a:ln>
              <a:noFill/>
            </a:ln>
            <a:effectLst/>
          </c:spPr>
          <c:txPr>
            <a:bodyPr rot="-5400000" spcFirstLastPara="1" vertOverflow="ellipsis" vert="horz" wrap="square" anchor="ctr" anchorCtr="1"/>
            <a:lstStyle/>
            <a:p>
              <a:pPr>
                <a:defRPr sz="1800" b="1" i="0" u="none" strike="noStrike" kern="1200" baseline="0">
                  <a:solidFill>
                    <a:schemeClr val="tx1"/>
                  </a:solidFill>
                  <a:latin typeface="+mn-lt"/>
                  <a:ea typeface="+mn-ea"/>
                  <a:cs typeface="+mn-cs"/>
                </a:defRPr>
              </a:pPr>
              <a:endParaRPr lang="es-PE"/>
            </a:p>
          </c:txPr>
        </c:title>
        <c:numFmt formatCode="#,##0" sourceLinked="0"/>
        <c:majorTickMark val="none"/>
        <c:minorTickMark val="none"/>
        <c:tickLblPos val="low"/>
        <c:spPr>
          <a:noFill/>
          <a:ln w="6350" cap="flat" cmpd="sng" algn="ctr">
            <a:noFill/>
            <a:prstDash val="solid"/>
            <a:round/>
          </a:ln>
          <a:effectLst/>
        </c:spPr>
        <c:txPr>
          <a:bodyPr rot="-60000000" spcFirstLastPara="1" vertOverflow="ellipsis" vert="horz" wrap="square" anchor="ctr" anchorCtr="1"/>
          <a:lstStyle/>
          <a:p>
            <a:pPr>
              <a:defRPr sz="1000" b="0" i="0" u="none" strike="noStrike" kern="1200" baseline="0" smtId="4294967295">
                <a:solidFill>
                  <a:srgbClr val="0F283E"/>
                </a:solidFill>
                <a:latin typeface="Open Sans Light"/>
                <a:ea typeface="+mn-ea"/>
                <a:cs typeface="+mn-cs"/>
              </a:defRPr>
            </a:pPr>
            <a:endParaRPr lang="es-PE"/>
          </a:p>
        </c:txPr>
        <c:crossAx val="67451136"/>
        <c:crosses val="autoZero"/>
        <c:crossBetween val="between"/>
      </c:valAx>
      <c:spPr>
        <a:noFill/>
        <a:ln>
          <a:noFill/>
        </a:ln>
        <a:effectLst/>
      </c:spPr>
    </c:plotArea>
    <c:plotVisOnly val="1"/>
    <c:dispBlanksAs val="gap"/>
    <c:showDLblsOverMax val="1"/>
  </c:chart>
  <c:spPr>
    <a:noFill/>
    <a:ln w="9525" cap="flat" cmpd="sng" algn="ctr">
      <a:solidFill>
        <a:schemeClr val="tx1"/>
      </a:solidFill>
      <a:prstDash val="solid"/>
      <a:miter lim="800000"/>
    </a:ln>
    <a:effectLst/>
  </c:spPr>
  <c:txPr>
    <a:bodyPr/>
    <a:lstStyle/>
    <a:p>
      <a:pPr>
        <a:defRPr sz="1800" smtId="4294967295"/>
      </a:pPr>
      <a:endParaRPr lang="es-PE"/>
    </a:p>
  </c:txPr>
  <c:externalData r:id="rId3">
    <c:autoUpdate val="0"/>
  </c:externalData>
</c:chartSpace>
</file>

<file path=ppt/charts/colors1.xml><?xml version="1.0" encoding="utf-8"?>
<cs:colorStyle xmlns:cs="http://schemas.microsoft.com/office/drawing/2012/chartStyle" xmlns:a="http://schemas.openxmlformats.org/drawingml/2006/main" meth="withinLinear" id="18">
  <a:schemeClr val="accent5"/>
</cs:colorStyle>
</file>

<file path=ppt/charts/colors2.xml><?xml version="1.0" encoding="utf-8"?>
<cs:colorStyle xmlns:cs="http://schemas.microsoft.com/office/drawing/2012/chartStyle" xmlns:a="http://schemas.openxmlformats.org/drawingml/2006/main" meth="withinLinear" id="18">
  <a:schemeClr val="accent5"/>
</cs:colorStyle>
</file>

<file path=ppt/charts/colors3.xml><?xml version="1.0" encoding="utf-8"?>
<cs:colorStyle xmlns:cs="http://schemas.microsoft.com/office/drawing/2012/chartStyle" xmlns:a="http://schemas.openxmlformats.org/drawingml/2006/main" meth="withinLinear" id="18">
  <a:schemeClr val="accent5"/>
</cs:colorStyle>
</file>

<file path=ppt/charts/colors4.xml><?xml version="1.0" encoding="utf-8"?>
<cs:colorStyle xmlns:cs="http://schemas.microsoft.com/office/drawing/2012/chartStyle" xmlns:a="http://schemas.openxmlformats.org/drawingml/2006/main" meth="withinLinear" id="18">
  <a:schemeClr val="accent5"/>
</cs:colorStyle>
</file>

<file path=ppt/charts/colors5.xml><?xml version="1.0" encoding="utf-8"?>
<cs:colorStyle xmlns:cs="http://schemas.microsoft.com/office/drawing/2012/chartStyle" xmlns:a="http://schemas.openxmlformats.org/drawingml/2006/main" meth="withinLinear" id="18">
  <a:schemeClr val="accent5"/>
</cs:colorStyle>
</file>

<file path=ppt/charts/colors6.xml><?xml version="1.0" encoding="utf-8"?>
<cs:colorStyle xmlns:cs="http://schemas.microsoft.com/office/drawing/2012/chartStyle" xmlns:a="http://schemas.openxmlformats.org/drawingml/2006/main" meth="withinLinear" id="18">
  <a:schemeClr val="accent5"/>
</cs:colorStyle>
</file>

<file path=ppt/charts/colors7.xml><?xml version="1.0" encoding="utf-8"?>
<cs:colorStyle xmlns:cs="http://schemas.microsoft.com/office/drawing/2012/chartStyle" xmlns:a="http://schemas.openxmlformats.org/drawingml/2006/main" meth="withinLinear" id="18">
  <a:schemeClr val="accent5"/>
</cs:colorStyle>
</file>

<file path=ppt/charts/colors8.xml><?xml version="1.0" encoding="utf-8"?>
<cs:colorStyle xmlns:cs="http://schemas.microsoft.com/office/drawing/2012/chartStyle" xmlns:a="http://schemas.openxmlformats.org/drawingml/2006/main" meth="withinLinear" id="18">
  <a:schemeClr val="accent5"/>
</cs:colorStyle>
</file>

<file path=ppt/charts/colors9.xml><?xml version="1.0" encoding="utf-8"?>
<cs:colorStyle xmlns:cs="http://schemas.microsoft.com/office/drawing/2012/chartStyle" xmlns:a="http://schemas.openxmlformats.org/drawingml/2006/main" meth="withinLinear" id="18">
  <a:schemeClr val="accent5"/>
</cs:colorStyle>
</file>

<file path=ppt/charts/colors10.xml><?xml version="1.0" encoding="utf-8"?>
<cs:colorStyle xmlns:cs="http://schemas.microsoft.com/office/drawing/2012/chartStyle" xmlns:a="http://schemas.openxmlformats.org/drawingml/2006/main" meth="withinLinear" id="18">
  <a:schemeClr val="accent5"/>
</cs:colorStyle>
</file>

<file path=ppt/charts/colors11.xml><?xml version="1.0" encoding="utf-8"?>
<cs:colorStyle xmlns:cs="http://schemas.microsoft.com/office/drawing/2012/chartStyle" xmlns:a="http://schemas.openxmlformats.org/drawingml/2006/main" meth="withinLinear" id="18">
  <a:schemeClr val="accent5"/>
</cs:colorStyle>
</file>

<file path=ppt/charts/style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29">
  <cs:axisTitle>
    <cs:lnRef idx="0"/>
    <cs:fillRef idx="0"/>
    <cs:effectRef idx="0"/>
    <cs:fontRef idx="minor">
      <a:schemeClr val="lt1"/>
    </cs:fontRef>
    <cs:defRPr sz="1197" b="1" kern="1200"/>
  </cs:axisTitle>
  <cs:categoryAxis>
    <cs:lnRef idx="0">
      <cs:styleClr val="0"/>
    </cs:lnRef>
    <cs:fillRef idx="0"/>
    <cs:effectRef idx="0"/>
    <cs:fontRef idx="minor">
      <a:schemeClr val="lt1"/>
    </cs:fontRef>
    <cs:spPr>
      <a:ln w="12700" cap="flat" cmpd="sng" algn="ctr">
        <a:solidFill>
          <a:schemeClr val="lt1"/>
        </a:solidFill>
        <a:round/>
      </a:ln>
    </cs:spPr>
    <cs:defRPr sz="1197" kern="1200" spc="100" baseline="0"/>
  </cs:categoryAxis>
  <cs:chartArea>
    <cs:lnRef idx="0">
      <cs:styleClr val="0"/>
    </cs:lnRef>
    <cs:fillRef idx="0">
      <cs:styleClr val="0"/>
    </cs:fillRef>
    <cs:effectRef idx="0"/>
    <cs:fontRef idx="minor">
      <a:schemeClr val="dk1"/>
    </cs:fontRef>
    <cs:spPr>
      <a:solidFill>
        <a:schemeClr val="phClr"/>
      </a:solidFill>
      <a:ln w="9525" cap="flat" cmpd="sng" algn="ctr">
        <a:solidFill>
          <a:schemeClr val="phClr"/>
        </a:solidFill>
        <a:round/>
      </a:ln>
    </cs:spPr>
    <cs:defRPr sz="1330" kern="1200"/>
  </cs:chartArea>
  <cs:dataLabel>
    <cs:lnRef idx="0"/>
    <cs:fillRef idx="0"/>
    <cs:effectRef idx="0"/>
    <cs:fontRef idx="minor">
      <a:schemeClr val="lt1"/>
    </cs:fontRef>
    <cs:defRPr sz="1197" b="1" kern="1200"/>
  </cs:dataLabel>
  <cs:dataLabelCallout>
    <cs:lnRef idx="0">
      <cs:styleClr val="auto"/>
    </cs:lnRef>
    <cs:fillRef idx="0"/>
    <cs:effectRef idx="0"/>
    <cs:fontRef idx="minor">
      <cs:styleClr val="auto"/>
    </cs:fontRef>
    <cs:spPr>
      <a:solidFill>
        <a:schemeClr val="lt1"/>
      </a:solidFill>
      <a:ln>
        <a:solidFill>
          <a:schemeClr val="ph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pattFill prst="ltUpDiag">
        <a:fgClr>
          <a:schemeClr val="phClr"/>
        </a:fgClr>
        <a:bgClr>
          <a:schemeClr val="lt1"/>
        </a:bgClr>
      </a:pattFill>
    </cs:spPr>
  </cs:dataPoint>
  <cs:dataPoint3D>
    <cs:lnRef idx="0"/>
    <cs:fillRef idx="0">
      <cs:styleClr val="auto"/>
    </cs:fillRef>
    <cs:effectRef idx="0"/>
    <cs:fontRef idx="minor">
      <a:schemeClr val="dk1"/>
    </cs:fontRef>
    <cs:spPr>
      <a:pattFill prst="ltUpDiag">
        <a:fgClr>
          <a:schemeClr val="phClr"/>
        </a:fgClr>
        <a:bgClr>
          <a:schemeClr val="lt1"/>
        </a:bgClr>
      </a:pattFill>
    </cs:spPr>
  </cs:dataPoint3D>
  <cs:dataPointLine>
    <cs:lnRef idx="0">
      <cs:styleClr val="auto"/>
    </cs:lnRef>
    <cs:fillRef idx="0"/>
    <cs:effectRef idx="0">
      <cs:styleClr val="auto"/>
    </cs:effectRef>
    <cs:fontRef idx="minor">
      <a:schemeClr val="dk1"/>
    </cs:fontRef>
    <cs:spPr>
      <a:ln w="34925" cap="rnd">
        <a:solidFill>
          <a:schemeClr val="lt1"/>
        </a:solidFill>
        <a:round/>
      </a:ln>
      <a:effectLst>
        <a:outerShdw dist="25400" dir="2700000" algn="tl" rotWithShape="0">
          <a:schemeClr val="phClr"/>
        </a:outerShdw>
      </a:effectLst>
    </cs:spPr>
  </cs:dataPointLine>
  <cs:dataPointMarker>
    <cs:lnRef idx="0"/>
    <cs:fillRef idx="0">
      <cs:styleClr val="auto"/>
    </cs:fillRef>
    <cs:effectRef idx="0"/>
    <cs:fontRef idx="minor">
      <a:schemeClr val="dk1"/>
    </cs:fontRef>
    <cs:spPr>
      <a:solidFill>
        <a:schemeClr val="phClr"/>
      </a:solidFill>
      <a:ln w="22225">
        <a:solidFill>
          <a:schemeClr val="lt1"/>
        </a:solidFill>
        <a:round/>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1197" kern="1200"/>
  </cs:dataTable>
  <cs:downBar>
    <cs:lnRef idx="0">
      <cs:styleClr val="0"/>
    </cs:lnRef>
    <cs:fillRef idx="0"/>
    <cs:effectRef idx="0"/>
    <cs:fontRef idx="minor">
      <a:schemeClr val="dk1"/>
    </cs:fontRef>
    <cs:spPr>
      <a:solidFill>
        <a:schemeClr val="dk1">
          <a:lumMod val="35000"/>
          <a:lumOff val="65000"/>
        </a:schemeClr>
      </a:solidFill>
      <a:ln w="9525">
        <a:solidFill>
          <a:schemeClr val="phClr">
            <a:lumMod val="60000"/>
            <a:lumOff val="40000"/>
          </a:schemeClr>
        </a:solidFill>
      </a:ln>
    </cs:spPr>
  </cs:downBar>
  <cs:dropLine>
    <cs:lnRef idx="0"/>
    <cs:fillRef idx="0"/>
    <cs:effectRef idx="0"/>
    <cs:fontRef idx="minor">
      <a:schemeClr val="dk1"/>
    </cs:fontRef>
    <cs:spPr>
      <a:ln w="9525" cap="flat" cmpd="sng" algn="ctr">
        <a:gradFill>
          <a:gsLst>
            <a:gs pos="0">
              <a:schemeClr val="lt1"/>
            </a:gs>
            <a:gs pos="100000">
              <a:schemeClr val="lt1">
                <a:alpha val="0"/>
              </a:schemeClr>
            </a:gs>
          </a:gsLst>
          <a:lin ang="5400000" scaled="0"/>
        </a:gradFill>
        <a:round/>
      </a:ln>
    </cs:spPr>
  </cs:dropLine>
  <cs:errorBar>
    <cs:lnRef idx="0">
      <cs:styleClr val="0"/>
    </cs:lnRef>
    <cs:fillRef idx="0"/>
    <cs:effectRef idx="0"/>
    <cs:fontRef idx="minor">
      <a:schemeClr val="dk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dk1"/>
    </cs:fontRef>
  </cs:floor>
  <cs:gridlineMajor>
    <cs:lnRef idx="0">
      <cs:styleClr val="0"/>
    </cs:lnRef>
    <cs:fillRef idx="0"/>
    <cs:effectRef idx="0"/>
    <cs:fontRef idx="minor">
      <a:schemeClr val="dk1"/>
    </cs:fontRef>
    <cs:spPr>
      <a:ln w="9525" cap="flat" cmpd="sng" algn="ctr">
        <a:solidFill>
          <a:schemeClr val="lt1">
            <a:alpha val="25000"/>
          </a:schemeClr>
        </a:solidFill>
        <a:round/>
      </a:ln>
    </cs:spPr>
  </cs:gridlineMajor>
  <cs:gridlineMinor>
    <cs:lnRef idx="0">
      <cs:styleClr val="0"/>
    </cs:lnRef>
    <cs:fillRef idx="0"/>
    <cs:effectRef idx="0"/>
    <cs:fontRef idx="minor">
      <a:schemeClr val="dk1"/>
    </cs:fontRef>
    <cs:spPr>
      <a:ln>
        <a:solidFill>
          <a:schemeClr val="lt1">
            <a:alpha val="10000"/>
          </a:schemeClr>
        </a:solidFill>
      </a:ln>
    </cs:spPr>
  </cs:gridlineMinor>
  <cs:hiLoLine>
    <cs:lnRef idx="0">
      <cs:styleClr val="0"/>
    </cs:lnRef>
    <cs:fillRef idx="0"/>
    <cs:effectRef idx="0"/>
    <cs:fontRef idx="minor">
      <a:schemeClr val="dk1"/>
    </cs:fontRef>
    <cs:spPr>
      <a:ln w="9525">
        <a:solidFill>
          <a:schemeClr val="phClr">
            <a:lumMod val="60000"/>
            <a:lumOff val="40000"/>
          </a:schemeClr>
        </a:solidFill>
        <a:prstDash val="dash"/>
      </a:ln>
    </cs:spPr>
  </cs:hiLoLine>
  <cs:leaderLine>
    <cs:lnRef idx="0">
      <cs:styleClr val="0"/>
    </cs:lnRef>
    <cs:fillRef idx="0"/>
    <cs:effectRef idx="0"/>
    <cs:fontRef idx="minor">
      <a:schemeClr val="dk1"/>
    </cs:fontRef>
    <cs:spPr>
      <a:ln w="9525">
        <a:solidFill>
          <a:schemeClr val="phClr">
            <a:lumMod val="60000"/>
            <a:lumOff val="40000"/>
          </a:schemeClr>
        </a:solidFill>
      </a:ln>
    </cs:spPr>
  </cs:leaderLine>
  <cs:legend>
    <cs:lnRef idx="0"/>
    <cs:fillRef idx="0"/>
    <cs:effectRef idx="0"/>
    <cs:fontRef idx="minor">
      <a:schemeClr val="lt1"/>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spPr>
      <a:ln w="3175" cap="flat" cmpd="sng" algn="ctr">
        <a:solidFill>
          <a:schemeClr val="phClr">
            <a:lumMod val="60000"/>
            <a:lumOff val="40000"/>
          </a:schemeClr>
        </a:solidFill>
        <a:round/>
      </a:ln>
    </cs:spPr>
    <cs:defRPr sz="1197" kern="1200"/>
  </cs:seriesAxis>
  <cs:seriesLine>
    <cs:lnRef idx="0">
      <cs:styleClr val="0"/>
    </cs:lnRef>
    <cs:fillRef idx="0"/>
    <cs:effectRef idx="0"/>
    <cs:fontRef idx="minor">
      <a:schemeClr val="dk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995" b="1" kern="1200" cap="all" spc="100" normalizeH="0" baseline="0"/>
  </cs:title>
  <cs:trendline>
    <cs:lnRef idx="0"/>
    <cs:fillRef idx="0"/>
    <cs:effectRef idx="0"/>
    <cs:fontRef idx="minor">
      <a:schemeClr val="dk1"/>
    </cs:fontRef>
    <cs:spPr>
      <a:ln w="28575" cap="rnd">
        <a:solidFill>
          <a:schemeClr val="lt1">
            <a:alpha val="50000"/>
          </a:schemeClr>
        </a:solidFill>
        <a:round/>
      </a:ln>
    </cs:spPr>
  </cs:trendline>
  <cs:trendlineLabel>
    <cs:lnRef idx="0"/>
    <cs:fillRef idx="0"/>
    <cs:effectRef idx="0"/>
    <cs:fontRef idx="minor">
      <a:schemeClr val="lt1"/>
    </cs:fontRef>
    <cs:defRPr sz="1197" kern="1200"/>
  </cs:trendlineLabel>
  <cs:upBar>
    <cs:lnRef idx="0">
      <cs:styleClr val="0"/>
    </cs:lnRef>
    <cs:fillRef idx="0"/>
    <cs:effectRef idx="0"/>
    <cs:fontRef idx="minor">
      <a:schemeClr val="dk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29">
  <cs:axisTitle>
    <cs:lnRef idx="0"/>
    <cs:fillRef idx="0"/>
    <cs:effectRef idx="0"/>
    <cs:fontRef idx="minor">
      <a:schemeClr val="lt1"/>
    </cs:fontRef>
    <cs:defRPr sz="1197" b="1" kern="1200"/>
  </cs:axisTitle>
  <cs:categoryAxis>
    <cs:lnRef idx="0">
      <cs:styleClr val="0"/>
    </cs:lnRef>
    <cs:fillRef idx="0"/>
    <cs:effectRef idx="0"/>
    <cs:fontRef idx="minor">
      <a:schemeClr val="lt1"/>
    </cs:fontRef>
    <cs:spPr>
      <a:ln w="12700" cap="flat" cmpd="sng" algn="ctr">
        <a:solidFill>
          <a:schemeClr val="lt1"/>
        </a:solidFill>
        <a:round/>
      </a:ln>
    </cs:spPr>
    <cs:defRPr sz="1197" kern="1200" spc="100" baseline="0"/>
  </cs:categoryAxis>
  <cs:chartArea>
    <cs:lnRef idx="0">
      <cs:styleClr val="0"/>
    </cs:lnRef>
    <cs:fillRef idx="0">
      <cs:styleClr val="0"/>
    </cs:fillRef>
    <cs:effectRef idx="0"/>
    <cs:fontRef idx="minor">
      <a:schemeClr val="dk1"/>
    </cs:fontRef>
    <cs:spPr>
      <a:solidFill>
        <a:schemeClr val="phClr"/>
      </a:solidFill>
      <a:ln w="9525" cap="flat" cmpd="sng" algn="ctr">
        <a:solidFill>
          <a:schemeClr val="phClr"/>
        </a:solidFill>
        <a:round/>
      </a:ln>
    </cs:spPr>
    <cs:defRPr sz="1330" kern="1200"/>
  </cs:chartArea>
  <cs:dataLabel>
    <cs:lnRef idx="0"/>
    <cs:fillRef idx="0"/>
    <cs:effectRef idx="0"/>
    <cs:fontRef idx="minor">
      <a:schemeClr val="lt1"/>
    </cs:fontRef>
    <cs:defRPr sz="1197" b="1" kern="1200"/>
  </cs:dataLabel>
  <cs:dataLabelCallout>
    <cs:lnRef idx="0">
      <cs:styleClr val="auto"/>
    </cs:lnRef>
    <cs:fillRef idx="0"/>
    <cs:effectRef idx="0"/>
    <cs:fontRef idx="minor">
      <cs:styleClr val="auto"/>
    </cs:fontRef>
    <cs:spPr>
      <a:solidFill>
        <a:schemeClr val="lt1"/>
      </a:solidFill>
      <a:ln>
        <a:solidFill>
          <a:schemeClr val="ph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pattFill prst="ltUpDiag">
        <a:fgClr>
          <a:schemeClr val="phClr"/>
        </a:fgClr>
        <a:bgClr>
          <a:schemeClr val="lt1"/>
        </a:bgClr>
      </a:pattFill>
    </cs:spPr>
  </cs:dataPoint>
  <cs:dataPoint3D>
    <cs:lnRef idx="0"/>
    <cs:fillRef idx="0">
      <cs:styleClr val="auto"/>
    </cs:fillRef>
    <cs:effectRef idx="0"/>
    <cs:fontRef idx="minor">
      <a:schemeClr val="dk1"/>
    </cs:fontRef>
    <cs:spPr>
      <a:pattFill prst="ltUpDiag">
        <a:fgClr>
          <a:schemeClr val="phClr"/>
        </a:fgClr>
        <a:bgClr>
          <a:schemeClr val="lt1"/>
        </a:bgClr>
      </a:pattFill>
    </cs:spPr>
  </cs:dataPoint3D>
  <cs:dataPointLine>
    <cs:lnRef idx="0">
      <cs:styleClr val="auto"/>
    </cs:lnRef>
    <cs:fillRef idx="0"/>
    <cs:effectRef idx="0">
      <cs:styleClr val="auto"/>
    </cs:effectRef>
    <cs:fontRef idx="minor">
      <a:schemeClr val="dk1"/>
    </cs:fontRef>
    <cs:spPr>
      <a:ln w="34925" cap="rnd">
        <a:solidFill>
          <a:schemeClr val="lt1"/>
        </a:solidFill>
        <a:round/>
      </a:ln>
      <a:effectLst>
        <a:outerShdw dist="25400" dir="2700000" algn="tl" rotWithShape="0">
          <a:schemeClr val="phClr"/>
        </a:outerShdw>
      </a:effectLst>
    </cs:spPr>
  </cs:dataPointLine>
  <cs:dataPointMarker>
    <cs:lnRef idx="0"/>
    <cs:fillRef idx="0">
      <cs:styleClr val="auto"/>
    </cs:fillRef>
    <cs:effectRef idx="0"/>
    <cs:fontRef idx="minor">
      <a:schemeClr val="dk1"/>
    </cs:fontRef>
    <cs:spPr>
      <a:solidFill>
        <a:schemeClr val="phClr"/>
      </a:solidFill>
      <a:ln w="22225">
        <a:solidFill>
          <a:schemeClr val="lt1"/>
        </a:solidFill>
        <a:round/>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1197" kern="1200"/>
  </cs:dataTable>
  <cs:downBar>
    <cs:lnRef idx="0">
      <cs:styleClr val="0"/>
    </cs:lnRef>
    <cs:fillRef idx="0"/>
    <cs:effectRef idx="0"/>
    <cs:fontRef idx="minor">
      <a:schemeClr val="dk1"/>
    </cs:fontRef>
    <cs:spPr>
      <a:solidFill>
        <a:schemeClr val="dk1">
          <a:lumMod val="35000"/>
          <a:lumOff val="65000"/>
        </a:schemeClr>
      </a:solidFill>
      <a:ln w="9525">
        <a:solidFill>
          <a:schemeClr val="phClr">
            <a:lumMod val="60000"/>
            <a:lumOff val="40000"/>
          </a:schemeClr>
        </a:solidFill>
      </a:ln>
    </cs:spPr>
  </cs:downBar>
  <cs:dropLine>
    <cs:lnRef idx="0"/>
    <cs:fillRef idx="0"/>
    <cs:effectRef idx="0"/>
    <cs:fontRef idx="minor">
      <a:schemeClr val="dk1"/>
    </cs:fontRef>
    <cs:spPr>
      <a:ln w="9525" cap="flat" cmpd="sng" algn="ctr">
        <a:gradFill>
          <a:gsLst>
            <a:gs pos="0">
              <a:schemeClr val="lt1"/>
            </a:gs>
            <a:gs pos="100000">
              <a:schemeClr val="lt1">
                <a:alpha val="0"/>
              </a:schemeClr>
            </a:gs>
          </a:gsLst>
          <a:lin ang="5400000" scaled="0"/>
        </a:gradFill>
        <a:round/>
      </a:ln>
    </cs:spPr>
  </cs:dropLine>
  <cs:errorBar>
    <cs:lnRef idx="0">
      <cs:styleClr val="0"/>
    </cs:lnRef>
    <cs:fillRef idx="0"/>
    <cs:effectRef idx="0"/>
    <cs:fontRef idx="minor">
      <a:schemeClr val="dk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dk1"/>
    </cs:fontRef>
  </cs:floor>
  <cs:gridlineMajor>
    <cs:lnRef idx="0">
      <cs:styleClr val="0"/>
    </cs:lnRef>
    <cs:fillRef idx="0"/>
    <cs:effectRef idx="0"/>
    <cs:fontRef idx="minor">
      <a:schemeClr val="dk1"/>
    </cs:fontRef>
    <cs:spPr>
      <a:ln w="9525" cap="flat" cmpd="sng" algn="ctr">
        <a:solidFill>
          <a:schemeClr val="lt1">
            <a:alpha val="25000"/>
          </a:schemeClr>
        </a:solidFill>
        <a:round/>
      </a:ln>
    </cs:spPr>
  </cs:gridlineMajor>
  <cs:gridlineMinor>
    <cs:lnRef idx="0">
      <cs:styleClr val="0"/>
    </cs:lnRef>
    <cs:fillRef idx="0"/>
    <cs:effectRef idx="0"/>
    <cs:fontRef idx="minor">
      <a:schemeClr val="dk1"/>
    </cs:fontRef>
    <cs:spPr>
      <a:ln>
        <a:solidFill>
          <a:schemeClr val="lt1">
            <a:alpha val="10000"/>
          </a:schemeClr>
        </a:solidFill>
      </a:ln>
    </cs:spPr>
  </cs:gridlineMinor>
  <cs:hiLoLine>
    <cs:lnRef idx="0">
      <cs:styleClr val="0"/>
    </cs:lnRef>
    <cs:fillRef idx="0"/>
    <cs:effectRef idx="0"/>
    <cs:fontRef idx="minor">
      <a:schemeClr val="dk1"/>
    </cs:fontRef>
    <cs:spPr>
      <a:ln w="9525">
        <a:solidFill>
          <a:schemeClr val="phClr">
            <a:lumMod val="60000"/>
            <a:lumOff val="40000"/>
          </a:schemeClr>
        </a:solidFill>
        <a:prstDash val="dash"/>
      </a:ln>
    </cs:spPr>
  </cs:hiLoLine>
  <cs:leaderLine>
    <cs:lnRef idx="0">
      <cs:styleClr val="0"/>
    </cs:lnRef>
    <cs:fillRef idx="0"/>
    <cs:effectRef idx="0"/>
    <cs:fontRef idx="minor">
      <a:schemeClr val="dk1"/>
    </cs:fontRef>
    <cs:spPr>
      <a:ln w="9525">
        <a:solidFill>
          <a:schemeClr val="phClr">
            <a:lumMod val="60000"/>
            <a:lumOff val="40000"/>
          </a:schemeClr>
        </a:solidFill>
      </a:ln>
    </cs:spPr>
  </cs:leaderLine>
  <cs:legend>
    <cs:lnRef idx="0"/>
    <cs:fillRef idx="0"/>
    <cs:effectRef idx="0"/>
    <cs:fontRef idx="minor">
      <a:schemeClr val="lt1"/>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spPr>
      <a:ln w="3175" cap="flat" cmpd="sng" algn="ctr">
        <a:solidFill>
          <a:schemeClr val="phClr">
            <a:lumMod val="60000"/>
            <a:lumOff val="40000"/>
          </a:schemeClr>
        </a:solidFill>
        <a:round/>
      </a:ln>
    </cs:spPr>
    <cs:defRPr sz="1197" kern="1200"/>
  </cs:seriesAxis>
  <cs:seriesLine>
    <cs:lnRef idx="0">
      <cs:styleClr val="0"/>
    </cs:lnRef>
    <cs:fillRef idx="0"/>
    <cs:effectRef idx="0"/>
    <cs:fontRef idx="minor">
      <a:schemeClr val="dk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995" b="1" kern="1200" cap="all" spc="100" normalizeH="0" baseline="0"/>
  </cs:title>
  <cs:trendline>
    <cs:lnRef idx="0"/>
    <cs:fillRef idx="0"/>
    <cs:effectRef idx="0"/>
    <cs:fontRef idx="minor">
      <a:schemeClr val="dk1"/>
    </cs:fontRef>
    <cs:spPr>
      <a:ln w="28575" cap="rnd">
        <a:solidFill>
          <a:schemeClr val="lt1">
            <a:alpha val="50000"/>
          </a:schemeClr>
        </a:solidFill>
        <a:round/>
      </a:ln>
    </cs:spPr>
  </cs:trendline>
  <cs:trendlineLabel>
    <cs:lnRef idx="0"/>
    <cs:fillRef idx="0"/>
    <cs:effectRef idx="0"/>
    <cs:fontRef idx="minor">
      <a:schemeClr val="lt1"/>
    </cs:fontRef>
    <cs:defRPr sz="1197" kern="1200"/>
  </cs:trendlineLabel>
  <cs:upBar>
    <cs:lnRef idx="0">
      <cs:styleClr val="0"/>
    </cs:lnRef>
    <cs:fillRef idx="0"/>
    <cs:effectRef idx="0"/>
    <cs:fontRef idx="minor">
      <a:schemeClr val="dk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1197"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29">
  <cs:axisTitle>
    <cs:lnRef idx="0"/>
    <cs:fillRef idx="0"/>
    <cs:effectRef idx="0"/>
    <cs:fontRef idx="minor">
      <a:schemeClr val="lt1"/>
    </cs:fontRef>
    <cs:defRPr sz="1197" b="1" kern="1200"/>
  </cs:axisTitle>
  <cs:categoryAxis>
    <cs:lnRef idx="0">
      <cs:styleClr val="0"/>
    </cs:lnRef>
    <cs:fillRef idx="0"/>
    <cs:effectRef idx="0"/>
    <cs:fontRef idx="minor">
      <a:schemeClr val="lt1"/>
    </cs:fontRef>
    <cs:spPr>
      <a:ln w="12700" cap="flat" cmpd="sng" algn="ctr">
        <a:solidFill>
          <a:schemeClr val="lt1"/>
        </a:solidFill>
        <a:round/>
      </a:ln>
    </cs:spPr>
    <cs:defRPr sz="1197" kern="1200" spc="100" baseline="0"/>
  </cs:categoryAxis>
  <cs:chartArea>
    <cs:lnRef idx="0">
      <cs:styleClr val="0"/>
    </cs:lnRef>
    <cs:fillRef idx="0">
      <cs:styleClr val="0"/>
    </cs:fillRef>
    <cs:effectRef idx="0"/>
    <cs:fontRef idx="minor">
      <a:schemeClr val="dk1"/>
    </cs:fontRef>
    <cs:spPr>
      <a:solidFill>
        <a:schemeClr val="phClr"/>
      </a:solidFill>
      <a:ln w="9525" cap="flat" cmpd="sng" algn="ctr">
        <a:solidFill>
          <a:schemeClr val="phClr"/>
        </a:solidFill>
        <a:round/>
      </a:ln>
    </cs:spPr>
    <cs:defRPr sz="1330" kern="1200"/>
  </cs:chartArea>
  <cs:dataLabel>
    <cs:lnRef idx="0"/>
    <cs:fillRef idx="0"/>
    <cs:effectRef idx="0"/>
    <cs:fontRef idx="minor">
      <a:schemeClr val="lt1"/>
    </cs:fontRef>
    <cs:defRPr sz="1197" b="1" kern="1200"/>
  </cs:dataLabel>
  <cs:dataLabelCallout>
    <cs:lnRef idx="0">
      <cs:styleClr val="auto"/>
    </cs:lnRef>
    <cs:fillRef idx="0"/>
    <cs:effectRef idx="0"/>
    <cs:fontRef idx="minor">
      <cs:styleClr val="auto"/>
    </cs:fontRef>
    <cs:spPr>
      <a:solidFill>
        <a:schemeClr val="lt1"/>
      </a:solidFill>
      <a:ln>
        <a:solidFill>
          <a:schemeClr val="ph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pattFill prst="ltUpDiag">
        <a:fgClr>
          <a:schemeClr val="phClr"/>
        </a:fgClr>
        <a:bgClr>
          <a:schemeClr val="lt1"/>
        </a:bgClr>
      </a:pattFill>
    </cs:spPr>
  </cs:dataPoint>
  <cs:dataPoint3D>
    <cs:lnRef idx="0"/>
    <cs:fillRef idx="0">
      <cs:styleClr val="auto"/>
    </cs:fillRef>
    <cs:effectRef idx="0"/>
    <cs:fontRef idx="minor">
      <a:schemeClr val="dk1"/>
    </cs:fontRef>
    <cs:spPr>
      <a:pattFill prst="ltUpDiag">
        <a:fgClr>
          <a:schemeClr val="phClr"/>
        </a:fgClr>
        <a:bgClr>
          <a:schemeClr val="lt1"/>
        </a:bgClr>
      </a:pattFill>
    </cs:spPr>
  </cs:dataPoint3D>
  <cs:dataPointLine>
    <cs:lnRef idx="0">
      <cs:styleClr val="auto"/>
    </cs:lnRef>
    <cs:fillRef idx="0"/>
    <cs:effectRef idx="0">
      <cs:styleClr val="auto"/>
    </cs:effectRef>
    <cs:fontRef idx="minor">
      <a:schemeClr val="dk1"/>
    </cs:fontRef>
    <cs:spPr>
      <a:ln w="34925" cap="rnd">
        <a:solidFill>
          <a:schemeClr val="lt1"/>
        </a:solidFill>
        <a:round/>
      </a:ln>
      <a:effectLst>
        <a:outerShdw dist="25400" dir="2700000" algn="tl" rotWithShape="0">
          <a:schemeClr val="phClr"/>
        </a:outerShdw>
      </a:effectLst>
    </cs:spPr>
  </cs:dataPointLine>
  <cs:dataPointMarker>
    <cs:lnRef idx="0"/>
    <cs:fillRef idx="0">
      <cs:styleClr val="auto"/>
    </cs:fillRef>
    <cs:effectRef idx="0"/>
    <cs:fontRef idx="minor">
      <a:schemeClr val="dk1"/>
    </cs:fontRef>
    <cs:spPr>
      <a:solidFill>
        <a:schemeClr val="phClr"/>
      </a:solidFill>
      <a:ln w="22225">
        <a:solidFill>
          <a:schemeClr val="lt1"/>
        </a:solidFill>
        <a:round/>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1197" kern="1200"/>
  </cs:dataTable>
  <cs:downBar>
    <cs:lnRef idx="0">
      <cs:styleClr val="0"/>
    </cs:lnRef>
    <cs:fillRef idx="0"/>
    <cs:effectRef idx="0"/>
    <cs:fontRef idx="minor">
      <a:schemeClr val="dk1"/>
    </cs:fontRef>
    <cs:spPr>
      <a:solidFill>
        <a:schemeClr val="dk1">
          <a:lumMod val="35000"/>
          <a:lumOff val="65000"/>
        </a:schemeClr>
      </a:solidFill>
      <a:ln w="9525">
        <a:solidFill>
          <a:schemeClr val="phClr">
            <a:lumMod val="60000"/>
            <a:lumOff val="40000"/>
          </a:schemeClr>
        </a:solidFill>
      </a:ln>
    </cs:spPr>
  </cs:downBar>
  <cs:dropLine>
    <cs:lnRef idx="0"/>
    <cs:fillRef idx="0"/>
    <cs:effectRef idx="0"/>
    <cs:fontRef idx="minor">
      <a:schemeClr val="dk1"/>
    </cs:fontRef>
    <cs:spPr>
      <a:ln w="9525" cap="flat" cmpd="sng" algn="ctr">
        <a:gradFill>
          <a:gsLst>
            <a:gs pos="0">
              <a:schemeClr val="lt1"/>
            </a:gs>
            <a:gs pos="100000">
              <a:schemeClr val="lt1">
                <a:alpha val="0"/>
              </a:schemeClr>
            </a:gs>
          </a:gsLst>
          <a:lin ang="5400000" scaled="0"/>
        </a:gradFill>
        <a:round/>
      </a:ln>
    </cs:spPr>
  </cs:dropLine>
  <cs:errorBar>
    <cs:lnRef idx="0">
      <cs:styleClr val="0"/>
    </cs:lnRef>
    <cs:fillRef idx="0"/>
    <cs:effectRef idx="0"/>
    <cs:fontRef idx="minor">
      <a:schemeClr val="dk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dk1"/>
    </cs:fontRef>
  </cs:floor>
  <cs:gridlineMajor>
    <cs:lnRef idx="0">
      <cs:styleClr val="0"/>
    </cs:lnRef>
    <cs:fillRef idx="0"/>
    <cs:effectRef idx="0"/>
    <cs:fontRef idx="minor">
      <a:schemeClr val="dk1"/>
    </cs:fontRef>
    <cs:spPr>
      <a:ln w="9525" cap="flat" cmpd="sng" algn="ctr">
        <a:solidFill>
          <a:schemeClr val="lt1">
            <a:alpha val="25000"/>
          </a:schemeClr>
        </a:solidFill>
        <a:round/>
      </a:ln>
    </cs:spPr>
  </cs:gridlineMajor>
  <cs:gridlineMinor>
    <cs:lnRef idx="0">
      <cs:styleClr val="0"/>
    </cs:lnRef>
    <cs:fillRef idx="0"/>
    <cs:effectRef idx="0"/>
    <cs:fontRef idx="minor">
      <a:schemeClr val="dk1"/>
    </cs:fontRef>
    <cs:spPr>
      <a:ln>
        <a:solidFill>
          <a:schemeClr val="lt1">
            <a:alpha val="10000"/>
          </a:schemeClr>
        </a:solidFill>
      </a:ln>
    </cs:spPr>
  </cs:gridlineMinor>
  <cs:hiLoLine>
    <cs:lnRef idx="0">
      <cs:styleClr val="0"/>
    </cs:lnRef>
    <cs:fillRef idx="0"/>
    <cs:effectRef idx="0"/>
    <cs:fontRef idx="minor">
      <a:schemeClr val="dk1"/>
    </cs:fontRef>
    <cs:spPr>
      <a:ln w="9525">
        <a:solidFill>
          <a:schemeClr val="phClr">
            <a:lumMod val="60000"/>
            <a:lumOff val="40000"/>
          </a:schemeClr>
        </a:solidFill>
        <a:prstDash val="dash"/>
      </a:ln>
    </cs:spPr>
  </cs:hiLoLine>
  <cs:leaderLine>
    <cs:lnRef idx="0">
      <cs:styleClr val="0"/>
    </cs:lnRef>
    <cs:fillRef idx="0"/>
    <cs:effectRef idx="0"/>
    <cs:fontRef idx="minor">
      <a:schemeClr val="dk1"/>
    </cs:fontRef>
    <cs:spPr>
      <a:ln w="9525">
        <a:solidFill>
          <a:schemeClr val="phClr">
            <a:lumMod val="60000"/>
            <a:lumOff val="40000"/>
          </a:schemeClr>
        </a:solidFill>
      </a:ln>
    </cs:spPr>
  </cs:leaderLine>
  <cs:legend>
    <cs:lnRef idx="0"/>
    <cs:fillRef idx="0"/>
    <cs:effectRef idx="0"/>
    <cs:fontRef idx="minor">
      <a:schemeClr val="lt1"/>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spPr>
      <a:ln w="3175" cap="flat" cmpd="sng" algn="ctr">
        <a:solidFill>
          <a:schemeClr val="phClr">
            <a:lumMod val="60000"/>
            <a:lumOff val="40000"/>
          </a:schemeClr>
        </a:solidFill>
        <a:round/>
      </a:ln>
    </cs:spPr>
    <cs:defRPr sz="1197" kern="1200"/>
  </cs:seriesAxis>
  <cs:seriesLine>
    <cs:lnRef idx="0">
      <cs:styleClr val="0"/>
    </cs:lnRef>
    <cs:fillRef idx="0"/>
    <cs:effectRef idx="0"/>
    <cs:fontRef idx="minor">
      <a:schemeClr val="dk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995" b="1" kern="1200" cap="all" spc="100" normalizeH="0" baseline="0"/>
  </cs:title>
  <cs:trendline>
    <cs:lnRef idx="0"/>
    <cs:fillRef idx="0"/>
    <cs:effectRef idx="0"/>
    <cs:fontRef idx="minor">
      <a:schemeClr val="dk1"/>
    </cs:fontRef>
    <cs:spPr>
      <a:ln w="28575" cap="rnd">
        <a:solidFill>
          <a:schemeClr val="lt1">
            <a:alpha val="50000"/>
          </a:schemeClr>
        </a:solidFill>
        <a:round/>
      </a:ln>
    </cs:spPr>
  </cs:trendline>
  <cs:trendlineLabel>
    <cs:lnRef idx="0"/>
    <cs:fillRef idx="0"/>
    <cs:effectRef idx="0"/>
    <cs:fontRef idx="minor">
      <a:schemeClr val="lt1"/>
    </cs:fontRef>
    <cs:defRPr sz="1197" kern="1200"/>
  </cs:trendlineLabel>
  <cs:upBar>
    <cs:lnRef idx="0">
      <cs:styleClr val="0"/>
    </cs:lnRef>
    <cs:fillRef idx="0"/>
    <cs:effectRef idx="0"/>
    <cs:fontRef idx="minor">
      <a:schemeClr val="dk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1197"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29">
  <cs:axisTitle>
    <cs:lnRef idx="0"/>
    <cs:fillRef idx="0"/>
    <cs:effectRef idx="0"/>
    <cs:fontRef idx="minor">
      <a:schemeClr val="lt1"/>
    </cs:fontRef>
    <cs:defRPr sz="1197" b="1" kern="1200"/>
  </cs:axisTitle>
  <cs:categoryAxis>
    <cs:lnRef idx="0">
      <cs:styleClr val="0"/>
    </cs:lnRef>
    <cs:fillRef idx="0"/>
    <cs:effectRef idx="0"/>
    <cs:fontRef idx="minor">
      <a:schemeClr val="lt1"/>
    </cs:fontRef>
    <cs:spPr>
      <a:ln w="12700" cap="flat" cmpd="sng" algn="ctr">
        <a:solidFill>
          <a:schemeClr val="lt1"/>
        </a:solidFill>
        <a:round/>
      </a:ln>
    </cs:spPr>
    <cs:defRPr sz="1197" kern="1200" spc="100" baseline="0"/>
  </cs:categoryAxis>
  <cs:chartArea>
    <cs:lnRef idx="0">
      <cs:styleClr val="0"/>
    </cs:lnRef>
    <cs:fillRef idx="0">
      <cs:styleClr val="0"/>
    </cs:fillRef>
    <cs:effectRef idx="0"/>
    <cs:fontRef idx="minor">
      <a:schemeClr val="dk1"/>
    </cs:fontRef>
    <cs:spPr>
      <a:solidFill>
        <a:schemeClr val="phClr"/>
      </a:solidFill>
      <a:ln w="9525" cap="flat" cmpd="sng" algn="ctr">
        <a:solidFill>
          <a:schemeClr val="phClr"/>
        </a:solidFill>
        <a:round/>
      </a:ln>
    </cs:spPr>
    <cs:defRPr sz="1330" kern="1200"/>
  </cs:chartArea>
  <cs:dataLabel>
    <cs:lnRef idx="0"/>
    <cs:fillRef idx="0"/>
    <cs:effectRef idx="0"/>
    <cs:fontRef idx="minor">
      <a:schemeClr val="lt1"/>
    </cs:fontRef>
    <cs:defRPr sz="1197" b="1" kern="1200"/>
  </cs:dataLabel>
  <cs:dataLabelCallout>
    <cs:lnRef idx="0">
      <cs:styleClr val="auto"/>
    </cs:lnRef>
    <cs:fillRef idx="0"/>
    <cs:effectRef idx="0"/>
    <cs:fontRef idx="minor">
      <cs:styleClr val="auto"/>
    </cs:fontRef>
    <cs:spPr>
      <a:solidFill>
        <a:schemeClr val="lt1"/>
      </a:solidFill>
      <a:ln>
        <a:solidFill>
          <a:schemeClr val="ph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pattFill prst="ltUpDiag">
        <a:fgClr>
          <a:schemeClr val="phClr"/>
        </a:fgClr>
        <a:bgClr>
          <a:schemeClr val="lt1"/>
        </a:bgClr>
      </a:pattFill>
    </cs:spPr>
  </cs:dataPoint>
  <cs:dataPoint3D>
    <cs:lnRef idx="0"/>
    <cs:fillRef idx="0">
      <cs:styleClr val="auto"/>
    </cs:fillRef>
    <cs:effectRef idx="0"/>
    <cs:fontRef idx="minor">
      <a:schemeClr val="dk1"/>
    </cs:fontRef>
    <cs:spPr>
      <a:pattFill prst="ltUpDiag">
        <a:fgClr>
          <a:schemeClr val="phClr"/>
        </a:fgClr>
        <a:bgClr>
          <a:schemeClr val="lt1"/>
        </a:bgClr>
      </a:pattFill>
    </cs:spPr>
  </cs:dataPoint3D>
  <cs:dataPointLine>
    <cs:lnRef idx="0">
      <cs:styleClr val="auto"/>
    </cs:lnRef>
    <cs:fillRef idx="0"/>
    <cs:effectRef idx="0">
      <cs:styleClr val="auto"/>
    </cs:effectRef>
    <cs:fontRef idx="minor">
      <a:schemeClr val="dk1"/>
    </cs:fontRef>
    <cs:spPr>
      <a:ln w="34925" cap="rnd">
        <a:solidFill>
          <a:schemeClr val="lt1"/>
        </a:solidFill>
        <a:round/>
      </a:ln>
      <a:effectLst>
        <a:outerShdw dist="25400" dir="2700000" algn="tl" rotWithShape="0">
          <a:schemeClr val="phClr"/>
        </a:outerShdw>
      </a:effectLst>
    </cs:spPr>
  </cs:dataPointLine>
  <cs:dataPointMarker>
    <cs:lnRef idx="0"/>
    <cs:fillRef idx="0">
      <cs:styleClr val="auto"/>
    </cs:fillRef>
    <cs:effectRef idx="0"/>
    <cs:fontRef idx="minor">
      <a:schemeClr val="dk1"/>
    </cs:fontRef>
    <cs:spPr>
      <a:solidFill>
        <a:schemeClr val="phClr"/>
      </a:solidFill>
      <a:ln w="22225">
        <a:solidFill>
          <a:schemeClr val="lt1"/>
        </a:solidFill>
        <a:round/>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1197" kern="1200"/>
  </cs:dataTable>
  <cs:downBar>
    <cs:lnRef idx="0">
      <cs:styleClr val="0"/>
    </cs:lnRef>
    <cs:fillRef idx="0"/>
    <cs:effectRef idx="0"/>
    <cs:fontRef idx="minor">
      <a:schemeClr val="dk1"/>
    </cs:fontRef>
    <cs:spPr>
      <a:solidFill>
        <a:schemeClr val="dk1">
          <a:lumMod val="35000"/>
          <a:lumOff val="65000"/>
        </a:schemeClr>
      </a:solidFill>
      <a:ln w="9525">
        <a:solidFill>
          <a:schemeClr val="phClr">
            <a:lumMod val="60000"/>
            <a:lumOff val="40000"/>
          </a:schemeClr>
        </a:solidFill>
      </a:ln>
    </cs:spPr>
  </cs:downBar>
  <cs:dropLine>
    <cs:lnRef idx="0"/>
    <cs:fillRef idx="0"/>
    <cs:effectRef idx="0"/>
    <cs:fontRef idx="minor">
      <a:schemeClr val="dk1"/>
    </cs:fontRef>
    <cs:spPr>
      <a:ln w="9525" cap="flat" cmpd="sng" algn="ctr">
        <a:gradFill>
          <a:gsLst>
            <a:gs pos="0">
              <a:schemeClr val="lt1"/>
            </a:gs>
            <a:gs pos="100000">
              <a:schemeClr val="lt1">
                <a:alpha val="0"/>
              </a:schemeClr>
            </a:gs>
          </a:gsLst>
          <a:lin ang="5400000" scaled="0"/>
        </a:gradFill>
        <a:round/>
      </a:ln>
    </cs:spPr>
  </cs:dropLine>
  <cs:errorBar>
    <cs:lnRef idx="0">
      <cs:styleClr val="0"/>
    </cs:lnRef>
    <cs:fillRef idx="0"/>
    <cs:effectRef idx="0"/>
    <cs:fontRef idx="minor">
      <a:schemeClr val="dk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dk1"/>
    </cs:fontRef>
  </cs:floor>
  <cs:gridlineMajor>
    <cs:lnRef idx="0">
      <cs:styleClr val="0"/>
    </cs:lnRef>
    <cs:fillRef idx="0"/>
    <cs:effectRef idx="0"/>
    <cs:fontRef idx="minor">
      <a:schemeClr val="dk1"/>
    </cs:fontRef>
    <cs:spPr>
      <a:ln w="9525" cap="flat" cmpd="sng" algn="ctr">
        <a:solidFill>
          <a:schemeClr val="lt1">
            <a:alpha val="25000"/>
          </a:schemeClr>
        </a:solidFill>
        <a:round/>
      </a:ln>
    </cs:spPr>
  </cs:gridlineMajor>
  <cs:gridlineMinor>
    <cs:lnRef idx="0">
      <cs:styleClr val="0"/>
    </cs:lnRef>
    <cs:fillRef idx="0"/>
    <cs:effectRef idx="0"/>
    <cs:fontRef idx="minor">
      <a:schemeClr val="dk1"/>
    </cs:fontRef>
    <cs:spPr>
      <a:ln>
        <a:solidFill>
          <a:schemeClr val="lt1">
            <a:alpha val="10000"/>
          </a:schemeClr>
        </a:solidFill>
      </a:ln>
    </cs:spPr>
  </cs:gridlineMinor>
  <cs:hiLoLine>
    <cs:lnRef idx="0">
      <cs:styleClr val="0"/>
    </cs:lnRef>
    <cs:fillRef idx="0"/>
    <cs:effectRef idx="0"/>
    <cs:fontRef idx="minor">
      <a:schemeClr val="dk1"/>
    </cs:fontRef>
    <cs:spPr>
      <a:ln w="9525">
        <a:solidFill>
          <a:schemeClr val="phClr">
            <a:lumMod val="60000"/>
            <a:lumOff val="40000"/>
          </a:schemeClr>
        </a:solidFill>
        <a:prstDash val="dash"/>
      </a:ln>
    </cs:spPr>
  </cs:hiLoLine>
  <cs:leaderLine>
    <cs:lnRef idx="0">
      <cs:styleClr val="0"/>
    </cs:lnRef>
    <cs:fillRef idx="0"/>
    <cs:effectRef idx="0"/>
    <cs:fontRef idx="minor">
      <a:schemeClr val="dk1"/>
    </cs:fontRef>
    <cs:spPr>
      <a:ln w="9525">
        <a:solidFill>
          <a:schemeClr val="phClr">
            <a:lumMod val="60000"/>
            <a:lumOff val="40000"/>
          </a:schemeClr>
        </a:solidFill>
      </a:ln>
    </cs:spPr>
  </cs:leaderLine>
  <cs:legend>
    <cs:lnRef idx="0"/>
    <cs:fillRef idx="0"/>
    <cs:effectRef idx="0"/>
    <cs:fontRef idx="minor">
      <a:schemeClr val="lt1"/>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spPr>
      <a:ln w="3175" cap="flat" cmpd="sng" algn="ctr">
        <a:solidFill>
          <a:schemeClr val="phClr">
            <a:lumMod val="60000"/>
            <a:lumOff val="40000"/>
          </a:schemeClr>
        </a:solidFill>
        <a:round/>
      </a:ln>
    </cs:spPr>
    <cs:defRPr sz="1197" kern="1200"/>
  </cs:seriesAxis>
  <cs:seriesLine>
    <cs:lnRef idx="0">
      <cs:styleClr val="0"/>
    </cs:lnRef>
    <cs:fillRef idx="0"/>
    <cs:effectRef idx="0"/>
    <cs:fontRef idx="minor">
      <a:schemeClr val="dk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995" b="1" kern="1200" cap="all" spc="100" normalizeH="0" baseline="0"/>
  </cs:title>
  <cs:trendline>
    <cs:lnRef idx="0"/>
    <cs:fillRef idx="0"/>
    <cs:effectRef idx="0"/>
    <cs:fontRef idx="minor">
      <a:schemeClr val="dk1"/>
    </cs:fontRef>
    <cs:spPr>
      <a:ln w="28575" cap="rnd">
        <a:solidFill>
          <a:schemeClr val="lt1">
            <a:alpha val="50000"/>
          </a:schemeClr>
        </a:solidFill>
        <a:round/>
      </a:ln>
    </cs:spPr>
  </cs:trendline>
  <cs:trendlineLabel>
    <cs:lnRef idx="0"/>
    <cs:fillRef idx="0"/>
    <cs:effectRef idx="0"/>
    <cs:fontRef idx="minor">
      <a:schemeClr val="lt1"/>
    </cs:fontRef>
    <cs:defRPr sz="1197" kern="1200"/>
  </cs:trendlineLabel>
  <cs:upBar>
    <cs:lnRef idx="0">
      <cs:styleClr val="0"/>
    </cs:lnRef>
    <cs:fillRef idx="0"/>
    <cs:effectRef idx="0"/>
    <cs:fontRef idx="minor">
      <a:schemeClr val="dk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1197"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7.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8.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9.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10.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1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diagrams/_rels/data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image" Target="../media/image5.gif"/></Relationships>
</file>

<file path=ppt/diagrams/_rels/data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eg"/><Relationship Id="rId1" Type="http://schemas.openxmlformats.org/officeDocument/2006/relationships/image" Target="../media/image7.jpeg"/></Relationships>
</file>

<file path=ppt/diagrams/_rels/drawing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image" Target="../media/image5.gif"/></Relationships>
</file>

<file path=ppt/diagrams/_rels/drawing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eg"/><Relationship Id="rId1" Type="http://schemas.openxmlformats.org/officeDocument/2006/relationships/image" Target="../media/image7.jpe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F958914-2EDA-4560-8361-DFED086EC21D}" type="doc">
      <dgm:prSet loTypeId="urn:microsoft.com/office/officeart/2005/8/layout/vList4" loCatId="list" qsTypeId="urn:microsoft.com/office/officeart/2005/8/quickstyle/simple1" qsCatId="simple" csTypeId="urn:microsoft.com/office/officeart/2005/8/colors/colorful5" csCatId="colorful" phldr="1"/>
      <dgm:spPr/>
      <dgm:t>
        <a:bodyPr/>
        <a:lstStyle/>
        <a:p>
          <a:endParaRPr lang="es-PE"/>
        </a:p>
      </dgm:t>
    </dgm:pt>
    <dgm:pt modelId="{2587DC6F-A95C-454A-851A-F36021689869}">
      <dgm:prSet phldrT="[Texto]" custT="1"/>
      <dgm:spPr/>
      <dgm:t>
        <a:bodyPr/>
        <a:lstStyle/>
        <a:p>
          <a:r>
            <a:rPr lang="es-PE" sz="1800" dirty="0"/>
            <a:t> 55%</a:t>
          </a:r>
        </a:p>
      </dgm:t>
    </dgm:pt>
    <dgm:pt modelId="{7E0C3CF5-6427-4D8D-96DA-AA02278E320B}" type="parTrans" cxnId="{CF506248-0282-4922-90D6-3D8775212880}">
      <dgm:prSet/>
      <dgm:spPr/>
      <dgm:t>
        <a:bodyPr/>
        <a:lstStyle/>
        <a:p>
          <a:endParaRPr lang="es-PE" sz="1800"/>
        </a:p>
      </dgm:t>
    </dgm:pt>
    <dgm:pt modelId="{55E6C2E7-F02D-46EA-9D9E-23EFDEDDFD49}" type="sibTrans" cxnId="{CF506248-0282-4922-90D6-3D8775212880}">
      <dgm:prSet/>
      <dgm:spPr/>
      <dgm:t>
        <a:bodyPr/>
        <a:lstStyle/>
        <a:p>
          <a:endParaRPr lang="es-PE" sz="1800"/>
        </a:p>
      </dgm:t>
    </dgm:pt>
    <dgm:pt modelId="{0CA85061-0EFA-4452-9E00-EBFD00329DF6}">
      <dgm:prSet phldrT="[Texto]" custT="1"/>
      <dgm:spPr/>
      <dgm:t>
        <a:bodyPr/>
        <a:lstStyle/>
        <a:p>
          <a:r>
            <a:rPr lang="es-ES" sz="1800" dirty="0"/>
            <a:t>15%</a:t>
          </a:r>
          <a:endParaRPr lang="es-PE" sz="1800" dirty="0"/>
        </a:p>
      </dgm:t>
    </dgm:pt>
    <dgm:pt modelId="{654BBB00-7EF8-4DA7-821B-38291701DEFB}" type="parTrans" cxnId="{838A5383-88CA-42F8-8E24-8F339F366D74}">
      <dgm:prSet/>
      <dgm:spPr/>
      <dgm:t>
        <a:bodyPr/>
        <a:lstStyle/>
        <a:p>
          <a:endParaRPr lang="es-PE" sz="1800"/>
        </a:p>
      </dgm:t>
    </dgm:pt>
    <dgm:pt modelId="{C948B412-5320-4DE4-B99D-A7024377A1F8}" type="sibTrans" cxnId="{838A5383-88CA-42F8-8E24-8F339F366D74}">
      <dgm:prSet/>
      <dgm:spPr/>
      <dgm:t>
        <a:bodyPr/>
        <a:lstStyle/>
        <a:p>
          <a:endParaRPr lang="es-PE" sz="1800"/>
        </a:p>
      </dgm:t>
    </dgm:pt>
    <dgm:pt modelId="{FD335E21-7992-4FE3-8AA8-762A302C0CA6}">
      <dgm:prSet phldrT="[Texto]" custT="1"/>
      <dgm:spPr/>
      <dgm:t>
        <a:bodyPr/>
        <a:lstStyle/>
        <a:p>
          <a:r>
            <a:rPr lang="es-PE" sz="1600" dirty="0"/>
            <a:t>Motores eléctricos y transformadores.</a:t>
          </a:r>
        </a:p>
      </dgm:t>
    </dgm:pt>
    <dgm:pt modelId="{72BB5200-6F98-4F37-B03E-BBEA2BC69BD0}" type="parTrans" cxnId="{6A6B2240-89D3-4FEA-80BD-B3E1ACF96FC6}">
      <dgm:prSet/>
      <dgm:spPr/>
      <dgm:t>
        <a:bodyPr/>
        <a:lstStyle/>
        <a:p>
          <a:endParaRPr lang="es-PE" sz="1800"/>
        </a:p>
      </dgm:t>
    </dgm:pt>
    <dgm:pt modelId="{0188450D-E94A-4CD2-AEE6-19B13821AD5A}" type="sibTrans" cxnId="{6A6B2240-89D3-4FEA-80BD-B3E1ACF96FC6}">
      <dgm:prSet/>
      <dgm:spPr/>
      <dgm:t>
        <a:bodyPr/>
        <a:lstStyle/>
        <a:p>
          <a:endParaRPr lang="es-PE" sz="1800"/>
        </a:p>
      </dgm:t>
    </dgm:pt>
    <dgm:pt modelId="{8D7641F9-1DB6-461C-BDAB-86FD0D11323B}">
      <dgm:prSet phldrT="[Texto]" custT="1"/>
      <dgm:spPr/>
      <dgm:t>
        <a:bodyPr/>
        <a:lstStyle/>
        <a:p>
          <a:r>
            <a:rPr lang="es-PE" sz="1600" dirty="0"/>
            <a:t>Líneas y circuitos para transmisión de datos y voz.</a:t>
          </a:r>
        </a:p>
      </dgm:t>
    </dgm:pt>
    <dgm:pt modelId="{4D5285BA-72F4-4FCF-BEC9-89D4E63DA8DE}" type="parTrans" cxnId="{115AC09B-110D-4EC3-A2C2-6205F5DF9E55}">
      <dgm:prSet/>
      <dgm:spPr/>
      <dgm:t>
        <a:bodyPr/>
        <a:lstStyle/>
        <a:p>
          <a:endParaRPr lang="es-PE" sz="1800"/>
        </a:p>
      </dgm:t>
    </dgm:pt>
    <dgm:pt modelId="{A39D9E12-991A-4DBE-AD57-3D436F7C45C5}" type="sibTrans" cxnId="{115AC09B-110D-4EC3-A2C2-6205F5DF9E55}">
      <dgm:prSet/>
      <dgm:spPr/>
      <dgm:t>
        <a:bodyPr/>
        <a:lstStyle/>
        <a:p>
          <a:endParaRPr lang="es-PE" sz="1800"/>
        </a:p>
      </dgm:t>
    </dgm:pt>
    <dgm:pt modelId="{C246D407-2AE4-4915-8A0D-07AFAE35749D}">
      <dgm:prSet phldrT="[Texto]" custT="1"/>
      <dgm:spPr/>
      <dgm:t>
        <a:bodyPr/>
        <a:lstStyle/>
        <a:p>
          <a:r>
            <a:rPr lang="es-PE" sz="1600" dirty="0"/>
            <a:t>Microprocesadores.</a:t>
          </a:r>
        </a:p>
      </dgm:t>
    </dgm:pt>
    <dgm:pt modelId="{11A23D93-88A5-4266-B6C5-8FDEA2BB6469}" type="parTrans" cxnId="{5DB53B17-FE8D-44AD-A1DD-3F3DB55E999E}">
      <dgm:prSet/>
      <dgm:spPr/>
      <dgm:t>
        <a:bodyPr/>
        <a:lstStyle/>
        <a:p>
          <a:endParaRPr lang="es-PE" sz="1800"/>
        </a:p>
      </dgm:t>
    </dgm:pt>
    <dgm:pt modelId="{526D9E28-800F-490C-A9BA-E04CE005A86D}" type="sibTrans" cxnId="{5DB53B17-FE8D-44AD-A1DD-3F3DB55E999E}">
      <dgm:prSet/>
      <dgm:spPr/>
      <dgm:t>
        <a:bodyPr/>
        <a:lstStyle/>
        <a:p>
          <a:endParaRPr lang="es-PE" sz="1800"/>
        </a:p>
      </dgm:t>
    </dgm:pt>
    <dgm:pt modelId="{7D0126DB-42B9-40B2-8833-68EAD1577636}">
      <dgm:prSet phldrT="[Texto]" custT="1"/>
      <dgm:spPr/>
      <dgm:t>
        <a:bodyPr/>
        <a:lstStyle/>
        <a:p>
          <a:r>
            <a:rPr lang="es-ES" sz="1600" dirty="0"/>
            <a:t>Cables como conductores eléctricos.</a:t>
          </a:r>
          <a:endParaRPr lang="es-PE" sz="1600" dirty="0"/>
        </a:p>
      </dgm:t>
    </dgm:pt>
    <dgm:pt modelId="{0D81AE23-C7BF-4300-82CE-7AAA15592129}" type="sibTrans" cxnId="{0E0FEEF2-545A-4C8F-B8DB-F232B26D0C1E}">
      <dgm:prSet/>
      <dgm:spPr/>
      <dgm:t>
        <a:bodyPr/>
        <a:lstStyle/>
        <a:p>
          <a:endParaRPr lang="es-PE" sz="1800"/>
        </a:p>
      </dgm:t>
    </dgm:pt>
    <dgm:pt modelId="{EE491F38-1542-4C05-A204-49D6EC3F4976}" type="parTrans" cxnId="{0E0FEEF2-545A-4C8F-B8DB-F232B26D0C1E}">
      <dgm:prSet/>
      <dgm:spPr/>
      <dgm:t>
        <a:bodyPr/>
        <a:lstStyle/>
        <a:p>
          <a:endParaRPr lang="es-PE" sz="1800"/>
        </a:p>
      </dgm:t>
    </dgm:pt>
    <dgm:pt modelId="{23DE0490-E90F-4A7A-9227-D91482A494E0}">
      <dgm:prSet phldrT="[Texto]" custT="1"/>
      <dgm:spPr/>
      <dgm:t>
        <a:bodyPr/>
        <a:lstStyle/>
        <a:p>
          <a:r>
            <a:rPr lang="es-ES" sz="1800" dirty="0"/>
            <a:t>Gasfitería.</a:t>
          </a:r>
          <a:endParaRPr lang="es-PE" sz="1800" dirty="0"/>
        </a:p>
      </dgm:t>
    </dgm:pt>
    <dgm:pt modelId="{9BC007F7-FD0E-440D-9D39-C79D150DA374}" type="parTrans" cxnId="{E03A573F-7E1D-477E-84B2-DA0F4CDD9195}">
      <dgm:prSet/>
      <dgm:spPr/>
      <dgm:t>
        <a:bodyPr/>
        <a:lstStyle/>
        <a:p>
          <a:endParaRPr lang="es-PE"/>
        </a:p>
      </dgm:t>
    </dgm:pt>
    <dgm:pt modelId="{783CF543-ED6F-4C70-92C4-8854D3447F83}" type="sibTrans" cxnId="{E03A573F-7E1D-477E-84B2-DA0F4CDD9195}">
      <dgm:prSet/>
      <dgm:spPr/>
      <dgm:t>
        <a:bodyPr/>
        <a:lstStyle/>
        <a:p>
          <a:endParaRPr lang="es-PE"/>
        </a:p>
      </dgm:t>
    </dgm:pt>
    <dgm:pt modelId="{54DEA7CF-127F-4AB3-B6E9-36D51A7508AF}">
      <dgm:prSet phldrT="[Texto]" custT="1"/>
      <dgm:spPr/>
      <dgm:t>
        <a:bodyPr/>
        <a:lstStyle/>
        <a:p>
          <a:r>
            <a:rPr lang="es-ES" sz="1800" dirty="0"/>
            <a:t>Ornamentales.</a:t>
          </a:r>
          <a:endParaRPr lang="es-PE" sz="1800" dirty="0"/>
        </a:p>
      </dgm:t>
    </dgm:pt>
    <dgm:pt modelId="{531EA7FB-4734-4BC7-850F-5F21A5C85EE2}" type="parTrans" cxnId="{6E0A45D3-72D1-4E8E-94C5-DA3BA8415A7C}">
      <dgm:prSet/>
      <dgm:spPr/>
      <dgm:t>
        <a:bodyPr/>
        <a:lstStyle/>
        <a:p>
          <a:endParaRPr lang="es-PE"/>
        </a:p>
      </dgm:t>
    </dgm:pt>
    <dgm:pt modelId="{19239EED-DFD5-4F72-91D5-C2ECC1420326}" type="sibTrans" cxnId="{6E0A45D3-72D1-4E8E-94C5-DA3BA8415A7C}">
      <dgm:prSet/>
      <dgm:spPr/>
      <dgm:t>
        <a:bodyPr/>
        <a:lstStyle/>
        <a:p>
          <a:endParaRPr lang="es-PE"/>
        </a:p>
      </dgm:t>
    </dgm:pt>
    <dgm:pt modelId="{96E52447-401D-4B71-8984-A2C89A36CCF3}">
      <dgm:prSet phldrT="[Texto]" custT="1"/>
      <dgm:spPr/>
      <dgm:t>
        <a:bodyPr/>
        <a:lstStyle/>
        <a:p>
          <a:r>
            <a:rPr lang="es-ES" sz="1800" dirty="0"/>
            <a:t>Válvulas.</a:t>
          </a:r>
          <a:endParaRPr lang="es-PE" sz="1800" dirty="0"/>
        </a:p>
      </dgm:t>
    </dgm:pt>
    <dgm:pt modelId="{6E2F078E-4348-4CC0-871B-98814C089E7F}" type="parTrans" cxnId="{14C9598B-176C-4BEB-8FF8-4D04826962F7}">
      <dgm:prSet/>
      <dgm:spPr/>
      <dgm:t>
        <a:bodyPr/>
        <a:lstStyle/>
        <a:p>
          <a:endParaRPr lang="es-PE"/>
        </a:p>
      </dgm:t>
    </dgm:pt>
    <dgm:pt modelId="{DB683FBA-96D9-4940-9332-0309F312087D}" type="sibTrans" cxnId="{14C9598B-176C-4BEB-8FF8-4D04826962F7}">
      <dgm:prSet/>
      <dgm:spPr/>
      <dgm:t>
        <a:bodyPr/>
        <a:lstStyle/>
        <a:p>
          <a:endParaRPr lang="es-PE"/>
        </a:p>
      </dgm:t>
    </dgm:pt>
    <dgm:pt modelId="{2F2914CF-6C80-4FA1-9C04-696893A16757}">
      <dgm:prSet phldrT="[Texto]" custT="1"/>
      <dgm:spPr/>
      <dgm:t>
        <a:bodyPr/>
        <a:lstStyle/>
        <a:p>
          <a:r>
            <a:rPr lang="es-ES" sz="1800" dirty="0"/>
            <a:t>Acoplamientos.</a:t>
          </a:r>
          <a:endParaRPr lang="es-PE" sz="1800" dirty="0"/>
        </a:p>
      </dgm:t>
    </dgm:pt>
    <dgm:pt modelId="{49F44D02-2F10-4DA6-A4C2-2824A588F588}" type="parTrans" cxnId="{EBE02E68-BF42-48DC-9240-3F646B0E698C}">
      <dgm:prSet/>
      <dgm:spPr/>
      <dgm:t>
        <a:bodyPr/>
        <a:lstStyle/>
        <a:p>
          <a:endParaRPr lang="es-PE"/>
        </a:p>
      </dgm:t>
    </dgm:pt>
    <dgm:pt modelId="{4ED546D9-B8C0-461D-96E9-22DC1608B73F}" type="sibTrans" cxnId="{EBE02E68-BF42-48DC-9240-3F646B0E698C}">
      <dgm:prSet/>
      <dgm:spPr/>
      <dgm:t>
        <a:bodyPr/>
        <a:lstStyle/>
        <a:p>
          <a:endParaRPr lang="es-PE"/>
        </a:p>
      </dgm:t>
    </dgm:pt>
    <dgm:pt modelId="{29A98F85-2823-45E5-923E-D71DD88A0052}" type="pres">
      <dgm:prSet presAssocID="{2F958914-2EDA-4560-8361-DFED086EC21D}" presName="linear" presStyleCnt="0">
        <dgm:presLayoutVars>
          <dgm:dir/>
          <dgm:resizeHandles val="exact"/>
        </dgm:presLayoutVars>
      </dgm:prSet>
      <dgm:spPr/>
    </dgm:pt>
    <dgm:pt modelId="{93862B13-8BAC-4185-9BD2-1513957930C4}" type="pres">
      <dgm:prSet presAssocID="{2587DC6F-A95C-454A-851A-F36021689869}" presName="comp" presStyleCnt="0"/>
      <dgm:spPr/>
    </dgm:pt>
    <dgm:pt modelId="{44F9CA22-1C39-4F3A-ABCC-4546B4FD77BA}" type="pres">
      <dgm:prSet presAssocID="{2587DC6F-A95C-454A-851A-F36021689869}" presName="box" presStyleLbl="node1" presStyleIdx="0" presStyleCnt="2"/>
      <dgm:spPr/>
    </dgm:pt>
    <dgm:pt modelId="{B87BBFB5-7C8D-4674-AFF1-576308868E0D}" type="pres">
      <dgm:prSet presAssocID="{2587DC6F-A95C-454A-851A-F36021689869}" presName="img" presStyleLbl="fgImgPlace1" presStyleIdx="0" presStyleCnt="2"/>
      <dgm:spPr>
        <a:blipFill>
          <a:blip xmlns:r="http://schemas.openxmlformats.org/officeDocument/2006/relationships" r:embed="rId1">
            <a:extLst>
              <a:ext uri="{28A0092B-C50C-407E-A947-70E740481C1C}">
                <a14:useLocalDpi xmlns:a14="http://schemas.microsoft.com/office/drawing/2010/main" val="0"/>
              </a:ext>
            </a:extLst>
          </a:blip>
          <a:srcRect/>
          <a:stretch>
            <a:fillRect t="-10000" b="-10000"/>
          </a:stretch>
        </a:blipFill>
      </dgm:spPr>
    </dgm:pt>
    <dgm:pt modelId="{4AA511A2-E4C6-48BA-99D9-4BBD5F98F051}" type="pres">
      <dgm:prSet presAssocID="{2587DC6F-A95C-454A-851A-F36021689869}" presName="text" presStyleLbl="node1" presStyleIdx="0" presStyleCnt="2">
        <dgm:presLayoutVars>
          <dgm:bulletEnabled val="1"/>
        </dgm:presLayoutVars>
      </dgm:prSet>
      <dgm:spPr/>
    </dgm:pt>
    <dgm:pt modelId="{8AEF3DB7-5F7B-47E0-A3FA-9BAC20061FF3}" type="pres">
      <dgm:prSet presAssocID="{55E6C2E7-F02D-46EA-9D9E-23EFDEDDFD49}" presName="spacer" presStyleCnt="0"/>
      <dgm:spPr/>
    </dgm:pt>
    <dgm:pt modelId="{8C0B7E6C-B94C-40AD-A0FA-7BFD9C093EEE}" type="pres">
      <dgm:prSet presAssocID="{0CA85061-0EFA-4452-9E00-EBFD00329DF6}" presName="comp" presStyleCnt="0"/>
      <dgm:spPr/>
    </dgm:pt>
    <dgm:pt modelId="{77CE24BA-AEBB-433B-B1FC-1A4E0C61D02D}" type="pres">
      <dgm:prSet presAssocID="{0CA85061-0EFA-4452-9E00-EBFD00329DF6}" presName="box" presStyleLbl="node1" presStyleIdx="1" presStyleCnt="2" custLinFactNeighborY="-3107"/>
      <dgm:spPr/>
    </dgm:pt>
    <dgm:pt modelId="{254EA2C3-6A72-4271-87F9-BC4B3DB6ED0F}" type="pres">
      <dgm:prSet presAssocID="{0CA85061-0EFA-4452-9E00-EBFD00329DF6}" presName="img" presStyleLbl="fgImgPlace1" presStyleIdx="1" presStyleCnt="2"/>
      <dgm:spPr>
        <a:blipFill>
          <a:blip xmlns:r="http://schemas.openxmlformats.org/officeDocument/2006/relationships" r:embed="rId2">
            <a:extLst>
              <a:ext uri="{28A0092B-C50C-407E-A947-70E740481C1C}">
                <a14:useLocalDpi xmlns:a14="http://schemas.microsoft.com/office/drawing/2010/main" val="0"/>
              </a:ext>
            </a:extLst>
          </a:blip>
          <a:srcRect/>
          <a:stretch>
            <a:fillRect l="-12000" r="-12000"/>
          </a:stretch>
        </a:blipFill>
      </dgm:spPr>
    </dgm:pt>
    <dgm:pt modelId="{32589551-81FC-4FA2-BA41-18F0BA705BB5}" type="pres">
      <dgm:prSet presAssocID="{0CA85061-0EFA-4452-9E00-EBFD00329DF6}" presName="text" presStyleLbl="node1" presStyleIdx="1" presStyleCnt="2">
        <dgm:presLayoutVars>
          <dgm:bulletEnabled val="1"/>
        </dgm:presLayoutVars>
      </dgm:prSet>
      <dgm:spPr/>
    </dgm:pt>
  </dgm:ptLst>
  <dgm:cxnLst>
    <dgm:cxn modelId="{26C3610C-8B04-4150-BEEB-2F1256928548}" type="presOf" srcId="{54DEA7CF-127F-4AB3-B6E9-36D51A7508AF}" destId="{32589551-81FC-4FA2-BA41-18F0BA705BB5}" srcOrd="1" destOrd="4" presId="urn:microsoft.com/office/officeart/2005/8/layout/vList4"/>
    <dgm:cxn modelId="{5DB53B17-FE8D-44AD-A1DD-3F3DB55E999E}" srcId="{2587DC6F-A95C-454A-851A-F36021689869}" destId="{C246D407-2AE4-4915-8A0D-07AFAE35749D}" srcOrd="3" destOrd="0" parTransId="{11A23D93-88A5-4266-B6C5-8FDEA2BB6469}" sibTransId="{526D9E28-800F-490C-A9BA-E04CE005A86D}"/>
    <dgm:cxn modelId="{8F44ED19-87A4-4D8F-A4F3-5A7A57B2A4F8}" type="presOf" srcId="{7D0126DB-42B9-40B2-8833-68EAD1577636}" destId="{44F9CA22-1C39-4F3A-ABCC-4546B4FD77BA}" srcOrd="0" destOrd="1" presId="urn:microsoft.com/office/officeart/2005/8/layout/vList4"/>
    <dgm:cxn modelId="{61F19F1D-C531-4035-AA8C-B2FE43C41E54}" type="presOf" srcId="{C246D407-2AE4-4915-8A0D-07AFAE35749D}" destId="{4AA511A2-E4C6-48BA-99D9-4BBD5F98F051}" srcOrd="1" destOrd="4" presId="urn:microsoft.com/office/officeart/2005/8/layout/vList4"/>
    <dgm:cxn modelId="{26208D24-44D2-4706-9F27-A8AF8C1AF187}" type="presOf" srcId="{7D0126DB-42B9-40B2-8833-68EAD1577636}" destId="{4AA511A2-E4C6-48BA-99D9-4BBD5F98F051}" srcOrd="1" destOrd="1" presId="urn:microsoft.com/office/officeart/2005/8/layout/vList4"/>
    <dgm:cxn modelId="{4975A924-3625-498E-BCD3-8197B6327173}" type="presOf" srcId="{96E52447-401D-4B71-8984-A2C89A36CCF3}" destId="{32589551-81FC-4FA2-BA41-18F0BA705BB5}" srcOrd="1" destOrd="2" presId="urn:microsoft.com/office/officeart/2005/8/layout/vList4"/>
    <dgm:cxn modelId="{D71F4828-0EBE-4BBD-A635-42C11F2C46B9}" type="presOf" srcId="{2587DC6F-A95C-454A-851A-F36021689869}" destId="{44F9CA22-1C39-4F3A-ABCC-4546B4FD77BA}" srcOrd="0" destOrd="0" presId="urn:microsoft.com/office/officeart/2005/8/layout/vList4"/>
    <dgm:cxn modelId="{4241C13A-2D39-438E-A650-1463688D61B7}" type="presOf" srcId="{0CA85061-0EFA-4452-9E00-EBFD00329DF6}" destId="{77CE24BA-AEBB-433B-B1FC-1A4E0C61D02D}" srcOrd="0" destOrd="0" presId="urn:microsoft.com/office/officeart/2005/8/layout/vList4"/>
    <dgm:cxn modelId="{E03A573F-7E1D-477E-84B2-DA0F4CDD9195}" srcId="{0CA85061-0EFA-4452-9E00-EBFD00329DF6}" destId="{23DE0490-E90F-4A7A-9227-D91482A494E0}" srcOrd="0" destOrd="0" parTransId="{9BC007F7-FD0E-440D-9D39-C79D150DA374}" sibTransId="{783CF543-ED6F-4C70-92C4-8854D3447F83}"/>
    <dgm:cxn modelId="{6A6B2240-89D3-4FEA-80BD-B3E1ACF96FC6}" srcId="{2587DC6F-A95C-454A-851A-F36021689869}" destId="{FD335E21-7992-4FE3-8AA8-762A302C0CA6}" srcOrd="1" destOrd="0" parTransId="{72BB5200-6F98-4F37-B03E-BBEA2BC69BD0}" sibTransId="{0188450D-E94A-4CD2-AEE6-19B13821AD5A}"/>
    <dgm:cxn modelId="{15F7C241-5ED3-4AC1-92D9-FE5C6A94E701}" type="presOf" srcId="{2F2914CF-6C80-4FA1-9C04-696893A16757}" destId="{77CE24BA-AEBB-433B-B1FC-1A4E0C61D02D}" srcOrd="0" destOrd="3" presId="urn:microsoft.com/office/officeart/2005/8/layout/vList4"/>
    <dgm:cxn modelId="{AEAE6646-B457-424B-B45D-7B90290BBACC}" type="presOf" srcId="{8D7641F9-1DB6-461C-BDAB-86FD0D11323B}" destId="{4AA511A2-E4C6-48BA-99D9-4BBD5F98F051}" srcOrd="1" destOrd="3" presId="urn:microsoft.com/office/officeart/2005/8/layout/vList4"/>
    <dgm:cxn modelId="{EBE02E68-BF42-48DC-9240-3F646B0E698C}" srcId="{0CA85061-0EFA-4452-9E00-EBFD00329DF6}" destId="{2F2914CF-6C80-4FA1-9C04-696893A16757}" srcOrd="2" destOrd="0" parTransId="{49F44D02-2F10-4DA6-A4C2-2824A588F588}" sibTransId="{4ED546D9-B8C0-461D-96E9-22DC1608B73F}"/>
    <dgm:cxn modelId="{CF506248-0282-4922-90D6-3D8775212880}" srcId="{2F958914-2EDA-4560-8361-DFED086EC21D}" destId="{2587DC6F-A95C-454A-851A-F36021689869}" srcOrd="0" destOrd="0" parTransId="{7E0C3CF5-6427-4D8D-96DA-AA02278E320B}" sibTransId="{55E6C2E7-F02D-46EA-9D9E-23EFDEDDFD49}"/>
    <dgm:cxn modelId="{55AC6568-F342-4C9D-A669-F784D63B77B4}" type="presOf" srcId="{0CA85061-0EFA-4452-9E00-EBFD00329DF6}" destId="{32589551-81FC-4FA2-BA41-18F0BA705BB5}" srcOrd="1" destOrd="0" presId="urn:microsoft.com/office/officeart/2005/8/layout/vList4"/>
    <dgm:cxn modelId="{06CEEE48-9F3C-4C9E-AFB3-773A39712214}" type="presOf" srcId="{C246D407-2AE4-4915-8A0D-07AFAE35749D}" destId="{44F9CA22-1C39-4F3A-ABCC-4546B4FD77BA}" srcOrd="0" destOrd="4" presId="urn:microsoft.com/office/officeart/2005/8/layout/vList4"/>
    <dgm:cxn modelId="{9F70FB48-61C0-46BC-91FB-6A2530F4997A}" type="presOf" srcId="{2587DC6F-A95C-454A-851A-F36021689869}" destId="{4AA511A2-E4C6-48BA-99D9-4BBD5F98F051}" srcOrd="1" destOrd="0" presId="urn:microsoft.com/office/officeart/2005/8/layout/vList4"/>
    <dgm:cxn modelId="{0FF53C78-AE3F-4019-9AA1-E4D3A5D78D77}" type="presOf" srcId="{FD335E21-7992-4FE3-8AA8-762A302C0CA6}" destId="{44F9CA22-1C39-4F3A-ABCC-4546B4FD77BA}" srcOrd="0" destOrd="2" presId="urn:microsoft.com/office/officeart/2005/8/layout/vList4"/>
    <dgm:cxn modelId="{838A5383-88CA-42F8-8E24-8F339F366D74}" srcId="{2F958914-2EDA-4560-8361-DFED086EC21D}" destId="{0CA85061-0EFA-4452-9E00-EBFD00329DF6}" srcOrd="1" destOrd="0" parTransId="{654BBB00-7EF8-4DA7-821B-38291701DEFB}" sibTransId="{C948B412-5320-4DE4-B99D-A7024377A1F8}"/>
    <dgm:cxn modelId="{14C9598B-176C-4BEB-8FF8-4D04826962F7}" srcId="{0CA85061-0EFA-4452-9E00-EBFD00329DF6}" destId="{96E52447-401D-4B71-8984-A2C89A36CCF3}" srcOrd="1" destOrd="0" parTransId="{6E2F078E-4348-4CC0-871B-98814C089E7F}" sibTransId="{DB683FBA-96D9-4940-9332-0309F312087D}"/>
    <dgm:cxn modelId="{115AC09B-110D-4EC3-A2C2-6205F5DF9E55}" srcId="{2587DC6F-A95C-454A-851A-F36021689869}" destId="{8D7641F9-1DB6-461C-BDAB-86FD0D11323B}" srcOrd="2" destOrd="0" parTransId="{4D5285BA-72F4-4FCF-BEC9-89D4E63DA8DE}" sibTransId="{A39D9E12-991A-4DBE-AD57-3D436F7C45C5}"/>
    <dgm:cxn modelId="{4524B5A4-22B8-4BBD-8D78-A6F95356D21D}" type="presOf" srcId="{96E52447-401D-4B71-8984-A2C89A36CCF3}" destId="{77CE24BA-AEBB-433B-B1FC-1A4E0C61D02D}" srcOrd="0" destOrd="2" presId="urn:microsoft.com/office/officeart/2005/8/layout/vList4"/>
    <dgm:cxn modelId="{E5045EB5-77E7-4169-BCCC-01F65E326B4A}" type="presOf" srcId="{2F2914CF-6C80-4FA1-9C04-696893A16757}" destId="{32589551-81FC-4FA2-BA41-18F0BA705BB5}" srcOrd="1" destOrd="3" presId="urn:microsoft.com/office/officeart/2005/8/layout/vList4"/>
    <dgm:cxn modelId="{731783B9-ACB2-4A46-96C9-09DB0CED0997}" type="presOf" srcId="{23DE0490-E90F-4A7A-9227-D91482A494E0}" destId="{77CE24BA-AEBB-433B-B1FC-1A4E0C61D02D}" srcOrd="0" destOrd="1" presId="urn:microsoft.com/office/officeart/2005/8/layout/vList4"/>
    <dgm:cxn modelId="{6E0A45D3-72D1-4E8E-94C5-DA3BA8415A7C}" srcId="{0CA85061-0EFA-4452-9E00-EBFD00329DF6}" destId="{54DEA7CF-127F-4AB3-B6E9-36D51A7508AF}" srcOrd="3" destOrd="0" parTransId="{531EA7FB-4734-4BC7-850F-5F21A5C85EE2}" sibTransId="{19239EED-DFD5-4F72-91D5-C2ECC1420326}"/>
    <dgm:cxn modelId="{C651D6DF-291E-4E14-985F-4D11F9F39AF7}" type="presOf" srcId="{54DEA7CF-127F-4AB3-B6E9-36D51A7508AF}" destId="{77CE24BA-AEBB-433B-B1FC-1A4E0C61D02D}" srcOrd="0" destOrd="4" presId="urn:microsoft.com/office/officeart/2005/8/layout/vList4"/>
    <dgm:cxn modelId="{E0F154E1-3170-4BB5-9198-1CA3024B83DC}" type="presOf" srcId="{FD335E21-7992-4FE3-8AA8-762A302C0CA6}" destId="{4AA511A2-E4C6-48BA-99D9-4BBD5F98F051}" srcOrd="1" destOrd="2" presId="urn:microsoft.com/office/officeart/2005/8/layout/vList4"/>
    <dgm:cxn modelId="{410F99ED-38CE-40DA-8750-6D9A5E646CDD}" type="presOf" srcId="{23DE0490-E90F-4A7A-9227-D91482A494E0}" destId="{32589551-81FC-4FA2-BA41-18F0BA705BB5}" srcOrd="1" destOrd="1" presId="urn:microsoft.com/office/officeart/2005/8/layout/vList4"/>
    <dgm:cxn modelId="{C24DAAEF-D153-4CA6-857D-E82FEA497C3A}" type="presOf" srcId="{8D7641F9-1DB6-461C-BDAB-86FD0D11323B}" destId="{44F9CA22-1C39-4F3A-ABCC-4546B4FD77BA}" srcOrd="0" destOrd="3" presId="urn:microsoft.com/office/officeart/2005/8/layout/vList4"/>
    <dgm:cxn modelId="{0E0FEEF2-545A-4C8F-B8DB-F232B26D0C1E}" srcId="{2587DC6F-A95C-454A-851A-F36021689869}" destId="{7D0126DB-42B9-40B2-8833-68EAD1577636}" srcOrd="0" destOrd="0" parTransId="{EE491F38-1542-4C05-A204-49D6EC3F4976}" sibTransId="{0D81AE23-C7BF-4300-82CE-7AAA15592129}"/>
    <dgm:cxn modelId="{C8AE24FB-5D01-4079-BC15-2A13F47F5D2C}" type="presOf" srcId="{2F958914-2EDA-4560-8361-DFED086EC21D}" destId="{29A98F85-2823-45E5-923E-D71DD88A0052}" srcOrd="0" destOrd="0" presId="urn:microsoft.com/office/officeart/2005/8/layout/vList4"/>
    <dgm:cxn modelId="{FB6765FA-AF14-46FD-83E2-6AE93CA17C5E}" type="presParOf" srcId="{29A98F85-2823-45E5-923E-D71DD88A0052}" destId="{93862B13-8BAC-4185-9BD2-1513957930C4}" srcOrd="0" destOrd="0" presId="urn:microsoft.com/office/officeart/2005/8/layout/vList4"/>
    <dgm:cxn modelId="{A8A5F955-9B5C-45E4-B3A9-85D53E103958}" type="presParOf" srcId="{93862B13-8BAC-4185-9BD2-1513957930C4}" destId="{44F9CA22-1C39-4F3A-ABCC-4546B4FD77BA}" srcOrd="0" destOrd="0" presId="urn:microsoft.com/office/officeart/2005/8/layout/vList4"/>
    <dgm:cxn modelId="{EB40BE7F-2E93-44A5-B6F2-2D045A076AA9}" type="presParOf" srcId="{93862B13-8BAC-4185-9BD2-1513957930C4}" destId="{B87BBFB5-7C8D-4674-AFF1-576308868E0D}" srcOrd="1" destOrd="0" presId="urn:microsoft.com/office/officeart/2005/8/layout/vList4"/>
    <dgm:cxn modelId="{1272BF09-0268-46C8-8150-68C62586DC73}" type="presParOf" srcId="{93862B13-8BAC-4185-9BD2-1513957930C4}" destId="{4AA511A2-E4C6-48BA-99D9-4BBD5F98F051}" srcOrd="2" destOrd="0" presId="urn:microsoft.com/office/officeart/2005/8/layout/vList4"/>
    <dgm:cxn modelId="{87281654-6821-4AEC-9FB9-5B46DCF72D1C}" type="presParOf" srcId="{29A98F85-2823-45E5-923E-D71DD88A0052}" destId="{8AEF3DB7-5F7B-47E0-A3FA-9BAC20061FF3}" srcOrd="1" destOrd="0" presId="urn:microsoft.com/office/officeart/2005/8/layout/vList4"/>
    <dgm:cxn modelId="{6A530C5F-6B74-403D-A762-976CDED73EED}" type="presParOf" srcId="{29A98F85-2823-45E5-923E-D71DD88A0052}" destId="{8C0B7E6C-B94C-40AD-A0FA-7BFD9C093EEE}" srcOrd="2" destOrd="0" presId="urn:microsoft.com/office/officeart/2005/8/layout/vList4"/>
    <dgm:cxn modelId="{AFF8237C-37DE-41BB-B909-43C7A5BF2F31}" type="presParOf" srcId="{8C0B7E6C-B94C-40AD-A0FA-7BFD9C093EEE}" destId="{77CE24BA-AEBB-433B-B1FC-1A4E0C61D02D}" srcOrd="0" destOrd="0" presId="urn:microsoft.com/office/officeart/2005/8/layout/vList4"/>
    <dgm:cxn modelId="{36C6A504-9EE3-4E3B-B9E6-0C67F5C4064D}" type="presParOf" srcId="{8C0B7E6C-B94C-40AD-A0FA-7BFD9C093EEE}" destId="{254EA2C3-6A72-4271-87F9-BC4B3DB6ED0F}" srcOrd="1" destOrd="0" presId="urn:microsoft.com/office/officeart/2005/8/layout/vList4"/>
    <dgm:cxn modelId="{1C9A9551-2D8F-4CEF-90F0-F70FA2651EB5}" type="presParOf" srcId="{8C0B7E6C-B94C-40AD-A0FA-7BFD9C093EEE}" destId="{32589551-81FC-4FA2-BA41-18F0BA705BB5}" srcOrd="2" destOrd="0" presId="urn:microsoft.com/office/officeart/2005/8/layout/vList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699902B-A289-4479-B3D6-0288AA058994}" type="doc">
      <dgm:prSet loTypeId="urn:microsoft.com/office/officeart/2005/8/layout/vList4" loCatId="list" qsTypeId="urn:microsoft.com/office/officeart/2005/8/quickstyle/simple1" qsCatId="simple" csTypeId="urn:microsoft.com/office/officeart/2005/8/colors/colorful5" csCatId="colorful" phldr="1"/>
      <dgm:spPr/>
      <dgm:t>
        <a:bodyPr/>
        <a:lstStyle/>
        <a:p>
          <a:endParaRPr lang="es-PE"/>
        </a:p>
      </dgm:t>
    </dgm:pt>
    <dgm:pt modelId="{CBC2C49F-DF49-4C53-B1B9-3D0151CC5640}">
      <dgm:prSet phldrT="[Texto]"/>
      <dgm:spPr/>
      <dgm:t>
        <a:bodyPr/>
        <a:lstStyle/>
        <a:p>
          <a:r>
            <a:rPr lang="es-ES" sz="1700" dirty="0"/>
            <a:t>11%</a:t>
          </a:r>
          <a:endParaRPr lang="es-PE" sz="1700" dirty="0"/>
        </a:p>
      </dgm:t>
    </dgm:pt>
    <dgm:pt modelId="{D8DA869F-D0FB-4863-B8C7-5A555DC4358A}" type="parTrans" cxnId="{74B35477-495E-4974-8466-753248887E55}">
      <dgm:prSet/>
      <dgm:spPr/>
      <dgm:t>
        <a:bodyPr/>
        <a:lstStyle/>
        <a:p>
          <a:endParaRPr lang="es-PE"/>
        </a:p>
      </dgm:t>
    </dgm:pt>
    <dgm:pt modelId="{B48D8C91-C466-4E5A-9B75-A7A06670AF7F}" type="sibTrans" cxnId="{74B35477-495E-4974-8466-753248887E55}">
      <dgm:prSet/>
      <dgm:spPr/>
      <dgm:t>
        <a:bodyPr/>
        <a:lstStyle/>
        <a:p>
          <a:endParaRPr lang="es-PE"/>
        </a:p>
      </dgm:t>
    </dgm:pt>
    <dgm:pt modelId="{EAA92794-36B7-4BF8-8590-6C98C63FAFE5}">
      <dgm:prSet phldrT="[Texto]" custT="1"/>
      <dgm:spPr/>
      <dgm:t>
        <a:bodyPr/>
        <a:lstStyle/>
        <a:p>
          <a:r>
            <a:rPr lang="es-ES" sz="1400" dirty="0"/>
            <a:t>Vehículos.</a:t>
          </a:r>
          <a:endParaRPr lang="es-PE" sz="1400" dirty="0"/>
        </a:p>
      </dgm:t>
    </dgm:pt>
    <dgm:pt modelId="{1D0ED2B0-4724-4227-8D26-07D76462DF24}" type="parTrans" cxnId="{BD04A3E8-40DD-46CC-9665-C15652911049}">
      <dgm:prSet/>
      <dgm:spPr/>
      <dgm:t>
        <a:bodyPr/>
        <a:lstStyle/>
        <a:p>
          <a:endParaRPr lang="es-PE"/>
        </a:p>
      </dgm:t>
    </dgm:pt>
    <dgm:pt modelId="{A53C4933-C488-469E-9ADB-BE1295DB8A8C}" type="sibTrans" cxnId="{BD04A3E8-40DD-46CC-9665-C15652911049}">
      <dgm:prSet/>
      <dgm:spPr/>
      <dgm:t>
        <a:bodyPr/>
        <a:lstStyle/>
        <a:p>
          <a:endParaRPr lang="es-PE"/>
        </a:p>
      </dgm:t>
    </dgm:pt>
    <dgm:pt modelId="{C7112A92-699C-40E7-A2AC-BB3B4C7D028B}">
      <dgm:prSet phldrT="[Texto]"/>
      <dgm:spPr/>
      <dgm:t>
        <a:bodyPr/>
        <a:lstStyle/>
        <a:p>
          <a:r>
            <a:rPr lang="es-ES" dirty="0"/>
            <a:t>14%</a:t>
          </a:r>
          <a:endParaRPr lang="es-PE" dirty="0"/>
        </a:p>
      </dgm:t>
    </dgm:pt>
    <dgm:pt modelId="{E552B0AA-A12A-4FE8-AB55-687A991A6EDE}" type="parTrans" cxnId="{837FA3B1-779B-4791-8C88-5A7F81A39368}">
      <dgm:prSet/>
      <dgm:spPr/>
      <dgm:t>
        <a:bodyPr/>
        <a:lstStyle/>
        <a:p>
          <a:endParaRPr lang="es-PE"/>
        </a:p>
      </dgm:t>
    </dgm:pt>
    <dgm:pt modelId="{29EA6866-273A-48B2-A4D4-E06048C6EFF4}" type="sibTrans" cxnId="{837FA3B1-779B-4791-8C88-5A7F81A39368}">
      <dgm:prSet/>
      <dgm:spPr/>
      <dgm:t>
        <a:bodyPr/>
        <a:lstStyle/>
        <a:p>
          <a:endParaRPr lang="es-PE"/>
        </a:p>
      </dgm:t>
    </dgm:pt>
    <dgm:pt modelId="{B9E5D561-B519-4A40-92C0-00BF54FA70FF}">
      <dgm:prSet phldrT="[Texto]"/>
      <dgm:spPr/>
      <dgm:t>
        <a:bodyPr/>
        <a:lstStyle/>
        <a:p>
          <a:r>
            <a:rPr lang="es-ES" dirty="0"/>
            <a:t>Transmisión de calor.</a:t>
          </a:r>
          <a:endParaRPr lang="es-PE" dirty="0"/>
        </a:p>
      </dgm:t>
    </dgm:pt>
    <dgm:pt modelId="{71619978-9B28-46E6-85F5-0AD208C101A1}" type="parTrans" cxnId="{96EFCC1B-0BE7-47A9-9120-E61DADD6C230}">
      <dgm:prSet/>
      <dgm:spPr/>
      <dgm:t>
        <a:bodyPr/>
        <a:lstStyle/>
        <a:p>
          <a:endParaRPr lang="es-PE"/>
        </a:p>
      </dgm:t>
    </dgm:pt>
    <dgm:pt modelId="{693DE13D-BC55-477B-86FE-013F1E384DEC}" type="sibTrans" cxnId="{96EFCC1B-0BE7-47A9-9120-E61DADD6C230}">
      <dgm:prSet/>
      <dgm:spPr/>
      <dgm:t>
        <a:bodyPr/>
        <a:lstStyle/>
        <a:p>
          <a:endParaRPr lang="es-PE"/>
        </a:p>
      </dgm:t>
    </dgm:pt>
    <dgm:pt modelId="{E10B5945-0FE0-4F64-8F59-C1BB484001B6}">
      <dgm:prSet phldrT="[Texto]"/>
      <dgm:spPr/>
      <dgm:t>
        <a:bodyPr/>
        <a:lstStyle/>
        <a:p>
          <a:r>
            <a:rPr lang="es-ES" dirty="0"/>
            <a:t>5%</a:t>
          </a:r>
          <a:endParaRPr lang="es-PE" dirty="0"/>
        </a:p>
      </dgm:t>
    </dgm:pt>
    <dgm:pt modelId="{03739924-D853-4BE4-8275-70B4E4397C76}" type="parTrans" cxnId="{C2DE7C6D-1073-4CD6-ABB5-B60E047665FD}">
      <dgm:prSet/>
      <dgm:spPr/>
      <dgm:t>
        <a:bodyPr/>
        <a:lstStyle/>
        <a:p>
          <a:endParaRPr lang="es-PE"/>
        </a:p>
      </dgm:t>
    </dgm:pt>
    <dgm:pt modelId="{D2E9FA0D-753A-49CD-AB53-4A78AFFAA5A4}" type="sibTrans" cxnId="{C2DE7C6D-1073-4CD6-ABB5-B60E047665FD}">
      <dgm:prSet/>
      <dgm:spPr/>
      <dgm:t>
        <a:bodyPr/>
        <a:lstStyle/>
        <a:p>
          <a:endParaRPr lang="es-PE"/>
        </a:p>
      </dgm:t>
    </dgm:pt>
    <dgm:pt modelId="{8F9857DA-1530-4A28-BB8B-7C289657C6C5}">
      <dgm:prSet phldrT="[Texto]"/>
      <dgm:spPr/>
      <dgm:t>
        <a:bodyPr/>
        <a:lstStyle/>
        <a:p>
          <a:r>
            <a:rPr lang="es-ES" dirty="0"/>
            <a:t>Monedas.</a:t>
          </a:r>
          <a:endParaRPr lang="es-PE" dirty="0"/>
        </a:p>
      </dgm:t>
    </dgm:pt>
    <dgm:pt modelId="{BC0EB399-907D-494D-9B3C-E6B91A3D820D}" type="parTrans" cxnId="{410341D8-934A-46AF-BECA-473C8A675945}">
      <dgm:prSet/>
      <dgm:spPr/>
      <dgm:t>
        <a:bodyPr/>
        <a:lstStyle/>
        <a:p>
          <a:endParaRPr lang="es-PE"/>
        </a:p>
      </dgm:t>
    </dgm:pt>
    <dgm:pt modelId="{9681BB69-721A-46F2-8905-A93768F5B774}" type="sibTrans" cxnId="{410341D8-934A-46AF-BECA-473C8A675945}">
      <dgm:prSet/>
      <dgm:spPr/>
      <dgm:t>
        <a:bodyPr/>
        <a:lstStyle/>
        <a:p>
          <a:endParaRPr lang="es-PE"/>
        </a:p>
      </dgm:t>
    </dgm:pt>
    <dgm:pt modelId="{A39C6B4B-2193-4CD9-8437-48B3556E99B4}">
      <dgm:prSet phldrT="[Texto]"/>
      <dgm:spPr/>
      <dgm:t>
        <a:bodyPr/>
        <a:lstStyle/>
        <a:p>
          <a:r>
            <a:rPr lang="es-ES" dirty="0"/>
            <a:t>Cocinas.</a:t>
          </a:r>
          <a:endParaRPr lang="es-PE" dirty="0"/>
        </a:p>
      </dgm:t>
    </dgm:pt>
    <dgm:pt modelId="{14D1FF78-3F79-4961-B19C-109EACD79D38}" type="parTrans" cxnId="{BC3B9DE0-00D3-420B-BB39-04D3F3060BC2}">
      <dgm:prSet/>
      <dgm:spPr/>
      <dgm:t>
        <a:bodyPr/>
        <a:lstStyle/>
        <a:p>
          <a:endParaRPr lang="es-PE"/>
        </a:p>
      </dgm:t>
    </dgm:pt>
    <dgm:pt modelId="{1410EC90-5531-4D0E-985D-5B36D4BED12E}" type="sibTrans" cxnId="{BC3B9DE0-00D3-420B-BB39-04D3F3060BC2}">
      <dgm:prSet/>
      <dgm:spPr/>
      <dgm:t>
        <a:bodyPr/>
        <a:lstStyle/>
        <a:p>
          <a:endParaRPr lang="es-PE"/>
        </a:p>
      </dgm:t>
    </dgm:pt>
    <dgm:pt modelId="{C9902AF4-4DA3-48F8-B9B0-7F37AE12E96B}">
      <dgm:prSet/>
      <dgm:spPr/>
      <dgm:t>
        <a:bodyPr/>
        <a:lstStyle/>
        <a:p>
          <a:r>
            <a:rPr lang="es-ES"/>
            <a:t>Tanques </a:t>
          </a:r>
          <a:endParaRPr lang="es-PE" dirty="0"/>
        </a:p>
      </dgm:t>
    </dgm:pt>
    <dgm:pt modelId="{2DFFA0E1-B4D0-4387-80CB-5268EE12A3D4}" type="parTrans" cxnId="{36689264-724C-488B-BB2C-F373C9BC8196}">
      <dgm:prSet/>
      <dgm:spPr/>
      <dgm:t>
        <a:bodyPr/>
        <a:lstStyle/>
        <a:p>
          <a:endParaRPr lang="es-PE"/>
        </a:p>
      </dgm:t>
    </dgm:pt>
    <dgm:pt modelId="{8D81F4C6-4437-46C9-B7DC-9A8B29FE8443}" type="sibTrans" cxnId="{36689264-724C-488B-BB2C-F373C9BC8196}">
      <dgm:prSet/>
      <dgm:spPr/>
      <dgm:t>
        <a:bodyPr/>
        <a:lstStyle/>
        <a:p>
          <a:endParaRPr lang="es-PE"/>
        </a:p>
      </dgm:t>
    </dgm:pt>
    <dgm:pt modelId="{04C3560E-893D-4E7B-9B99-854622E85ED5}">
      <dgm:prSet/>
      <dgm:spPr/>
      <dgm:t>
        <a:bodyPr/>
        <a:lstStyle/>
        <a:p>
          <a:r>
            <a:rPr lang="es-ES" dirty="0"/>
            <a:t>Tuberías.</a:t>
          </a:r>
          <a:endParaRPr lang="es-PE" dirty="0"/>
        </a:p>
      </dgm:t>
    </dgm:pt>
    <dgm:pt modelId="{BAA8A9C3-CB53-4B2B-B75A-31BCB2266CD8}" type="parTrans" cxnId="{179EDEBD-81FE-4D09-8577-CF9B51D4F1FD}">
      <dgm:prSet/>
      <dgm:spPr/>
      <dgm:t>
        <a:bodyPr/>
        <a:lstStyle/>
        <a:p>
          <a:endParaRPr lang="es-PE"/>
        </a:p>
      </dgm:t>
    </dgm:pt>
    <dgm:pt modelId="{D26753C2-A532-411B-8948-2DB91F72ABDD}" type="sibTrans" cxnId="{179EDEBD-81FE-4D09-8577-CF9B51D4F1FD}">
      <dgm:prSet/>
      <dgm:spPr/>
      <dgm:t>
        <a:bodyPr/>
        <a:lstStyle/>
        <a:p>
          <a:endParaRPr lang="es-PE"/>
        </a:p>
      </dgm:t>
    </dgm:pt>
    <dgm:pt modelId="{665C997F-875C-4B08-8470-3316BAB6B5A1}">
      <dgm:prSet phldrT="[Texto]"/>
      <dgm:spPr/>
      <dgm:t>
        <a:bodyPr/>
        <a:lstStyle/>
        <a:p>
          <a:r>
            <a:rPr lang="es-ES" dirty="0"/>
            <a:t>Cerrojos y llaves.</a:t>
          </a:r>
          <a:endParaRPr lang="es-PE" dirty="0"/>
        </a:p>
      </dgm:t>
    </dgm:pt>
    <dgm:pt modelId="{41D1147B-C1F4-47C1-946C-F556AFF79103}" type="parTrans" cxnId="{6B9C5404-7A15-446E-ABC0-D2D21687C98D}">
      <dgm:prSet/>
      <dgm:spPr/>
      <dgm:t>
        <a:bodyPr/>
        <a:lstStyle/>
        <a:p>
          <a:endParaRPr lang="es-PE"/>
        </a:p>
      </dgm:t>
    </dgm:pt>
    <dgm:pt modelId="{3BD33FF4-7699-445A-92F2-E80D185F752C}" type="sibTrans" cxnId="{6B9C5404-7A15-446E-ABC0-D2D21687C98D}">
      <dgm:prSet/>
      <dgm:spPr/>
      <dgm:t>
        <a:bodyPr/>
        <a:lstStyle/>
        <a:p>
          <a:endParaRPr lang="es-PE"/>
        </a:p>
      </dgm:t>
    </dgm:pt>
    <dgm:pt modelId="{5807F30A-2089-44FA-BD7C-2B5BE0277CF7}">
      <dgm:prSet custT="1"/>
      <dgm:spPr/>
      <dgm:t>
        <a:bodyPr/>
        <a:lstStyle/>
        <a:p>
          <a:r>
            <a:rPr lang="es-ES" sz="1400" dirty="0"/>
            <a:t>Motores.</a:t>
          </a:r>
          <a:endParaRPr lang="es-PE" sz="1400" dirty="0"/>
        </a:p>
      </dgm:t>
    </dgm:pt>
    <dgm:pt modelId="{70D8684C-800D-4470-B644-35C68B8EBD5F}" type="parTrans" cxnId="{1566686B-E7B3-4C9B-A664-ADD03D8BFF01}">
      <dgm:prSet/>
      <dgm:spPr/>
      <dgm:t>
        <a:bodyPr/>
        <a:lstStyle/>
        <a:p>
          <a:endParaRPr lang="es-PE"/>
        </a:p>
      </dgm:t>
    </dgm:pt>
    <dgm:pt modelId="{EB11955D-7612-414A-9860-6E5E915860F3}" type="sibTrans" cxnId="{1566686B-E7B3-4C9B-A664-ADD03D8BFF01}">
      <dgm:prSet/>
      <dgm:spPr/>
      <dgm:t>
        <a:bodyPr/>
        <a:lstStyle/>
        <a:p>
          <a:endParaRPr lang="es-PE"/>
        </a:p>
      </dgm:t>
    </dgm:pt>
    <dgm:pt modelId="{4495B442-409C-4D10-87A7-5AC6D8676799}">
      <dgm:prSet custT="1"/>
      <dgm:spPr/>
      <dgm:t>
        <a:bodyPr/>
        <a:lstStyle/>
        <a:p>
          <a:r>
            <a:rPr lang="es-ES" sz="1400" dirty="0"/>
            <a:t>Radiadores.</a:t>
          </a:r>
          <a:endParaRPr lang="es-PE" sz="1400" dirty="0"/>
        </a:p>
      </dgm:t>
    </dgm:pt>
    <dgm:pt modelId="{68B84300-BD06-46A4-AAE4-2E6FDA1ADCBC}" type="parTrans" cxnId="{DF40851F-BB85-4A92-B936-172E15E1FF6D}">
      <dgm:prSet/>
      <dgm:spPr/>
      <dgm:t>
        <a:bodyPr/>
        <a:lstStyle/>
        <a:p>
          <a:endParaRPr lang="es-PE"/>
        </a:p>
      </dgm:t>
    </dgm:pt>
    <dgm:pt modelId="{D2805461-BEE3-419C-AEA3-0BDB5E49C3B4}" type="sibTrans" cxnId="{DF40851F-BB85-4A92-B936-172E15E1FF6D}">
      <dgm:prSet/>
      <dgm:spPr/>
      <dgm:t>
        <a:bodyPr/>
        <a:lstStyle/>
        <a:p>
          <a:endParaRPr lang="es-PE"/>
        </a:p>
      </dgm:t>
    </dgm:pt>
    <dgm:pt modelId="{1E8EB5AB-B4B9-44B4-A633-36333C487965}">
      <dgm:prSet custT="1"/>
      <dgm:spPr/>
      <dgm:t>
        <a:bodyPr/>
        <a:lstStyle/>
        <a:p>
          <a:r>
            <a:rPr lang="es-ES" sz="1400" dirty="0"/>
            <a:t>Frenos.</a:t>
          </a:r>
          <a:endParaRPr lang="es-PE" sz="1400" dirty="0"/>
        </a:p>
      </dgm:t>
    </dgm:pt>
    <dgm:pt modelId="{8566ACF2-FE89-47AF-BAE5-17939F76447E}" type="parTrans" cxnId="{641B582D-B176-4A68-8626-5604E341796B}">
      <dgm:prSet/>
      <dgm:spPr/>
      <dgm:t>
        <a:bodyPr/>
        <a:lstStyle/>
        <a:p>
          <a:endParaRPr lang="es-PE"/>
        </a:p>
      </dgm:t>
    </dgm:pt>
    <dgm:pt modelId="{82930BD7-6AC6-44B3-B6BB-4F184D115F61}" type="sibTrans" cxnId="{641B582D-B176-4A68-8626-5604E341796B}">
      <dgm:prSet/>
      <dgm:spPr/>
      <dgm:t>
        <a:bodyPr/>
        <a:lstStyle/>
        <a:p>
          <a:endParaRPr lang="es-PE"/>
        </a:p>
      </dgm:t>
    </dgm:pt>
    <dgm:pt modelId="{8A8E48B7-127F-4DA3-9D51-25BA08D3FF5C}" type="pres">
      <dgm:prSet presAssocID="{6699902B-A289-4479-B3D6-0288AA058994}" presName="linear" presStyleCnt="0">
        <dgm:presLayoutVars>
          <dgm:dir/>
          <dgm:resizeHandles val="exact"/>
        </dgm:presLayoutVars>
      </dgm:prSet>
      <dgm:spPr/>
    </dgm:pt>
    <dgm:pt modelId="{26A83B9C-74E3-43C4-96E3-75A0C198724A}" type="pres">
      <dgm:prSet presAssocID="{CBC2C49F-DF49-4C53-B1B9-3D0151CC5640}" presName="comp" presStyleCnt="0"/>
      <dgm:spPr/>
    </dgm:pt>
    <dgm:pt modelId="{BBDC9AB5-19E8-474C-AF09-B71DEDDE74D3}" type="pres">
      <dgm:prSet presAssocID="{CBC2C49F-DF49-4C53-B1B9-3D0151CC5640}" presName="box" presStyleLbl="node1" presStyleIdx="0" presStyleCnt="3"/>
      <dgm:spPr/>
    </dgm:pt>
    <dgm:pt modelId="{00D03F08-33CC-41A7-ACEC-8EAFD4451A8F}" type="pres">
      <dgm:prSet presAssocID="{CBC2C49F-DF49-4C53-B1B9-3D0151CC5640}" presName="img" presStyleLbl="fgImgPlace1" presStyleIdx="0" presStyleCnt="3"/>
      <dgm:spPr>
        <a:blipFill rotWithShape="1">
          <a:blip xmlns:r="http://schemas.openxmlformats.org/officeDocument/2006/relationships" r:embed="rId1" cstate="print">
            <a:extLst>
              <a:ext uri="{28A0092B-C50C-407E-A947-70E740481C1C}">
                <a14:useLocalDpi xmlns:a14="http://schemas.microsoft.com/office/drawing/2010/main" val="0"/>
              </a:ext>
            </a:extLst>
          </a:blip>
          <a:srcRect/>
          <a:stretch>
            <a:fillRect l="-38000" r="-38000"/>
          </a:stretch>
        </a:blipFill>
      </dgm:spPr>
    </dgm:pt>
    <dgm:pt modelId="{254FC5A6-181D-416E-8795-271A7BB7691E}" type="pres">
      <dgm:prSet presAssocID="{CBC2C49F-DF49-4C53-B1B9-3D0151CC5640}" presName="text" presStyleLbl="node1" presStyleIdx="0" presStyleCnt="3">
        <dgm:presLayoutVars>
          <dgm:bulletEnabled val="1"/>
        </dgm:presLayoutVars>
      </dgm:prSet>
      <dgm:spPr/>
    </dgm:pt>
    <dgm:pt modelId="{BAB6DD34-1032-4CBA-888A-1A5200719247}" type="pres">
      <dgm:prSet presAssocID="{B48D8C91-C466-4E5A-9B75-A7A06670AF7F}" presName="spacer" presStyleCnt="0"/>
      <dgm:spPr/>
    </dgm:pt>
    <dgm:pt modelId="{EFE7902D-8786-40F7-9079-132C17FCF835}" type="pres">
      <dgm:prSet presAssocID="{C7112A92-699C-40E7-A2AC-BB3B4C7D028B}" presName="comp" presStyleCnt="0"/>
      <dgm:spPr/>
    </dgm:pt>
    <dgm:pt modelId="{4B39A975-9B46-46A7-9385-4288BD0A6DCA}" type="pres">
      <dgm:prSet presAssocID="{C7112A92-699C-40E7-A2AC-BB3B4C7D028B}" presName="box" presStyleLbl="node1" presStyleIdx="1" presStyleCnt="3"/>
      <dgm:spPr/>
    </dgm:pt>
    <dgm:pt modelId="{DACDD865-8256-45C9-9D6E-0E0AE3DFD260}" type="pres">
      <dgm:prSet presAssocID="{C7112A92-699C-40E7-A2AC-BB3B4C7D028B}" presName="img" presStyleLbl="fgImgPlace1" presStyleIdx="1" presStyleCnt="3"/>
      <dgm:spPr>
        <a:blipFill rotWithShape="1">
          <a:blip xmlns:r="http://schemas.openxmlformats.org/officeDocument/2006/relationships" r:embed="rId2" cstate="print">
            <a:extLst>
              <a:ext uri="{28A0092B-C50C-407E-A947-70E740481C1C}">
                <a14:useLocalDpi xmlns:a14="http://schemas.microsoft.com/office/drawing/2010/main" val="0"/>
              </a:ext>
            </a:extLst>
          </a:blip>
          <a:srcRect/>
          <a:stretch>
            <a:fillRect l="-25000" r="-25000"/>
          </a:stretch>
        </a:blipFill>
      </dgm:spPr>
    </dgm:pt>
    <dgm:pt modelId="{B0DCA4D9-3130-4C4C-962F-C0C5620026E6}" type="pres">
      <dgm:prSet presAssocID="{C7112A92-699C-40E7-A2AC-BB3B4C7D028B}" presName="text" presStyleLbl="node1" presStyleIdx="1" presStyleCnt="3">
        <dgm:presLayoutVars>
          <dgm:bulletEnabled val="1"/>
        </dgm:presLayoutVars>
      </dgm:prSet>
      <dgm:spPr/>
    </dgm:pt>
    <dgm:pt modelId="{0E5ACE21-C043-4E0A-8B2F-6289890A91F9}" type="pres">
      <dgm:prSet presAssocID="{29EA6866-273A-48B2-A4D4-E06048C6EFF4}" presName="spacer" presStyleCnt="0"/>
      <dgm:spPr/>
    </dgm:pt>
    <dgm:pt modelId="{5DC33B4F-65D0-4EF9-9747-D28CA39E1EFA}" type="pres">
      <dgm:prSet presAssocID="{E10B5945-0FE0-4F64-8F59-C1BB484001B6}" presName="comp" presStyleCnt="0"/>
      <dgm:spPr/>
    </dgm:pt>
    <dgm:pt modelId="{F04C0DAF-C7A1-4757-9304-650CF15D35E4}" type="pres">
      <dgm:prSet presAssocID="{E10B5945-0FE0-4F64-8F59-C1BB484001B6}" presName="box" presStyleLbl="node1" presStyleIdx="2" presStyleCnt="3"/>
      <dgm:spPr/>
    </dgm:pt>
    <dgm:pt modelId="{8A928263-490F-4008-BC01-87D7DAE1C545}" type="pres">
      <dgm:prSet presAssocID="{E10B5945-0FE0-4F64-8F59-C1BB484001B6}" presName="img" presStyleLbl="fgImgPlac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a:stretch>
            <a:fillRect l="-3000" r="-3000"/>
          </a:stretch>
        </a:blipFill>
      </dgm:spPr>
    </dgm:pt>
    <dgm:pt modelId="{893B4040-A44C-4CF3-AFC8-8A077BF3F63D}" type="pres">
      <dgm:prSet presAssocID="{E10B5945-0FE0-4F64-8F59-C1BB484001B6}" presName="text" presStyleLbl="node1" presStyleIdx="2" presStyleCnt="3">
        <dgm:presLayoutVars>
          <dgm:bulletEnabled val="1"/>
        </dgm:presLayoutVars>
      </dgm:prSet>
      <dgm:spPr/>
    </dgm:pt>
  </dgm:ptLst>
  <dgm:cxnLst>
    <dgm:cxn modelId="{6B9C5404-7A15-446E-ABC0-D2D21687C98D}" srcId="{E10B5945-0FE0-4F64-8F59-C1BB484001B6}" destId="{665C997F-875C-4B08-8470-3316BAB6B5A1}" srcOrd="2" destOrd="0" parTransId="{41D1147B-C1F4-47C1-946C-F556AFF79103}" sibTransId="{3BD33FF4-7699-445A-92F2-E80D185F752C}"/>
    <dgm:cxn modelId="{1808B10E-78D8-446E-B89B-9EA6A78B2E3D}" type="presOf" srcId="{E10B5945-0FE0-4F64-8F59-C1BB484001B6}" destId="{F04C0DAF-C7A1-4757-9304-650CF15D35E4}" srcOrd="0" destOrd="0" presId="urn:microsoft.com/office/officeart/2005/8/layout/vList4"/>
    <dgm:cxn modelId="{538ADB13-5FF4-4DD3-B700-DE4F62C2D16E}" type="presOf" srcId="{4495B442-409C-4D10-87A7-5AC6D8676799}" destId="{254FC5A6-181D-416E-8795-271A7BB7691E}" srcOrd="1" destOrd="3" presId="urn:microsoft.com/office/officeart/2005/8/layout/vList4"/>
    <dgm:cxn modelId="{41D61A15-D07D-47A8-89F9-2AA79137B91F}" type="presOf" srcId="{1E8EB5AB-B4B9-44B4-A633-36333C487965}" destId="{BBDC9AB5-19E8-474C-AF09-B71DEDDE74D3}" srcOrd="0" destOrd="4" presId="urn:microsoft.com/office/officeart/2005/8/layout/vList4"/>
    <dgm:cxn modelId="{298D9619-1816-494E-A01B-EAE7DE322B5C}" type="presOf" srcId="{5807F30A-2089-44FA-BD7C-2B5BE0277CF7}" destId="{BBDC9AB5-19E8-474C-AF09-B71DEDDE74D3}" srcOrd="0" destOrd="2" presId="urn:microsoft.com/office/officeart/2005/8/layout/vList4"/>
    <dgm:cxn modelId="{BDAA551B-49C3-4999-8DD3-C4DD9D1E7DD7}" type="presOf" srcId="{4495B442-409C-4D10-87A7-5AC6D8676799}" destId="{BBDC9AB5-19E8-474C-AF09-B71DEDDE74D3}" srcOrd="0" destOrd="3" presId="urn:microsoft.com/office/officeart/2005/8/layout/vList4"/>
    <dgm:cxn modelId="{96EFCC1B-0BE7-47A9-9120-E61DADD6C230}" srcId="{C7112A92-699C-40E7-A2AC-BB3B4C7D028B}" destId="{B9E5D561-B519-4A40-92C0-00BF54FA70FF}" srcOrd="0" destOrd="0" parTransId="{71619978-9B28-46E6-85F5-0AD208C101A1}" sibTransId="{693DE13D-BC55-477B-86FE-013F1E384DEC}"/>
    <dgm:cxn modelId="{0557ED1B-CF1B-48B7-B0B6-B2930D115F47}" type="presOf" srcId="{B9E5D561-B519-4A40-92C0-00BF54FA70FF}" destId="{4B39A975-9B46-46A7-9385-4288BD0A6DCA}" srcOrd="0" destOrd="1" presId="urn:microsoft.com/office/officeart/2005/8/layout/vList4"/>
    <dgm:cxn modelId="{9FD1141C-5535-4E65-BB9A-4F6E99A5D6EE}" type="presOf" srcId="{5807F30A-2089-44FA-BD7C-2B5BE0277CF7}" destId="{254FC5A6-181D-416E-8795-271A7BB7691E}" srcOrd="1" destOrd="2" presId="urn:microsoft.com/office/officeart/2005/8/layout/vList4"/>
    <dgm:cxn modelId="{DF40851F-BB85-4A92-B936-172E15E1FF6D}" srcId="{CBC2C49F-DF49-4C53-B1B9-3D0151CC5640}" destId="{4495B442-409C-4D10-87A7-5AC6D8676799}" srcOrd="2" destOrd="0" parTransId="{68B84300-BD06-46A4-AAE4-2E6FDA1ADCBC}" sibTransId="{D2805461-BEE3-419C-AEA3-0BDB5E49C3B4}"/>
    <dgm:cxn modelId="{AC977C26-F53B-47E0-80BE-4B281B1E2284}" type="presOf" srcId="{A39C6B4B-2193-4CD9-8437-48B3556E99B4}" destId="{893B4040-A44C-4CF3-AFC8-8A077BF3F63D}" srcOrd="1" destOrd="2" presId="urn:microsoft.com/office/officeart/2005/8/layout/vList4"/>
    <dgm:cxn modelId="{641B582D-B176-4A68-8626-5604E341796B}" srcId="{CBC2C49F-DF49-4C53-B1B9-3D0151CC5640}" destId="{1E8EB5AB-B4B9-44B4-A633-36333C487965}" srcOrd="3" destOrd="0" parTransId="{8566ACF2-FE89-47AF-BAE5-17939F76447E}" sibTransId="{82930BD7-6AC6-44B3-B6BB-4F184D115F61}"/>
    <dgm:cxn modelId="{72639135-B1AF-4793-8812-591D031E70C7}" type="presOf" srcId="{C9902AF4-4DA3-48F8-B9B0-7F37AE12E96B}" destId="{B0DCA4D9-3130-4C4C-962F-C0C5620026E6}" srcOrd="1" destOrd="2" presId="urn:microsoft.com/office/officeart/2005/8/layout/vList4"/>
    <dgm:cxn modelId="{36689264-724C-488B-BB2C-F373C9BC8196}" srcId="{C7112A92-699C-40E7-A2AC-BB3B4C7D028B}" destId="{C9902AF4-4DA3-48F8-B9B0-7F37AE12E96B}" srcOrd="1" destOrd="0" parTransId="{2DFFA0E1-B4D0-4387-80CB-5268EE12A3D4}" sibTransId="{8D81F4C6-4437-46C9-B7DC-9A8B29FE8443}"/>
    <dgm:cxn modelId="{A4039664-0189-487E-A3F6-EF8C3C600BAE}" type="presOf" srcId="{B9E5D561-B519-4A40-92C0-00BF54FA70FF}" destId="{B0DCA4D9-3130-4C4C-962F-C0C5620026E6}" srcOrd="1" destOrd="1" presId="urn:microsoft.com/office/officeart/2005/8/layout/vList4"/>
    <dgm:cxn modelId="{3BA6F865-5FA2-42EC-9419-7B0BEC74558D}" type="presOf" srcId="{8F9857DA-1530-4A28-BB8B-7C289657C6C5}" destId="{F04C0DAF-C7A1-4757-9304-650CF15D35E4}" srcOrd="0" destOrd="1" presId="urn:microsoft.com/office/officeart/2005/8/layout/vList4"/>
    <dgm:cxn modelId="{97187046-949C-4FA7-B765-2A6A61DCCFCE}" type="presOf" srcId="{C9902AF4-4DA3-48F8-B9B0-7F37AE12E96B}" destId="{4B39A975-9B46-46A7-9385-4288BD0A6DCA}" srcOrd="0" destOrd="2" presId="urn:microsoft.com/office/officeart/2005/8/layout/vList4"/>
    <dgm:cxn modelId="{1566686B-E7B3-4C9B-A664-ADD03D8BFF01}" srcId="{CBC2C49F-DF49-4C53-B1B9-3D0151CC5640}" destId="{5807F30A-2089-44FA-BD7C-2B5BE0277CF7}" srcOrd="1" destOrd="0" parTransId="{70D8684C-800D-4470-B644-35C68B8EBD5F}" sibTransId="{EB11955D-7612-414A-9860-6E5E915860F3}"/>
    <dgm:cxn modelId="{C2DE7C6D-1073-4CD6-ABB5-B60E047665FD}" srcId="{6699902B-A289-4479-B3D6-0288AA058994}" destId="{E10B5945-0FE0-4F64-8F59-C1BB484001B6}" srcOrd="2" destOrd="0" parTransId="{03739924-D853-4BE4-8275-70B4E4397C76}" sibTransId="{D2E9FA0D-753A-49CD-AB53-4A78AFFAA5A4}"/>
    <dgm:cxn modelId="{CC52C751-961C-463D-B9E9-6916452421A8}" type="presOf" srcId="{A39C6B4B-2193-4CD9-8437-48B3556E99B4}" destId="{F04C0DAF-C7A1-4757-9304-650CF15D35E4}" srcOrd="0" destOrd="2" presId="urn:microsoft.com/office/officeart/2005/8/layout/vList4"/>
    <dgm:cxn modelId="{FF4DC474-E235-49C6-B2B2-A65DFE342F4D}" type="presOf" srcId="{E10B5945-0FE0-4F64-8F59-C1BB484001B6}" destId="{893B4040-A44C-4CF3-AFC8-8A077BF3F63D}" srcOrd="1" destOrd="0" presId="urn:microsoft.com/office/officeart/2005/8/layout/vList4"/>
    <dgm:cxn modelId="{74B35477-495E-4974-8466-753248887E55}" srcId="{6699902B-A289-4479-B3D6-0288AA058994}" destId="{CBC2C49F-DF49-4C53-B1B9-3D0151CC5640}" srcOrd="0" destOrd="0" parTransId="{D8DA869F-D0FB-4863-B8C7-5A555DC4358A}" sibTransId="{B48D8C91-C466-4E5A-9B75-A7A06670AF7F}"/>
    <dgm:cxn modelId="{5240FF87-F66E-4231-A2D1-C74803DE37B6}" type="presOf" srcId="{665C997F-875C-4B08-8470-3316BAB6B5A1}" destId="{F04C0DAF-C7A1-4757-9304-650CF15D35E4}" srcOrd="0" destOrd="3" presId="urn:microsoft.com/office/officeart/2005/8/layout/vList4"/>
    <dgm:cxn modelId="{4BFF8190-B452-4359-88E1-F20C64FF9F47}" type="presOf" srcId="{C7112A92-699C-40E7-A2AC-BB3B4C7D028B}" destId="{4B39A975-9B46-46A7-9385-4288BD0A6DCA}" srcOrd="0" destOrd="0" presId="urn:microsoft.com/office/officeart/2005/8/layout/vList4"/>
    <dgm:cxn modelId="{87226499-C488-42F0-9EF5-5D7B6E5B4CA5}" type="presOf" srcId="{04C3560E-893D-4E7B-9B99-854622E85ED5}" destId="{B0DCA4D9-3130-4C4C-962F-C0C5620026E6}" srcOrd="1" destOrd="3" presId="urn:microsoft.com/office/officeart/2005/8/layout/vList4"/>
    <dgm:cxn modelId="{F5D67E9C-1C92-4B34-8279-EDB64C4A1981}" type="presOf" srcId="{EAA92794-36B7-4BF8-8590-6C98C63FAFE5}" destId="{BBDC9AB5-19E8-474C-AF09-B71DEDDE74D3}" srcOrd="0" destOrd="1" presId="urn:microsoft.com/office/officeart/2005/8/layout/vList4"/>
    <dgm:cxn modelId="{5F9463A0-9FE3-466B-830B-99C85DB660A5}" type="presOf" srcId="{04C3560E-893D-4E7B-9B99-854622E85ED5}" destId="{4B39A975-9B46-46A7-9385-4288BD0A6DCA}" srcOrd="0" destOrd="3" presId="urn:microsoft.com/office/officeart/2005/8/layout/vList4"/>
    <dgm:cxn modelId="{5B3603A5-DD7A-4F40-B230-47EAF8709C0C}" type="presOf" srcId="{C7112A92-699C-40E7-A2AC-BB3B4C7D028B}" destId="{B0DCA4D9-3130-4C4C-962F-C0C5620026E6}" srcOrd="1" destOrd="0" presId="urn:microsoft.com/office/officeart/2005/8/layout/vList4"/>
    <dgm:cxn modelId="{C94286A5-4158-4EDD-9118-434BBD3E0E3B}" type="presOf" srcId="{665C997F-875C-4B08-8470-3316BAB6B5A1}" destId="{893B4040-A44C-4CF3-AFC8-8A077BF3F63D}" srcOrd="1" destOrd="3" presId="urn:microsoft.com/office/officeart/2005/8/layout/vList4"/>
    <dgm:cxn modelId="{14A67FB1-89F5-47D4-9262-819A372554FE}" type="presOf" srcId="{CBC2C49F-DF49-4C53-B1B9-3D0151CC5640}" destId="{BBDC9AB5-19E8-474C-AF09-B71DEDDE74D3}" srcOrd="0" destOrd="0" presId="urn:microsoft.com/office/officeart/2005/8/layout/vList4"/>
    <dgm:cxn modelId="{837FA3B1-779B-4791-8C88-5A7F81A39368}" srcId="{6699902B-A289-4479-B3D6-0288AA058994}" destId="{C7112A92-699C-40E7-A2AC-BB3B4C7D028B}" srcOrd="1" destOrd="0" parTransId="{E552B0AA-A12A-4FE8-AB55-687A991A6EDE}" sibTransId="{29EA6866-273A-48B2-A4D4-E06048C6EFF4}"/>
    <dgm:cxn modelId="{E7C717B3-7FE0-49E1-B333-E42F72FA501A}" type="presOf" srcId="{8F9857DA-1530-4A28-BB8B-7C289657C6C5}" destId="{893B4040-A44C-4CF3-AFC8-8A077BF3F63D}" srcOrd="1" destOrd="1" presId="urn:microsoft.com/office/officeart/2005/8/layout/vList4"/>
    <dgm:cxn modelId="{179EDEBD-81FE-4D09-8577-CF9B51D4F1FD}" srcId="{C7112A92-699C-40E7-A2AC-BB3B4C7D028B}" destId="{04C3560E-893D-4E7B-9B99-854622E85ED5}" srcOrd="2" destOrd="0" parTransId="{BAA8A9C3-CB53-4B2B-B75A-31BCB2266CD8}" sibTransId="{D26753C2-A532-411B-8948-2DB91F72ABDD}"/>
    <dgm:cxn modelId="{721AE2C5-624E-4333-98E5-0D73FF6FBF9A}" type="presOf" srcId="{CBC2C49F-DF49-4C53-B1B9-3D0151CC5640}" destId="{254FC5A6-181D-416E-8795-271A7BB7691E}" srcOrd="1" destOrd="0" presId="urn:microsoft.com/office/officeart/2005/8/layout/vList4"/>
    <dgm:cxn modelId="{1935E5CC-07A8-45EC-8BA5-62C2763C40B0}" type="presOf" srcId="{6699902B-A289-4479-B3D6-0288AA058994}" destId="{8A8E48B7-127F-4DA3-9D51-25BA08D3FF5C}" srcOrd="0" destOrd="0" presId="urn:microsoft.com/office/officeart/2005/8/layout/vList4"/>
    <dgm:cxn modelId="{410341D8-934A-46AF-BECA-473C8A675945}" srcId="{E10B5945-0FE0-4F64-8F59-C1BB484001B6}" destId="{8F9857DA-1530-4A28-BB8B-7C289657C6C5}" srcOrd="0" destOrd="0" parTransId="{BC0EB399-907D-494D-9B3C-E6B91A3D820D}" sibTransId="{9681BB69-721A-46F2-8905-A93768F5B774}"/>
    <dgm:cxn modelId="{83B946DA-417A-4835-AB0E-BA00C9AE9D76}" type="presOf" srcId="{1E8EB5AB-B4B9-44B4-A633-36333C487965}" destId="{254FC5A6-181D-416E-8795-271A7BB7691E}" srcOrd="1" destOrd="4" presId="urn:microsoft.com/office/officeart/2005/8/layout/vList4"/>
    <dgm:cxn modelId="{BC3B9DE0-00D3-420B-BB39-04D3F3060BC2}" srcId="{E10B5945-0FE0-4F64-8F59-C1BB484001B6}" destId="{A39C6B4B-2193-4CD9-8437-48B3556E99B4}" srcOrd="1" destOrd="0" parTransId="{14D1FF78-3F79-4961-B19C-109EACD79D38}" sibTransId="{1410EC90-5531-4D0E-985D-5B36D4BED12E}"/>
    <dgm:cxn modelId="{C7899BE7-AAD7-429A-A236-D7017750B4F5}" type="presOf" srcId="{EAA92794-36B7-4BF8-8590-6C98C63FAFE5}" destId="{254FC5A6-181D-416E-8795-271A7BB7691E}" srcOrd="1" destOrd="1" presId="urn:microsoft.com/office/officeart/2005/8/layout/vList4"/>
    <dgm:cxn modelId="{BD04A3E8-40DD-46CC-9665-C15652911049}" srcId="{CBC2C49F-DF49-4C53-B1B9-3D0151CC5640}" destId="{EAA92794-36B7-4BF8-8590-6C98C63FAFE5}" srcOrd="0" destOrd="0" parTransId="{1D0ED2B0-4724-4227-8D26-07D76462DF24}" sibTransId="{A53C4933-C488-469E-9ADB-BE1295DB8A8C}"/>
    <dgm:cxn modelId="{A506A31D-81BE-4BD0-9901-C3E97BE39BC2}" type="presParOf" srcId="{8A8E48B7-127F-4DA3-9D51-25BA08D3FF5C}" destId="{26A83B9C-74E3-43C4-96E3-75A0C198724A}" srcOrd="0" destOrd="0" presId="urn:microsoft.com/office/officeart/2005/8/layout/vList4"/>
    <dgm:cxn modelId="{CEAE3E27-DA75-46C5-A1B3-E99665CB6FB5}" type="presParOf" srcId="{26A83B9C-74E3-43C4-96E3-75A0C198724A}" destId="{BBDC9AB5-19E8-474C-AF09-B71DEDDE74D3}" srcOrd="0" destOrd="0" presId="urn:microsoft.com/office/officeart/2005/8/layout/vList4"/>
    <dgm:cxn modelId="{1C80EB6F-6172-44F0-A5E5-A21F6E741065}" type="presParOf" srcId="{26A83B9C-74E3-43C4-96E3-75A0C198724A}" destId="{00D03F08-33CC-41A7-ACEC-8EAFD4451A8F}" srcOrd="1" destOrd="0" presId="urn:microsoft.com/office/officeart/2005/8/layout/vList4"/>
    <dgm:cxn modelId="{F0C12387-053A-44B7-BF85-3615F9E15FB1}" type="presParOf" srcId="{26A83B9C-74E3-43C4-96E3-75A0C198724A}" destId="{254FC5A6-181D-416E-8795-271A7BB7691E}" srcOrd="2" destOrd="0" presId="urn:microsoft.com/office/officeart/2005/8/layout/vList4"/>
    <dgm:cxn modelId="{A87F5ED1-30DE-4625-9C0C-A4287D475284}" type="presParOf" srcId="{8A8E48B7-127F-4DA3-9D51-25BA08D3FF5C}" destId="{BAB6DD34-1032-4CBA-888A-1A5200719247}" srcOrd="1" destOrd="0" presId="urn:microsoft.com/office/officeart/2005/8/layout/vList4"/>
    <dgm:cxn modelId="{A3626E14-B7BE-4625-A818-0E79D0582F9D}" type="presParOf" srcId="{8A8E48B7-127F-4DA3-9D51-25BA08D3FF5C}" destId="{EFE7902D-8786-40F7-9079-132C17FCF835}" srcOrd="2" destOrd="0" presId="urn:microsoft.com/office/officeart/2005/8/layout/vList4"/>
    <dgm:cxn modelId="{9230B32C-501D-4792-89A0-741BAAF69625}" type="presParOf" srcId="{EFE7902D-8786-40F7-9079-132C17FCF835}" destId="{4B39A975-9B46-46A7-9385-4288BD0A6DCA}" srcOrd="0" destOrd="0" presId="urn:microsoft.com/office/officeart/2005/8/layout/vList4"/>
    <dgm:cxn modelId="{D571B109-A0E0-40A0-8881-1B809BF2DC72}" type="presParOf" srcId="{EFE7902D-8786-40F7-9079-132C17FCF835}" destId="{DACDD865-8256-45C9-9D6E-0E0AE3DFD260}" srcOrd="1" destOrd="0" presId="urn:microsoft.com/office/officeart/2005/8/layout/vList4"/>
    <dgm:cxn modelId="{185FE509-12A9-47A3-89C5-DEC088698D35}" type="presParOf" srcId="{EFE7902D-8786-40F7-9079-132C17FCF835}" destId="{B0DCA4D9-3130-4C4C-962F-C0C5620026E6}" srcOrd="2" destOrd="0" presId="urn:microsoft.com/office/officeart/2005/8/layout/vList4"/>
    <dgm:cxn modelId="{7E518385-6297-4A87-9392-06818862922D}" type="presParOf" srcId="{8A8E48B7-127F-4DA3-9D51-25BA08D3FF5C}" destId="{0E5ACE21-C043-4E0A-8B2F-6289890A91F9}" srcOrd="3" destOrd="0" presId="urn:microsoft.com/office/officeart/2005/8/layout/vList4"/>
    <dgm:cxn modelId="{1C487971-AC40-486D-AA4E-B4D694BC55E0}" type="presParOf" srcId="{8A8E48B7-127F-4DA3-9D51-25BA08D3FF5C}" destId="{5DC33B4F-65D0-4EF9-9747-D28CA39E1EFA}" srcOrd="4" destOrd="0" presId="urn:microsoft.com/office/officeart/2005/8/layout/vList4"/>
    <dgm:cxn modelId="{239696E5-D9D8-4176-AE10-7ED050B34CD9}" type="presParOf" srcId="{5DC33B4F-65D0-4EF9-9747-D28CA39E1EFA}" destId="{F04C0DAF-C7A1-4757-9304-650CF15D35E4}" srcOrd="0" destOrd="0" presId="urn:microsoft.com/office/officeart/2005/8/layout/vList4"/>
    <dgm:cxn modelId="{426F2763-7F4D-4C60-8258-14E44E608360}" type="presParOf" srcId="{5DC33B4F-65D0-4EF9-9747-D28CA39E1EFA}" destId="{8A928263-490F-4008-BC01-87D7DAE1C545}" srcOrd="1" destOrd="0" presId="urn:microsoft.com/office/officeart/2005/8/layout/vList4"/>
    <dgm:cxn modelId="{68A50496-8957-42C4-BA0A-60642CFEC261}" type="presParOf" srcId="{5DC33B4F-65D0-4EF9-9747-D28CA39E1EFA}" destId="{893B4040-A44C-4CF3-AFC8-8A077BF3F63D}" srcOrd="2" destOrd="0" presId="urn:microsoft.com/office/officeart/2005/8/layout/vList4"/>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F9CA22-1C39-4F3A-ABCC-4546B4FD77BA}">
      <dsp:nvSpPr>
        <dsp:cNvPr id="0" name=""/>
        <dsp:cNvSpPr/>
      </dsp:nvSpPr>
      <dsp:spPr>
        <a:xfrm>
          <a:off x="0" y="0"/>
          <a:ext cx="5219700" cy="1971042"/>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s-PE" sz="1800" kern="1200" dirty="0"/>
            <a:t> 55%</a:t>
          </a:r>
        </a:p>
        <a:p>
          <a:pPr marL="171450" lvl="1" indent="-171450" algn="l" defTabSz="711200">
            <a:lnSpc>
              <a:spcPct val="90000"/>
            </a:lnSpc>
            <a:spcBef>
              <a:spcPct val="0"/>
            </a:spcBef>
            <a:spcAft>
              <a:spcPct val="15000"/>
            </a:spcAft>
            <a:buChar char="•"/>
          </a:pPr>
          <a:r>
            <a:rPr lang="es-ES" sz="1600" kern="1200" dirty="0"/>
            <a:t>Cables como conductores eléctricos.</a:t>
          </a:r>
          <a:endParaRPr lang="es-PE" sz="1600" kern="1200" dirty="0"/>
        </a:p>
        <a:p>
          <a:pPr marL="171450" lvl="1" indent="-171450" algn="l" defTabSz="711200">
            <a:lnSpc>
              <a:spcPct val="90000"/>
            </a:lnSpc>
            <a:spcBef>
              <a:spcPct val="0"/>
            </a:spcBef>
            <a:spcAft>
              <a:spcPct val="15000"/>
            </a:spcAft>
            <a:buChar char="•"/>
          </a:pPr>
          <a:r>
            <a:rPr lang="es-PE" sz="1600" kern="1200" dirty="0"/>
            <a:t>Motores eléctricos y transformadores.</a:t>
          </a:r>
        </a:p>
        <a:p>
          <a:pPr marL="171450" lvl="1" indent="-171450" algn="l" defTabSz="711200">
            <a:lnSpc>
              <a:spcPct val="90000"/>
            </a:lnSpc>
            <a:spcBef>
              <a:spcPct val="0"/>
            </a:spcBef>
            <a:spcAft>
              <a:spcPct val="15000"/>
            </a:spcAft>
            <a:buChar char="•"/>
          </a:pPr>
          <a:r>
            <a:rPr lang="es-PE" sz="1600" kern="1200" dirty="0"/>
            <a:t>Líneas y circuitos para transmisión de datos y voz.</a:t>
          </a:r>
        </a:p>
        <a:p>
          <a:pPr marL="171450" lvl="1" indent="-171450" algn="l" defTabSz="711200">
            <a:lnSpc>
              <a:spcPct val="90000"/>
            </a:lnSpc>
            <a:spcBef>
              <a:spcPct val="0"/>
            </a:spcBef>
            <a:spcAft>
              <a:spcPct val="15000"/>
            </a:spcAft>
            <a:buChar char="•"/>
          </a:pPr>
          <a:r>
            <a:rPr lang="es-PE" sz="1600" kern="1200" dirty="0"/>
            <a:t>Microprocesadores.</a:t>
          </a:r>
        </a:p>
      </dsp:txBody>
      <dsp:txXfrm>
        <a:off x="1241044" y="0"/>
        <a:ext cx="3978655" cy="1971042"/>
      </dsp:txXfrm>
    </dsp:sp>
    <dsp:sp modelId="{B87BBFB5-7C8D-4674-AFF1-576308868E0D}">
      <dsp:nvSpPr>
        <dsp:cNvPr id="0" name=""/>
        <dsp:cNvSpPr/>
      </dsp:nvSpPr>
      <dsp:spPr>
        <a:xfrm>
          <a:off x="197104" y="197104"/>
          <a:ext cx="1043940" cy="1576833"/>
        </a:xfrm>
        <a:prstGeom prst="roundRect">
          <a:avLst>
            <a:gd name="adj" fmla="val 10000"/>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t="-10000" b="-10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7CE24BA-AEBB-433B-B1FC-1A4E0C61D02D}">
      <dsp:nvSpPr>
        <dsp:cNvPr id="0" name=""/>
        <dsp:cNvSpPr/>
      </dsp:nvSpPr>
      <dsp:spPr>
        <a:xfrm>
          <a:off x="0" y="2106906"/>
          <a:ext cx="5219700" cy="1971042"/>
        </a:xfrm>
        <a:prstGeom prst="roundRect">
          <a:avLst>
            <a:gd name="adj" fmla="val 10000"/>
          </a:avLst>
        </a:prstGeom>
        <a:solidFill>
          <a:schemeClr val="accent5">
            <a:hueOff val="2356783"/>
            <a:satOff val="-11270"/>
            <a:lumOff val="12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s-ES" sz="1800" kern="1200" dirty="0"/>
            <a:t>15%</a:t>
          </a:r>
          <a:endParaRPr lang="es-PE" sz="1800" kern="1200" dirty="0"/>
        </a:p>
        <a:p>
          <a:pPr marL="171450" lvl="1" indent="-171450" algn="l" defTabSz="800100">
            <a:lnSpc>
              <a:spcPct val="90000"/>
            </a:lnSpc>
            <a:spcBef>
              <a:spcPct val="0"/>
            </a:spcBef>
            <a:spcAft>
              <a:spcPct val="15000"/>
            </a:spcAft>
            <a:buChar char="•"/>
          </a:pPr>
          <a:r>
            <a:rPr lang="es-ES" sz="1800" kern="1200" dirty="0"/>
            <a:t>Gasfitería.</a:t>
          </a:r>
          <a:endParaRPr lang="es-PE" sz="1800" kern="1200" dirty="0"/>
        </a:p>
        <a:p>
          <a:pPr marL="171450" lvl="1" indent="-171450" algn="l" defTabSz="800100">
            <a:lnSpc>
              <a:spcPct val="90000"/>
            </a:lnSpc>
            <a:spcBef>
              <a:spcPct val="0"/>
            </a:spcBef>
            <a:spcAft>
              <a:spcPct val="15000"/>
            </a:spcAft>
            <a:buChar char="•"/>
          </a:pPr>
          <a:r>
            <a:rPr lang="es-ES" sz="1800" kern="1200" dirty="0"/>
            <a:t>Válvulas.</a:t>
          </a:r>
          <a:endParaRPr lang="es-PE" sz="1800" kern="1200" dirty="0"/>
        </a:p>
        <a:p>
          <a:pPr marL="171450" lvl="1" indent="-171450" algn="l" defTabSz="800100">
            <a:lnSpc>
              <a:spcPct val="90000"/>
            </a:lnSpc>
            <a:spcBef>
              <a:spcPct val="0"/>
            </a:spcBef>
            <a:spcAft>
              <a:spcPct val="15000"/>
            </a:spcAft>
            <a:buChar char="•"/>
          </a:pPr>
          <a:r>
            <a:rPr lang="es-ES" sz="1800" kern="1200" dirty="0"/>
            <a:t>Acoplamientos.</a:t>
          </a:r>
          <a:endParaRPr lang="es-PE" sz="1800" kern="1200" dirty="0"/>
        </a:p>
        <a:p>
          <a:pPr marL="171450" lvl="1" indent="-171450" algn="l" defTabSz="800100">
            <a:lnSpc>
              <a:spcPct val="90000"/>
            </a:lnSpc>
            <a:spcBef>
              <a:spcPct val="0"/>
            </a:spcBef>
            <a:spcAft>
              <a:spcPct val="15000"/>
            </a:spcAft>
            <a:buChar char="•"/>
          </a:pPr>
          <a:r>
            <a:rPr lang="es-ES" sz="1800" kern="1200" dirty="0"/>
            <a:t>Ornamentales.</a:t>
          </a:r>
          <a:endParaRPr lang="es-PE" sz="1800" kern="1200" dirty="0"/>
        </a:p>
      </dsp:txBody>
      <dsp:txXfrm>
        <a:off x="1241044" y="2106906"/>
        <a:ext cx="3978655" cy="1971042"/>
      </dsp:txXfrm>
    </dsp:sp>
    <dsp:sp modelId="{254EA2C3-6A72-4271-87F9-BC4B3DB6ED0F}">
      <dsp:nvSpPr>
        <dsp:cNvPr id="0" name=""/>
        <dsp:cNvSpPr/>
      </dsp:nvSpPr>
      <dsp:spPr>
        <a:xfrm>
          <a:off x="197104" y="2365250"/>
          <a:ext cx="1043940" cy="1576833"/>
        </a:xfrm>
        <a:prstGeom prst="roundRect">
          <a:avLst>
            <a:gd name="adj" fmla="val 10000"/>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12000" r="-12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DC9AB5-19E8-474C-AF09-B71DEDDE74D3}">
      <dsp:nvSpPr>
        <dsp:cNvPr id="0" name=""/>
        <dsp:cNvSpPr/>
      </dsp:nvSpPr>
      <dsp:spPr>
        <a:xfrm>
          <a:off x="0" y="0"/>
          <a:ext cx="5219700" cy="1293812"/>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755650">
            <a:lnSpc>
              <a:spcPct val="90000"/>
            </a:lnSpc>
            <a:spcBef>
              <a:spcPct val="0"/>
            </a:spcBef>
            <a:spcAft>
              <a:spcPct val="35000"/>
            </a:spcAft>
            <a:buNone/>
          </a:pPr>
          <a:r>
            <a:rPr lang="es-ES" sz="1700" kern="1200" dirty="0"/>
            <a:t>11%</a:t>
          </a:r>
          <a:endParaRPr lang="es-PE" sz="1700" kern="1200" dirty="0"/>
        </a:p>
        <a:p>
          <a:pPr marL="114300" lvl="1" indent="-114300" algn="l" defTabSz="622300">
            <a:lnSpc>
              <a:spcPct val="90000"/>
            </a:lnSpc>
            <a:spcBef>
              <a:spcPct val="0"/>
            </a:spcBef>
            <a:spcAft>
              <a:spcPct val="15000"/>
            </a:spcAft>
            <a:buChar char="•"/>
          </a:pPr>
          <a:r>
            <a:rPr lang="es-ES" sz="1400" kern="1200" dirty="0"/>
            <a:t>Vehículos.</a:t>
          </a:r>
          <a:endParaRPr lang="es-PE" sz="1400" kern="1200" dirty="0"/>
        </a:p>
        <a:p>
          <a:pPr marL="114300" lvl="1" indent="-114300" algn="l" defTabSz="622300">
            <a:lnSpc>
              <a:spcPct val="90000"/>
            </a:lnSpc>
            <a:spcBef>
              <a:spcPct val="0"/>
            </a:spcBef>
            <a:spcAft>
              <a:spcPct val="15000"/>
            </a:spcAft>
            <a:buChar char="•"/>
          </a:pPr>
          <a:r>
            <a:rPr lang="es-ES" sz="1400" kern="1200" dirty="0"/>
            <a:t>Motores.</a:t>
          </a:r>
          <a:endParaRPr lang="es-PE" sz="1400" kern="1200" dirty="0"/>
        </a:p>
        <a:p>
          <a:pPr marL="114300" lvl="1" indent="-114300" algn="l" defTabSz="622300">
            <a:lnSpc>
              <a:spcPct val="90000"/>
            </a:lnSpc>
            <a:spcBef>
              <a:spcPct val="0"/>
            </a:spcBef>
            <a:spcAft>
              <a:spcPct val="15000"/>
            </a:spcAft>
            <a:buChar char="•"/>
          </a:pPr>
          <a:r>
            <a:rPr lang="es-ES" sz="1400" kern="1200" dirty="0"/>
            <a:t>Radiadores.</a:t>
          </a:r>
          <a:endParaRPr lang="es-PE" sz="1400" kern="1200" dirty="0"/>
        </a:p>
        <a:p>
          <a:pPr marL="114300" lvl="1" indent="-114300" algn="l" defTabSz="622300">
            <a:lnSpc>
              <a:spcPct val="90000"/>
            </a:lnSpc>
            <a:spcBef>
              <a:spcPct val="0"/>
            </a:spcBef>
            <a:spcAft>
              <a:spcPct val="15000"/>
            </a:spcAft>
            <a:buChar char="•"/>
          </a:pPr>
          <a:r>
            <a:rPr lang="es-ES" sz="1400" kern="1200" dirty="0"/>
            <a:t>Frenos.</a:t>
          </a:r>
          <a:endParaRPr lang="es-PE" sz="1400" kern="1200" dirty="0"/>
        </a:p>
      </dsp:txBody>
      <dsp:txXfrm>
        <a:off x="1173321" y="0"/>
        <a:ext cx="4046378" cy="1293812"/>
      </dsp:txXfrm>
    </dsp:sp>
    <dsp:sp modelId="{00D03F08-33CC-41A7-ACEC-8EAFD4451A8F}">
      <dsp:nvSpPr>
        <dsp:cNvPr id="0" name=""/>
        <dsp:cNvSpPr/>
      </dsp:nvSpPr>
      <dsp:spPr>
        <a:xfrm>
          <a:off x="129381" y="129381"/>
          <a:ext cx="1043940" cy="1035049"/>
        </a:xfrm>
        <a:prstGeom prst="roundRect">
          <a:avLst>
            <a:gd name="adj" fmla="val 10000"/>
          </a:avLst>
        </a:prstGeom>
        <a:blipFill rotWithShape="1">
          <a:blip xmlns:r="http://schemas.openxmlformats.org/officeDocument/2006/relationships" r:embed="rId1" cstate="print">
            <a:extLst>
              <a:ext uri="{28A0092B-C50C-407E-A947-70E740481C1C}">
                <a14:useLocalDpi xmlns:a14="http://schemas.microsoft.com/office/drawing/2010/main" val="0"/>
              </a:ext>
            </a:extLst>
          </a:blip>
          <a:srcRect/>
          <a:stretch>
            <a:fillRect l="-38000" r="-38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B39A975-9B46-46A7-9385-4288BD0A6DCA}">
      <dsp:nvSpPr>
        <dsp:cNvPr id="0" name=""/>
        <dsp:cNvSpPr/>
      </dsp:nvSpPr>
      <dsp:spPr>
        <a:xfrm>
          <a:off x="0" y="1423193"/>
          <a:ext cx="5219700" cy="1293812"/>
        </a:xfrm>
        <a:prstGeom prst="roundRect">
          <a:avLst>
            <a:gd name="adj" fmla="val 10000"/>
          </a:avLst>
        </a:prstGeom>
        <a:solidFill>
          <a:schemeClr val="accent5">
            <a:hueOff val="1178392"/>
            <a:satOff val="-5635"/>
            <a:lumOff val="61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s-ES" sz="2000" kern="1200" dirty="0"/>
            <a:t>14%</a:t>
          </a:r>
          <a:endParaRPr lang="es-PE" sz="2000" kern="1200" dirty="0"/>
        </a:p>
        <a:p>
          <a:pPr marL="171450" lvl="1" indent="-171450" algn="l" defTabSz="711200">
            <a:lnSpc>
              <a:spcPct val="90000"/>
            </a:lnSpc>
            <a:spcBef>
              <a:spcPct val="0"/>
            </a:spcBef>
            <a:spcAft>
              <a:spcPct val="15000"/>
            </a:spcAft>
            <a:buChar char="•"/>
          </a:pPr>
          <a:r>
            <a:rPr lang="es-ES" sz="1600" kern="1200" dirty="0"/>
            <a:t>Transmisión de calor.</a:t>
          </a:r>
          <a:endParaRPr lang="es-PE" sz="1600" kern="1200" dirty="0"/>
        </a:p>
        <a:p>
          <a:pPr marL="171450" lvl="1" indent="-171450" algn="l" defTabSz="711200">
            <a:lnSpc>
              <a:spcPct val="90000"/>
            </a:lnSpc>
            <a:spcBef>
              <a:spcPct val="0"/>
            </a:spcBef>
            <a:spcAft>
              <a:spcPct val="15000"/>
            </a:spcAft>
            <a:buChar char="•"/>
          </a:pPr>
          <a:r>
            <a:rPr lang="es-ES" sz="1600" kern="1200"/>
            <a:t>Tanques </a:t>
          </a:r>
          <a:endParaRPr lang="es-PE" sz="1600" kern="1200" dirty="0"/>
        </a:p>
        <a:p>
          <a:pPr marL="171450" lvl="1" indent="-171450" algn="l" defTabSz="711200">
            <a:lnSpc>
              <a:spcPct val="90000"/>
            </a:lnSpc>
            <a:spcBef>
              <a:spcPct val="0"/>
            </a:spcBef>
            <a:spcAft>
              <a:spcPct val="15000"/>
            </a:spcAft>
            <a:buChar char="•"/>
          </a:pPr>
          <a:r>
            <a:rPr lang="es-ES" sz="1600" kern="1200" dirty="0"/>
            <a:t>Tuberías.</a:t>
          </a:r>
          <a:endParaRPr lang="es-PE" sz="1600" kern="1200" dirty="0"/>
        </a:p>
      </dsp:txBody>
      <dsp:txXfrm>
        <a:off x="1173321" y="1423193"/>
        <a:ext cx="4046378" cy="1293812"/>
      </dsp:txXfrm>
    </dsp:sp>
    <dsp:sp modelId="{DACDD865-8256-45C9-9D6E-0E0AE3DFD260}">
      <dsp:nvSpPr>
        <dsp:cNvPr id="0" name=""/>
        <dsp:cNvSpPr/>
      </dsp:nvSpPr>
      <dsp:spPr>
        <a:xfrm>
          <a:off x="129381" y="1552574"/>
          <a:ext cx="1043940" cy="1035049"/>
        </a:xfrm>
        <a:prstGeom prst="roundRect">
          <a:avLst>
            <a:gd name="adj" fmla="val 10000"/>
          </a:avLst>
        </a:prstGeom>
        <a:blipFill rotWithShape="1">
          <a:blip xmlns:r="http://schemas.openxmlformats.org/officeDocument/2006/relationships" r:embed="rId2" cstate="print">
            <a:extLst>
              <a:ext uri="{28A0092B-C50C-407E-A947-70E740481C1C}">
                <a14:useLocalDpi xmlns:a14="http://schemas.microsoft.com/office/drawing/2010/main" val="0"/>
              </a:ext>
            </a:extLst>
          </a:blip>
          <a:srcRect/>
          <a:stretch>
            <a:fillRect l="-25000" r="-2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04C0DAF-C7A1-4757-9304-650CF15D35E4}">
      <dsp:nvSpPr>
        <dsp:cNvPr id="0" name=""/>
        <dsp:cNvSpPr/>
      </dsp:nvSpPr>
      <dsp:spPr>
        <a:xfrm>
          <a:off x="0" y="2846387"/>
          <a:ext cx="5219700" cy="1293812"/>
        </a:xfrm>
        <a:prstGeom prst="roundRect">
          <a:avLst>
            <a:gd name="adj" fmla="val 10000"/>
          </a:avLst>
        </a:prstGeom>
        <a:solidFill>
          <a:schemeClr val="accent5">
            <a:hueOff val="2356783"/>
            <a:satOff val="-11270"/>
            <a:lumOff val="12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s-ES" sz="2000" kern="1200" dirty="0"/>
            <a:t>5%</a:t>
          </a:r>
          <a:endParaRPr lang="es-PE" sz="2000" kern="1200" dirty="0"/>
        </a:p>
        <a:p>
          <a:pPr marL="171450" lvl="1" indent="-171450" algn="l" defTabSz="711200">
            <a:lnSpc>
              <a:spcPct val="90000"/>
            </a:lnSpc>
            <a:spcBef>
              <a:spcPct val="0"/>
            </a:spcBef>
            <a:spcAft>
              <a:spcPct val="15000"/>
            </a:spcAft>
            <a:buChar char="•"/>
          </a:pPr>
          <a:r>
            <a:rPr lang="es-ES" sz="1600" kern="1200" dirty="0"/>
            <a:t>Monedas.</a:t>
          </a:r>
          <a:endParaRPr lang="es-PE" sz="1600" kern="1200" dirty="0"/>
        </a:p>
        <a:p>
          <a:pPr marL="171450" lvl="1" indent="-171450" algn="l" defTabSz="711200">
            <a:lnSpc>
              <a:spcPct val="90000"/>
            </a:lnSpc>
            <a:spcBef>
              <a:spcPct val="0"/>
            </a:spcBef>
            <a:spcAft>
              <a:spcPct val="15000"/>
            </a:spcAft>
            <a:buChar char="•"/>
          </a:pPr>
          <a:r>
            <a:rPr lang="es-ES" sz="1600" kern="1200" dirty="0"/>
            <a:t>Cocinas.</a:t>
          </a:r>
          <a:endParaRPr lang="es-PE" sz="1600" kern="1200" dirty="0"/>
        </a:p>
        <a:p>
          <a:pPr marL="171450" lvl="1" indent="-171450" algn="l" defTabSz="711200">
            <a:lnSpc>
              <a:spcPct val="90000"/>
            </a:lnSpc>
            <a:spcBef>
              <a:spcPct val="0"/>
            </a:spcBef>
            <a:spcAft>
              <a:spcPct val="15000"/>
            </a:spcAft>
            <a:buChar char="•"/>
          </a:pPr>
          <a:r>
            <a:rPr lang="es-ES" sz="1600" kern="1200" dirty="0"/>
            <a:t>Cerrojos y llaves.</a:t>
          </a:r>
          <a:endParaRPr lang="es-PE" sz="1600" kern="1200" dirty="0"/>
        </a:p>
      </dsp:txBody>
      <dsp:txXfrm>
        <a:off x="1173321" y="2846387"/>
        <a:ext cx="4046378" cy="1293812"/>
      </dsp:txXfrm>
    </dsp:sp>
    <dsp:sp modelId="{8A928263-490F-4008-BC01-87D7DAE1C545}">
      <dsp:nvSpPr>
        <dsp:cNvPr id="0" name=""/>
        <dsp:cNvSpPr/>
      </dsp:nvSpPr>
      <dsp:spPr>
        <a:xfrm>
          <a:off x="129381" y="2975768"/>
          <a:ext cx="1043940" cy="1035049"/>
        </a:xfrm>
        <a:prstGeom prst="roundRect">
          <a:avLst>
            <a:gd name="adj" fmla="val 10000"/>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3000" r="-3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1519FC83-1872-817E-B94C-47D62B1E8C8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a:extLst>
              <a:ext uri="{FF2B5EF4-FFF2-40B4-BE49-F238E27FC236}">
                <a16:creationId xmlns:a16="http://schemas.microsoft.com/office/drawing/2014/main" id="{B6C9F7D5-0370-E5E0-4175-70E97B89B6B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19BE576-4253-4605-BCB7-9EA0ED157B5F}" type="datetimeFigureOut">
              <a:rPr lang="es-PE" smtClean="0"/>
              <a:t>26/04/2024</a:t>
            </a:fld>
            <a:endParaRPr lang="es-PE"/>
          </a:p>
        </p:txBody>
      </p:sp>
      <p:sp>
        <p:nvSpPr>
          <p:cNvPr id="4" name="Marcador de pie de página 3">
            <a:extLst>
              <a:ext uri="{FF2B5EF4-FFF2-40B4-BE49-F238E27FC236}">
                <a16:creationId xmlns:a16="http://schemas.microsoft.com/office/drawing/2014/main" id="{BBA33DFD-B52C-6904-7386-BA7E97D03DC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5" name="Marcador de número de diapositiva 4">
            <a:extLst>
              <a:ext uri="{FF2B5EF4-FFF2-40B4-BE49-F238E27FC236}">
                <a16:creationId xmlns:a16="http://schemas.microsoft.com/office/drawing/2014/main" id="{FFB15B41-0F82-3956-517C-05DAAED388B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4684ADA-3B84-4A7E-AB32-404123736A54}" type="slidenum">
              <a:rPr lang="es-PE" smtClean="0"/>
              <a:t>‹Nº›</a:t>
            </a:fld>
            <a:endParaRPr lang="es-PE"/>
          </a:p>
        </p:txBody>
      </p:sp>
    </p:spTree>
    <p:extLst>
      <p:ext uri="{BB962C8B-B14F-4D97-AF65-F5344CB8AC3E}">
        <p14:creationId xmlns:p14="http://schemas.microsoft.com/office/powerpoint/2010/main" val="1222040952"/>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26/04/2024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91815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ctr" anchorCtr="0">
            <a:normAutofit/>
          </a:bodyPr>
          <a:lstStyle>
            <a:lvl1pPr algn="ctr">
              <a:defRPr sz="5400">
                <a:latin typeface="Arial" panose="020B0604020202020204" pitchFamily="34" charset="0"/>
                <a:cs typeface="Arial" panose="020B0604020202020204" pitchFamily="34" charset="0"/>
              </a:defRPr>
            </a:lvl1pPr>
          </a:lstStyle>
          <a:p>
            <a:r>
              <a:rPr lang="es-ES" dirty="0"/>
              <a:t>Haga clic para modificar el estilo de título del patrón</a:t>
            </a:r>
          </a:p>
        </p:txBody>
      </p:sp>
      <p:sp>
        <p:nvSpPr>
          <p:cNvPr id="9" name="Marcador de texto 8">
            <a:extLst>
              <a:ext uri="{FF2B5EF4-FFF2-40B4-BE49-F238E27FC236}">
                <a16:creationId xmlns:a16="http://schemas.microsoft.com/office/drawing/2014/main" id="{23586852-EA1A-8E07-D899-6753A5E83E7E}"/>
              </a:ext>
            </a:extLst>
          </p:cNvPr>
          <p:cNvSpPr>
            <a:spLocks noGrp="1"/>
          </p:cNvSpPr>
          <p:nvPr>
            <p:ph type="body" sz="quarter" idx="13"/>
          </p:nvPr>
        </p:nvSpPr>
        <p:spPr>
          <a:xfrm>
            <a:off x="1524000" y="3597275"/>
            <a:ext cx="9144000" cy="213836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Tree>
    <p:extLst>
      <p:ext uri="{BB962C8B-B14F-4D97-AF65-F5344CB8AC3E}">
        <p14:creationId xmlns:p14="http://schemas.microsoft.com/office/powerpoint/2010/main" val="368490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a:xfrm>
            <a:off x="838200" y="365125"/>
            <a:ext cx="8640000" cy="900000"/>
          </a:xfrm>
          <a:solidFill>
            <a:schemeClr val="accent6"/>
          </a:solidFill>
          <a:ln>
            <a:noFill/>
          </a:ln>
          <a:effectLst>
            <a:outerShdw blurRad="152400" dist="317500" dir="5400000" sx="90000" sy="-19000" rotWithShape="0">
              <a:prstClr val="black">
                <a:alpha val="15000"/>
              </a:prstClr>
            </a:outerShdw>
          </a:effectLst>
          <a:scene3d>
            <a:camera prst="orthographicFront"/>
            <a:lightRig rig="threePt" dir="t"/>
          </a:scene3d>
          <a:sp3d prstMaterial="plastic">
            <a:bevelT/>
          </a:sp3d>
        </p:spPr>
        <p:style>
          <a:lnRef idx="1">
            <a:schemeClr val="accent3"/>
          </a:lnRef>
          <a:fillRef idx="3">
            <a:schemeClr val="accent3"/>
          </a:fillRef>
          <a:effectRef idx="2">
            <a:schemeClr val="accent3"/>
          </a:effectRef>
          <a:fontRef idx="minor">
            <a:schemeClr val="lt1"/>
          </a:fontRef>
        </p:style>
        <p:txBody>
          <a:bodyPr>
            <a:normAutofit/>
          </a:bodyPr>
          <a:lstStyle>
            <a:lvl1pPr>
              <a:defRPr sz="2400">
                <a:solidFill>
                  <a:schemeClr val="bg2">
                    <a:lumMod val="10000"/>
                  </a:schemeClr>
                </a:solidFill>
                <a:latin typeface="Algerian" panose="04020705040A02060702" pitchFamily="82" charset="0"/>
              </a:defRPr>
            </a:lvl1pPr>
          </a:lstStyle>
          <a:p>
            <a:r>
              <a:rPr lang="es-ES" dirty="0"/>
              <a:t>Haga clic para modificar el estilo de título del patrón</a:t>
            </a:r>
          </a:p>
        </p:txBody>
      </p:sp>
      <p:sp>
        <p:nvSpPr>
          <p:cNvPr id="8" name="Marcador de texto 7">
            <a:extLst>
              <a:ext uri="{FF2B5EF4-FFF2-40B4-BE49-F238E27FC236}">
                <a16:creationId xmlns:a16="http://schemas.microsoft.com/office/drawing/2014/main" id="{982E0ADE-76C7-8AAF-E435-5594A42F7390}"/>
              </a:ext>
            </a:extLst>
          </p:cNvPr>
          <p:cNvSpPr>
            <a:spLocks noGrp="1"/>
          </p:cNvSpPr>
          <p:nvPr>
            <p:ph type="body" sz="quarter" idx="13" hasCustomPrompt="1"/>
          </p:nvPr>
        </p:nvSpPr>
        <p:spPr>
          <a:xfrm>
            <a:off x="838200" y="6356350"/>
            <a:ext cx="2743200" cy="365125"/>
          </a:xfrm>
          <a:solidFill>
            <a:schemeClr val="bg1">
              <a:lumMod val="65000"/>
            </a:schemeClr>
          </a:solidFill>
          <a:ln>
            <a:solidFill>
              <a:schemeClr val="tx1"/>
            </a:solidFill>
          </a:ln>
        </p:spPr>
        <p:style>
          <a:lnRef idx="1">
            <a:schemeClr val="accent3"/>
          </a:lnRef>
          <a:fillRef idx="3">
            <a:schemeClr val="accent3"/>
          </a:fillRef>
          <a:effectRef idx="2">
            <a:schemeClr val="accent3"/>
          </a:effectRef>
          <a:fontRef idx="minor">
            <a:schemeClr val="lt1"/>
          </a:fontRef>
        </p:style>
        <p:txBody>
          <a:bodyPr anchor="ctr" anchorCtr="0">
            <a:noAutofit/>
          </a:bodyPr>
          <a:lstStyle>
            <a:lvl1pPr>
              <a:defRPr sz="1200">
                <a:solidFill>
                  <a:schemeClr val="tx1"/>
                </a:solidFill>
              </a:defRPr>
            </a:lvl1pPr>
            <a:lvl2pPr>
              <a:defRPr sz="1200"/>
            </a:lvl2pPr>
            <a:lvl3pPr>
              <a:defRPr sz="1200"/>
            </a:lvl3pPr>
            <a:lvl4pPr>
              <a:defRPr sz="1200"/>
            </a:lvl4pPr>
            <a:lvl5pPr>
              <a:defRPr sz="1200"/>
            </a:lvl5pPr>
          </a:lstStyle>
          <a:p>
            <a:pPr lvl="0"/>
            <a:r>
              <a:rPr lang="es-ES" dirty="0"/>
              <a:t>24/04/2024</a:t>
            </a:r>
            <a:endParaRPr lang="es-PE" dirty="0"/>
          </a:p>
        </p:txBody>
      </p:sp>
      <p:sp>
        <p:nvSpPr>
          <p:cNvPr id="9" name="Marcador de texto 7">
            <a:extLst>
              <a:ext uri="{FF2B5EF4-FFF2-40B4-BE49-F238E27FC236}">
                <a16:creationId xmlns:a16="http://schemas.microsoft.com/office/drawing/2014/main" id="{89E4DE91-6105-7358-3B01-98277EF1F9F1}"/>
              </a:ext>
            </a:extLst>
          </p:cNvPr>
          <p:cNvSpPr>
            <a:spLocks noGrp="1"/>
          </p:cNvSpPr>
          <p:nvPr>
            <p:ph type="body" sz="quarter" idx="14" hasCustomPrompt="1"/>
          </p:nvPr>
        </p:nvSpPr>
        <p:spPr>
          <a:xfrm>
            <a:off x="8610600" y="6356350"/>
            <a:ext cx="2743200" cy="365125"/>
          </a:xfrm>
          <a:solidFill>
            <a:schemeClr val="bg1">
              <a:lumMod val="65000"/>
            </a:schemeClr>
          </a:solidFill>
          <a:ln>
            <a:solidFill>
              <a:schemeClr val="tx1"/>
            </a:solidFill>
          </a:ln>
        </p:spPr>
        <p:style>
          <a:lnRef idx="1">
            <a:schemeClr val="accent3"/>
          </a:lnRef>
          <a:fillRef idx="3">
            <a:schemeClr val="accent3"/>
          </a:fillRef>
          <a:effectRef idx="2">
            <a:schemeClr val="accent3"/>
          </a:effectRef>
          <a:fontRef idx="minor">
            <a:schemeClr val="lt1"/>
          </a:fontRef>
        </p:style>
        <p:txBody>
          <a:bodyPr anchor="ctr" anchorCtr="0">
            <a:noAutofit/>
          </a:bodyPr>
          <a:lstStyle>
            <a:lvl1pPr>
              <a:defRPr sz="1200">
                <a:solidFill>
                  <a:schemeClr val="tx1"/>
                </a:solidFill>
              </a:defRPr>
            </a:lvl1pPr>
            <a:lvl2pPr>
              <a:defRPr sz="1200"/>
            </a:lvl2pPr>
            <a:lvl3pPr>
              <a:defRPr sz="1200"/>
            </a:lvl3pPr>
            <a:lvl4pPr>
              <a:defRPr sz="1200"/>
            </a:lvl4pPr>
            <a:lvl5pPr>
              <a:defRPr sz="1200"/>
            </a:lvl5pPr>
          </a:lstStyle>
          <a:p>
            <a:pPr lvl="0"/>
            <a:r>
              <a:rPr lang="es-ES" dirty="0"/>
              <a:t># de diapositiva</a:t>
            </a:r>
            <a:endParaRPr lang="es-PE" dirty="0"/>
          </a:p>
        </p:txBody>
      </p:sp>
      <p:sp>
        <p:nvSpPr>
          <p:cNvPr id="11" name="Marcador de texto 7">
            <a:extLst>
              <a:ext uri="{FF2B5EF4-FFF2-40B4-BE49-F238E27FC236}">
                <a16:creationId xmlns:a16="http://schemas.microsoft.com/office/drawing/2014/main" id="{E43C1202-6346-BAA4-1115-9E7BEA11769A}"/>
              </a:ext>
            </a:extLst>
          </p:cNvPr>
          <p:cNvSpPr>
            <a:spLocks noGrp="1"/>
          </p:cNvSpPr>
          <p:nvPr>
            <p:ph type="body" sz="quarter" idx="15" hasCustomPrompt="1"/>
          </p:nvPr>
        </p:nvSpPr>
        <p:spPr>
          <a:xfrm>
            <a:off x="4038600" y="6356350"/>
            <a:ext cx="4114800" cy="365125"/>
          </a:xfrm>
          <a:solidFill>
            <a:schemeClr val="bg1">
              <a:lumMod val="65000"/>
            </a:schemeClr>
          </a:solidFill>
          <a:ln>
            <a:solidFill>
              <a:schemeClr val="tx1"/>
            </a:solidFill>
          </a:ln>
        </p:spPr>
        <p:style>
          <a:lnRef idx="1">
            <a:schemeClr val="accent3"/>
          </a:lnRef>
          <a:fillRef idx="3">
            <a:schemeClr val="accent3"/>
          </a:fillRef>
          <a:effectRef idx="2">
            <a:schemeClr val="accent3"/>
          </a:effectRef>
          <a:fontRef idx="minor">
            <a:schemeClr val="lt1"/>
          </a:fontRef>
        </p:style>
        <p:txBody>
          <a:bodyPr anchor="ctr" anchorCtr="0">
            <a:noAutofit/>
          </a:bodyPr>
          <a:lstStyle>
            <a:lvl1pPr>
              <a:defRPr sz="1200">
                <a:solidFill>
                  <a:schemeClr val="tx1"/>
                </a:solidFill>
              </a:defRPr>
            </a:lvl1pPr>
            <a:lvl2pPr>
              <a:defRPr sz="1200"/>
            </a:lvl2pPr>
            <a:lvl3pPr>
              <a:defRPr sz="1200"/>
            </a:lvl3pPr>
            <a:lvl4pPr>
              <a:defRPr sz="1200"/>
            </a:lvl4pPr>
            <a:lvl5pPr>
              <a:defRPr sz="1200"/>
            </a:lvl5pPr>
          </a:lstStyle>
          <a:p>
            <a:pPr lvl="0"/>
            <a:r>
              <a:rPr lang="es-ES" dirty="0"/>
              <a:t>Módulo I – K.V.C.P.</a:t>
            </a:r>
            <a:endParaRPr lang="es-PE" dirty="0"/>
          </a:p>
        </p:txBody>
      </p:sp>
      <p:sp>
        <p:nvSpPr>
          <p:cNvPr id="12" name="Marcador de contenido 2">
            <a:extLst>
              <a:ext uri="{FF2B5EF4-FFF2-40B4-BE49-F238E27FC236}">
                <a16:creationId xmlns:a16="http://schemas.microsoft.com/office/drawing/2014/main" id="{340CE546-B970-B21E-BF95-C4A247E41B66}"/>
              </a:ext>
            </a:extLst>
          </p:cNvPr>
          <p:cNvSpPr>
            <a:spLocks noGrp="1"/>
          </p:cNvSpPr>
          <p:nvPr>
            <p:ph idx="16"/>
          </p:nvPr>
        </p:nvSpPr>
        <p:spPr>
          <a:xfrm>
            <a:off x="838200" y="1836003"/>
            <a:ext cx="10515600" cy="4140000"/>
          </a:xfrm>
          <a:ln>
            <a:solidFill>
              <a:schemeClr val="tx1"/>
            </a:solidFill>
          </a:ln>
        </p:spPr>
        <p:txBody>
          <a:body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cxnSp>
        <p:nvCxnSpPr>
          <p:cNvPr id="14" name="Conector recto 13">
            <a:extLst>
              <a:ext uri="{FF2B5EF4-FFF2-40B4-BE49-F238E27FC236}">
                <a16:creationId xmlns:a16="http://schemas.microsoft.com/office/drawing/2014/main" id="{A2168E89-1329-4714-FFB3-777A75532A60}"/>
              </a:ext>
            </a:extLst>
          </p:cNvPr>
          <p:cNvCxnSpPr/>
          <p:nvPr userDrawn="1"/>
        </p:nvCxnSpPr>
        <p:spPr>
          <a:xfrm>
            <a:off x="11183" y="1406769"/>
            <a:ext cx="12168000" cy="0"/>
          </a:xfrm>
          <a:prstGeom prst="line">
            <a:avLst/>
          </a:prstGeom>
          <a:ln w="104775" cmpd="tri">
            <a:solidFill>
              <a:schemeClr val="tx1">
                <a:lumMod val="50000"/>
                <a:lumOff val="50000"/>
              </a:schemeClr>
            </a:solidFill>
          </a:ln>
        </p:spPr>
        <p:style>
          <a:lnRef idx="3">
            <a:schemeClr val="accent6"/>
          </a:lnRef>
          <a:fillRef idx="0">
            <a:schemeClr val="accent6"/>
          </a:fillRef>
          <a:effectRef idx="2">
            <a:schemeClr val="accent6"/>
          </a:effectRef>
          <a:fontRef idx="minor">
            <a:schemeClr val="tx1"/>
          </a:fontRef>
        </p:style>
      </p:cxnSp>
      <p:sp>
        <p:nvSpPr>
          <p:cNvPr id="16" name="Marcador de texto 15">
            <a:extLst>
              <a:ext uri="{FF2B5EF4-FFF2-40B4-BE49-F238E27FC236}">
                <a16:creationId xmlns:a16="http://schemas.microsoft.com/office/drawing/2014/main" id="{F2D26772-3050-93CC-93ED-B5D4D68D33A6}"/>
              </a:ext>
            </a:extLst>
          </p:cNvPr>
          <p:cNvSpPr>
            <a:spLocks noGrp="1"/>
          </p:cNvSpPr>
          <p:nvPr>
            <p:ph type="body" sz="quarter" idx="17" hasCustomPrompt="1"/>
          </p:nvPr>
        </p:nvSpPr>
        <p:spPr>
          <a:xfrm>
            <a:off x="838200" y="1545138"/>
            <a:ext cx="1440000" cy="252000"/>
          </a:xfrm>
        </p:spPr>
        <p:txBody>
          <a:bodyPr anchor="ctr" anchorCtr="0">
            <a:noAutofit/>
          </a:bodyPr>
          <a:lstStyle>
            <a:lvl1pPr>
              <a:defRPr sz="1600">
                <a:latin typeface="Arial" panose="020B0604020202020204" pitchFamily="34" charset="0"/>
                <a:cs typeface="Arial" panose="020B0604020202020204" pitchFamily="34" charset="0"/>
              </a:defRPr>
            </a:lvl1pPr>
          </a:lstStyle>
          <a:p>
            <a:pPr lvl="0"/>
            <a:r>
              <a:rPr lang="es-ES" dirty="0" err="1"/>
              <a:t>Fig</a:t>
            </a:r>
            <a:r>
              <a:rPr lang="es-ES" dirty="0"/>
              <a:t> 34</a:t>
            </a:r>
            <a:endParaRPr lang="es-PE" dirty="0"/>
          </a:p>
        </p:txBody>
      </p:sp>
      <p:sp>
        <p:nvSpPr>
          <p:cNvPr id="17" name="Marcador de texto 15">
            <a:extLst>
              <a:ext uri="{FF2B5EF4-FFF2-40B4-BE49-F238E27FC236}">
                <a16:creationId xmlns:a16="http://schemas.microsoft.com/office/drawing/2014/main" id="{B7B5E535-F8F8-CAB3-628A-A06782824F26}"/>
              </a:ext>
            </a:extLst>
          </p:cNvPr>
          <p:cNvSpPr>
            <a:spLocks noGrp="1"/>
          </p:cNvSpPr>
          <p:nvPr>
            <p:ph type="body" sz="quarter" idx="18" hasCustomPrompt="1"/>
          </p:nvPr>
        </p:nvSpPr>
        <p:spPr>
          <a:xfrm>
            <a:off x="838200" y="6019587"/>
            <a:ext cx="3240000" cy="252000"/>
          </a:xfrm>
        </p:spPr>
        <p:txBody>
          <a:bodyPr anchor="ctr" anchorCtr="0">
            <a:noAutofit/>
          </a:bodyPr>
          <a:lstStyle>
            <a:lvl1pPr>
              <a:defRPr sz="1600">
                <a:latin typeface="Arial" panose="020B0604020202020204" pitchFamily="34" charset="0"/>
                <a:cs typeface="Arial" panose="020B0604020202020204" pitchFamily="34" charset="0"/>
              </a:defRPr>
            </a:lvl1pPr>
          </a:lstStyle>
          <a:p>
            <a:pPr lvl="0"/>
            <a:r>
              <a:rPr lang="es-ES" dirty="0"/>
              <a:t>Fuente: </a:t>
            </a:r>
            <a:endParaRPr lang="es-PE" dirty="0"/>
          </a:p>
        </p:txBody>
      </p:sp>
    </p:spTree>
    <p:extLst>
      <p:ext uri="{BB962C8B-B14F-4D97-AF65-F5344CB8AC3E}">
        <p14:creationId xmlns:p14="http://schemas.microsoft.com/office/powerpoint/2010/main" val="8945228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ítulo y objetos">
    <p:spTree>
      <p:nvGrpSpPr>
        <p:cNvPr id="1" name=""/>
        <p:cNvGrpSpPr/>
        <p:nvPr/>
      </p:nvGrpSpPr>
      <p:grpSpPr>
        <a:xfrm>
          <a:off x="0" y="0"/>
          <a:ext cx="0" cy="0"/>
          <a:chOff x="0" y="0"/>
          <a:chExt cx="0" cy="0"/>
        </a:xfrm>
      </p:grpSpPr>
      <p:sp>
        <p:nvSpPr>
          <p:cNvPr id="2" name="Título 1"/>
          <p:cNvSpPr>
            <a:spLocks noGrp="1"/>
          </p:cNvSpPr>
          <p:nvPr>
            <p:ph type="title"/>
          </p:nvPr>
        </p:nvSpPr>
        <p:spPr>
          <a:xfrm>
            <a:off x="838200" y="365125"/>
            <a:ext cx="8640000" cy="900000"/>
          </a:xfrm>
          <a:solidFill>
            <a:schemeClr val="accent6"/>
          </a:solidFill>
          <a:ln>
            <a:noFill/>
          </a:ln>
          <a:effectLst>
            <a:outerShdw blurRad="152400" dist="317500" dir="5400000" sx="90000" sy="-19000" rotWithShape="0">
              <a:prstClr val="black">
                <a:alpha val="15000"/>
              </a:prstClr>
            </a:outerShdw>
          </a:effectLst>
          <a:scene3d>
            <a:camera prst="orthographicFront"/>
            <a:lightRig rig="threePt" dir="t"/>
          </a:scene3d>
          <a:sp3d prstMaterial="plastic">
            <a:bevelT/>
          </a:sp3d>
        </p:spPr>
        <p:style>
          <a:lnRef idx="1">
            <a:schemeClr val="accent3"/>
          </a:lnRef>
          <a:fillRef idx="3">
            <a:schemeClr val="accent3"/>
          </a:fillRef>
          <a:effectRef idx="2">
            <a:schemeClr val="accent3"/>
          </a:effectRef>
          <a:fontRef idx="minor">
            <a:schemeClr val="lt1"/>
          </a:fontRef>
        </p:style>
        <p:txBody>
          <a:bodyPr>
            <a:normAutofit/>
          </a:bodyPr>
          <a:lstStyle>
            <a:lvl1pPr>
              <a:defRPr sz="2400">
                <a:solidFill>
                  <a:schemeClr val="bg2">
                    <a:lumMod val="10000"/>
                  </a:schemeClr>
                </a:solidFill>
                <a:latin typeface="Algerian" panose="04020705040A02060702" pitchFamily="82" charset="0"/>
              </a:defRPr>
            </a:lvl1pPr>
          </a:lstStyle>
          <a:p>
            <a:r>
              <a:rPr lang="es-ES" dirty="0"/>
              <a:t>Haga clic para modificar el estilo de título del patrón</a:t>
            </a:r>
          </a:p>
        </p:txBody>
      </p:sp>
      <p:sp>
        <p:nvSpPr>
          <p:cNvPr id="8" name="Marcador de texto 7">
            <a:extLst>
              <a:ext uri="{FF2B5EF4-FFF2-40B4-BE49-F238E27FC236}">
                <a16:creationId xmlns:a16="http://schemas.microsoft.com/office/drawing/2014/main" id="{982E0ADE-76C7-8AAF-E435-5594A42F7390}"/>
              </a:ext>
            </a:extLst>
          </p:cNvPr>
          <p:cNvSpPr>
            <a:spLocks noGrp="1"/>
          </p:cNvSpPr>
          <p:nvPr>
            <p:ph type="body" sz="quarter" idx="13" hasCustomPrompt="1"/>
          </p:nvPr>
        </p:nvSpPr>
        <p:spPr>
          <a:xfrm>
            <a:off x="838200" y="6356350"/>
            <a:ext cx="2743200" cy="365125"/>
          </a:xfrm>
          <a:solidFill>
            <a:schemeClr val="bg1">
              <a:lumMod val="65000"/>
            </a:schemeClr>
          </a:solidFill>
          <a:ln>
            <a:solidFill>
              <a:schemeClr val="tx1"/>
            </a:solidFill>
          </a:ln>
        </p:spPr>
        <p:style>
          <a:lnRef idx="1">
            <a:schemeClr val="accent3"/>
          </a:lnRef>
          <a:fillRef idx="3">
            <a:schemeClr val="accent3"/>
          </a:fillRef>
          <a:effectRef idx="2">
            <a:schemeClr val="accent3"/>
          </a:effectRef>
          <a:fontRef idx="minor">
            <a:schemeClr val="lt1"/>
          </a:fontRef>
        </p:style>
        <p:txBody>
          <a:bodyPr anchor="ctr" anchorCtr="0">
            <a:noAutofit/>
          </a:bodyPr>
          <a:lstStyle>
            <a:lvl1pPr>
              <a:defRPr sz="1200">
                <a:solidFill>
                  <a:schemeClr val="tx1"/>
                </a:solidFill>
              </a:defRPr>
            </a:lvl1pPr>
            <a:lvl2pPr>
              <a:defRPr sz="1200"/>
            </a:lvl2pPr>
            <a:lvl3pPr>
              <a:defRPr sz="1200"/>
            </a:lvl3pPr>
            <a:lvl4pPr>
              <a:defRPr sz="1200"/>
            </a:lvl4pPr>
            <a:lvl5pPr>
              <a:defRPr sz="1200"/>
            </a:lvl5pPr>
          </a:lstStyle>
          <a:p>
            <a:pPr lvl="0"/>
            <a:r>
              <a:rPr lang="es-ES" dirty="0"/>
              <a:t>24/04/2024</a:t>
            </a:r>
            <a:endParaRPr lang="es-PE" dirty="0"/>
          </a:p>
        </p:txBody>
      </p:sp>
      <p:sp>
        <p:nvSpPr>
          <p:cNvPr id="9" name="Marcador de texto 7">
            <a:extLst>
              <a:ext uri="{FF2B5EF4-FFF2-40B4-BE49-F238E27FC236}">
                <a16:creationId xmlns:a16="http://schemas.microsoft.com/office/drawing/2014/main" id="{89E4DE91-6105-7358-3B01-98277EF1F9F1}"/>
              </a:ext>
            </a:extLst>
          </p:cNvPr>
          <p:cNvSpPr>
            <a:spLocks noGrp="1"/>
          </p:cNvSpPr>
          <p:nvPr>
            <p:ph type="body" sz="quarter" idx="14" hasCustomPrompt="1"/>
          </p:nvPr>
        </p:nvSpPr>
        <p:spPr>
          <a:xfrm>
            <a:off x="8610600" y="6356350"/>
            <a:ext cx="2743200" cy="365125"/>
          </a:xfrm>
          <a:solidFill>
            <a:schemeClr val="bg1">
              <a:lumMod val="65000"/>
            </a:schemeClr>
          </a:solidFill>
          <a:ln>
            <a:solidFill>
              <a:schemeClr val="tx1"/>
            </a:solidFill>
          </a:ln>
        </p:spPr>
        <p:style>
          <a:lnRef idx="1">
            <a:schemeClr val="accent3"/>
          </a:lnRef>
          <a:fillRef idx="3">
            <a:schemeClr val="accent3"/>
          </a:fillRef>
          <a:effectRef idx="2">
            <a:schemeClr val="accent3"/>
          </a:effectRef>
          <a:fontRef idx="minor">
            <a:schemeClr val="lt1"/>
          </a:fontRef>
        </p:style>
        <p:txBody>
          <a:bodyPr anchor="ctr" anchorCtr="0">
            <a:noAutofit/>
          </a:bodyPr>
          <a:lstStyle>
            <a:lvl1pPr>
              <a:defRPr sz="1200">
                <a:solidFill>
                  <a:schemeClr val="tx1"/>
                </a:solidFill>
              </a:defRPr>
            </a:lvl1pPr>
            <a:lvl2pPr>
              <a:defRPr sz="1200"/>
            </a:lvl2pPr>
            <a:lvl3pPr>
              <a:defRPr sz="1200"/>
            </a:lvl3pPr>
            <a:lvl4pPr>
              <a:defRPr sz="1200"/>
            </a:lvl4pPr>
            <a:lvl5pPr>
              <a:defRPr sz="1200"/>
            </a:lvl5pPr>
          </a:lstStyle>
          <a:p>
            <a:pPr lvl="0"/>
            <a:r>
              <a:rPr lang="es-ES" dirty="0"/>
              <a:t># de diapositiva</a:t>
            </a:r>
            <a:endParaRPr lang="es-PE" dirty="0"/>
          </a:p>
        </p:txBody>
      </p:sp>
      <p:sp>
        <p:nvSpPr>
          <p:cNvPr id="11" name="Marcador de texto 7">
            <a:extLst>
              <a:ext uri="{FF2B5EF4-FFF2-40B4-BE49-F238E27FC236}">
                <a16:creationId xmlns:a16="http://schemas.microsoft.com/office/drawing/2014/main" id="{E43C1202-6346-BAA4-1115-9E7BEA11769A}"/>
              </a:ext>
            </a:extLst>
          </p:cNvPr>
          <p:cNvSpPr>
            <a:spLocks noGrp="1"/>
          </p:cNvSpPr>
          <p:nvPr>
            <p:ph type="body" sz="quarter" idx="15" hasCustomPrompt="1"/>
          </p:nvPr>
        </p:nvSpPr>
        <p:spPr>
          <a:xfrm>
            <a:off x="4038600" y="6356350"/>
            <a:ext cx="4114800" cy="365125"/>
          </a:xfrm>
          <a:solidFill>
            <a:schemeClr val="bg1">
              <a:lumMod val="65000"/>
            </a:schemeClr>
          </a:solidFill>
          <a:ln>
            <a:solidFill>
              <a:schemeClr val="tx1"/>
            </a:solidFill>
          </a:ln>
        </p:spPr>
        <p:style>
          <a:lnRef idx="1">
            <a:schemeClr val="accent3"/>
          </a:lnRef>
          <a:fillRef idx="3">
            <a:schemeClr val="accent3"/>
          </a:fillRef>
          <a:effectRef idx="2">
            <a:schemeClr val="accent3"/>
          </a:effectRef>
          <a:fontRef idx="minor">
            <a:schemeClr val="lt1"/>
          </a:fontRef>
        </p:style>
        <p:txBody>
          <a:bodyPr anchor="ctr" anchorCtr="0">
            <a:noAutofit/>
          </a:bodyPr>
          <a:lstStyle>
            <a:lvl1pPr>
              <a:defRPr sz="1200">
                <a:solidFill>
                  <a:schemeClr val="tx1"/>
                </a:solidFill>
              </a:defRPr>
            </a:lvl1pPr>
            <a:lvl2pPr>
              <a:defRPr sz="1200"/>
            </a:lvl2pPr>
            <a:lvl3pPr>
              <a:defRPr sz="1200"/>
            </a:lvl3pPr>
            <a:lvl4pPr>
              <a:defRPr sz="1200"/>
            </a:lvl4pPr>
            <a:lvl5pPr>
              <a:defRPr sz="1200"/>
            </a:lvl5pPr>
          </a:lstStyle>
          <a:p>
            <a:pPr lvl="0"/>
            <a:r>
              <a:rPr lang="es-ES" dirty="0"/>
              <a:t>Módulo I – K.V.C.P.</a:t>
            </a:r>
            <a:endParaRPr lang="es-PE" dirty="0"/>
          </a:p>
        </p:txBody>
      </p:sp>
      <p:sp>
        <p:nvSpPr>
          <p:cNvPr id="12" name="Marcador de contenido 2">
            <a:extLst>
              <a:ext uri="{FF2B5EF4-FFF2-40B4-BE49-F238E27FC236}">
                <a16:creationId xmlns:a16="http://schemas.microsoft.com/office/drawing/2014/main" id="{340CE546-B970-B21E-BF95-C4A247E41B66}"/>
              </a:ext>
            </a:extLst>
          </p:cNvPr>
          <p:cNvSpPr>
            <a:spLocks noGrp="1"/>
          </p:cNvSpPr>
          <p:nvPr>
            <p:ph idx="16"/>
          </p:nvPr>
        </p:nvSpPr>
        <p:spPr>
          <a:xfrm>
            <a:off x="838200" y="1545138"/>
            <a:ext cx="10515600" cy="4752000"/>
          </a:xfrm>
          <a:ln>
            <a:solidFill>
              <a:schemeClr val="tx1"/>
            </a:solidFill>
          </a:ln>
        </p:spPr>
        <p:txBody>
          <a:body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cxnSp>
        <p:nvCxnSpPr>
          <p:cNvPr id="14" name="Conector recto 13">
            <a:extLst>
              <a:ext uri="{FF2B5EF4-FFF2-40B4-BE49-F238E27FC236}">
                <a16:creationId xmlns:a16="http://schemas.microsoft.com/office/drawing/2014/main" id="{A2168E89-1329-4714-FFB3-777A75532A60}"/>
              </a:ext>
            </a:extLst>
          </p:cNvPr>
          <p:cNvCxnSpPr/>
          <p:nvPr userDrawn="1"/>
        </p:nvCxnSpPr>
        <p:spPr>
          <a:xfrm>
            <a:off x="11183" y="1406769"/>
            <a:ext cx="12168000" cy="0"/>
          </a:xfrm>
          <a:prstGeom prst="line">
            <a:avLst/>
          </a:prstGeom>
          <a:ln w="104775" cmpd="tri">
            <a:solidFill>
              <a:schemeClr val="tx1">
                <a:lumMod val="50000"/>
                <a:lumOff val="50000"/>
              </a:schemeClr>
            </a:solidFill>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109849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ítulo y objetos">
    <p:spTree>
      <p:nvGrpSpPr>
        <p:cNvPr id="1" name=""/>
        <p:cNvGrpSpPr/>
        <p:nvPr/>
      </p:nvGrpSpPr>
      <p:grpSpPr>
        <a:xfrm>
          <a:off x="0" y="0"/>
          <a:ext cx="0" cy="0"/>
          <a:chOff x="0" y="0"/>
          <a:chExt cx="0" cy="0"/>
        </a:xfrm>
      </p:grpSpPr>
      <p:sp>
        <p:nvSpPr>
          <p:cNvPr id="2" name="Título 1"/>
          <p:cNvSpPr>
            <a:spLocks noGrp="1"/>
          </p:cNvSpPr>
          <p:nvPr>
            <p:ph type="title"/>
          </p:nvPr>
        </p:nvSpPr>
        <p:spPr>
          <a:xfrm>
            <a:off x="838200" y="365125"/>
            <a:ext cx="8640000" cy="900000"/>
          </a:xfrm>
          <a:solidFill>
            <a:schemeClr val="accent6"/>
          </a:solidFill>
          <a:ln>
            <a:noFill/>
          </a:ln>
          <a:effectLst>
            <a:outerShdw blurRad="152400" dist="317500" dir="5400000" sx="90000" sy="-19000" rotWithShape="0">
              <a:prstClr val="black">
                <a:alpha val="15000"/>
              </a:prstClr>
            </a:outerShdw>
          </a:effectLst>
          <a:scene3d>
            <a:camera prst="orthographicFront"/>
            <a:lightRig rig="threePt" dir="t"/>
          </a:scene3d>
          <a:sp3d prstMaterial="plastic">
            <a:bevelT/>
          </a:sp3d>
        </p:spPr>
        <p:style>
          <a:lnRef idx="1">
            <a:schemeClr val="accent3"/>
          </a:lnRef>
          <a:fillRef idx="3">
            <a:schemeClr val="accent3"/>
          </a:fillRef>
          <a:effectRef idx="2">
            <a:schemeClr val="accent3"/>
          </a:effectRef>
          <a:fontRef idx="minor">
            <a:schemeClr val="lt1"/>
          </a:fontRef>
        </p:style>
        <p:txBody>
          <a:bodyPr>
            <a:normAutofit/>
          </a:bodyPr>
          <a:lstStyle>
            <a:lvl1pPr>
              <a:defRPr sz="2400">
                <a:solidFill>
                  <a:schemeClr val="bg2">
                    <a:lumMod val="10000"/>
                  </a:schemeClr>
                </a:solidFill>
                <a:latin typeface="Algerian" panose="04020705040A02060702" pitchFamily="82" charset="0"/>
              </a:defRPr>
            </a:lvl1pPr>
          </a:lstStyle>
          <a:p>
            <a:r>
              <a:rPr lang="es-ES" dirty="0"/>
              <a:t>Haga clic para modificar el estilo de título del patrón</a:t>
            </a:r>
          </a:p>
        </p:txBody>
      </p:sp>
      <p:sp>
        <p:nvSpPr>
          <p:cNvPr id="3" name="Marcador de contenido 2"/>
          <p:cNvSpPr>
            <a:spLocks noGrp="1"/>
          </p:cNvSpPr>
          <p:nvPr>
            <p:ph idx="1"/>
          </p:nvPr>
        </p:nvSpPr>
        <p:spPr>
          <a:xfrm>
            <a:off x="838200" y="1838362"/>
            <a:ext cx="5220000" cy="4140000"/>
          </a:xfrm>
          <a:ln>
            <a:solidFill>
              <a:schemeClr val="tx1"/>
            </a:solidFill>
          </a:ln>
        </p:spPr>
        <p:txBody>
          <a:body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8" name="Marcador de texto 7">
            <a:extLst>
              <a:ext uri="{FF2B5EF4-FFF2-40B4-BE49-F238E27FC236}">
                <a16:creationId xmlns:a16="http://schemas.microsoft.com/office/drawing/2014/main" id="{982E0ADE-76C7-8AAF-E435-5594A42F7390}"/>
              </a:ext>
            </a:extLst>
          </p:cNvPr>
          <p:cNvSpPr>
            <a:spLocks noGrp="1"/>
          </p:cNvSpPr>
          <p:nvPr>
            <p:ph type="body" sz="quarter" idx="13" hasCustomPrompt="1"/>
          </p:nvPr>
        </p:nvSpPr>
        <p:spPr>
          <a:xfrm>
            <a:off x="838200" y="6356350"/>
            <a:ext cx="2743200" cy="365125"/>
          </a:xfrm>
          <a:solidFill>
            <a:schemeClr val="bg1">
              <a:lumMod val="65000"/>
            </a:schemeClr>
          </a:solidFill>
          <a:ln>
            <a:solidFill>
              <a:schemeClr val="tx1"/>
            </a:solidFill>
          </a:ln>
        </p:spPr>
        <p:style>
          <a:lnRef idx="1">
            <a:schemeClr val="accent3"/>
          </a:lnRef>
          <a:fillRef idx="3">
            <a:schemeClr val="accent3"/>
          </a:fillRef>
          <a:effectRef idx="2">
            <a:schemeClr val="accent3"/>
          </a:effectRef>
          <a:fontRef idx="minor">
            <a:schemeClr val="lt1"/>
          </a:fontRef>
        </p:style>
        <p:txBody>
          <a:bodyPr anchor="ctr" anchorCtr="0">
            <a:noAutofit/>
          </a:bodyPr>
          <a:lstStyle>
            <a:lvl1pPr>
              <a:defRPr sz="1200">
                <a:solidFill>
                  <a:schemeClr val="tx1"/>
                </a:solidFill>
              </a:defRPr>
            </a:lvl1pPr>
            <a:lvl2pPr>
              <a:defRPr sz="1200"/>
            </a:lvl2pPr>
            <a:lvl3pPr>
              <a:defRPr sz="1200"/>
            </a:lvl3pPr>
            <a:lvl4pPr>
              <a:defRPr sz="1200"/>
            </a:lvl4pPr>
            <a:lvl5pPr>
              <a:defRPr sz="1200"/>
            </a:lvl5pPr>
          </a:lstStyle>
          <a:p>
            <a:pPr lvl="0"/>
            <a:r>
              <a:rPr lang="es-ES" dirty="0"/>
              <a:t>24/04/24</a:t>
            </a:r>
            <a:endParaRPr lang="es-PE" dirty="0"/>
          </a:p>
        </p:txBody>
      </p:sp>
      <p:sp>
        <p:nvSpPr>
          <p:cNvPr id="9" name="Marcador de texto 7">
            <a:extLst>
              <a:ext uri="{FF2B5EF4-FFF2-40B4-BE49-F238E27FC236}">
                <a16:creationId xmlns:a16="http://schemas.microsoft.com/office/drawing/2014/main" id="{89E4DE91-6105-7358-3B01-98277EF1F9F1}"/>
              </a:ext>
            </a:extLst>
          </p:cNvPr>
          <p:cNvSpPr>
            <a:spLocks noGrp="1"/>
          </p:cNvSpPr>
          <p:nvPr>
            <p:ph type="body" sz="quarter" idx="14" hasCustomPrompt="1"/>
          </p:nvPr>
        </p:nvSpPr>
        <p:spPr>
          <a:xfrm>
            <a:off x="8610600" y="6356350"/>
            <a:ext cx="2743200" cy="365125"/>
          </a:xfrm>
          <a:solidFill>
            <a:schemeClr val="bg1">
              <a:lumMod val="65000"/>
            </a:schemeClr>
          </a:solidFill>
          <a:ln>
            <a:solidFill>
              <a:schemeClr val="tx1"/>
            </a:solidFill>
          </a:ln>
        </p:spPr>
        <p:style>
          <a:lnRef idx="1">
            <a:schemeClr val="accent3"/>
          </a:lnRef>
          <a:fillRef idx="3">
            <a:schemeClr val="accent3"/>
          </a:fillRef>
          <a:effectRef idx="2">
            <a:schemeClr val="accent3"/>
          </a:effectRef>
          <a:fontRef idx="minor">
            <a:schemeClr val="lt1"/>
          </a:fontRef>
        </p:style>
        <p:txBody>
          <a:bodyPr anchor="ctr" anchorCtr="0">
            <a:noAutofit/>
          </a:bodyPr>
          <a:lstStyle>
            <a:lvl1pPr>
              <a:defRPr sz="1200">
                <a:solidFill>
                  <a:schemeClr val="tx1"/>
                </a:solidFill>
              </a:defRPr>
            </a:lvl1pPr>
            <a:lvl2pPr>
              <a:defRPr sz="1200"/>
            </a:lvl2pPr>
            <a:lvl3pPr>
              <a:defRPr sz="1200"/>
            </a:lvl3pPr>
            <a:lvl4pPr>
              <a:defRPr sz="1200"/>
            </a:lvl4pPr>
            <a:lvl5pPr>
              <a:defRPr sz="1200"/>
            </a:lvl5pPr>
          </a:lstStyle>
          <a:p>
            <a:pPr lvl="0"/>
            <a:r>
              <a:rPr lang="es-ES" dirty="0"/>
              <a:t># de diapositiva</a:t>
            </a:r>
            <a:endParaRPr lang="es-PE" dirty="0"/>
          </a:p>
        </p:txBody>
      </p:sp>
      <p:sp>
        <p:nvSpPr>
          <p:cNvPr id="11" name="Marcador de texto 7">
            <a:extLst>
              <a:ext uri="{FF2B5EF4-FFF2-40B4-BE49-F238E27FC236}">
                <a16:creationId xmlns:a16="http://schemas.microsoft.com/office/drawing/2014/main" id="{E43C1202-6346-BAA4-1115-9E7BEA11769A}"/>
              </a:ext>
            </a:extLst>
          </p:cNvPr>
          <p:cNvSpPr>
            <a:spLocks noGrp="1"/>
          </p:cNvSpPr>
          <p:nvPr>
            <p:ph type="body" sz="quarter" idx="15" hasCustomPrompt="1"/>
          </p:nvPr>
        </p:nvSpPr>
        <p:spPr>
          <a:xfrm>
            <a:off x="4038600" y="6356350"/>
            <a:ext cx="4114800" cy="365125"/>
          </a:xfrm>
          <a:solidFill>
            <a:schemeClr val="bg1">
              <a:lumMod val="65000"/>
            </a:schemeClr>
          </a:solidFill>
          <a:ln>
            <a:solidFill>
              <a:schemeClr val="tx1"/>
            </a:solidFill>
          </a:ln>
        </p:spPr>
        <p:style>
          <a:lnRef idx="1">
            <a:schemeClr val="accent3"/>
          </a:lnRef>
          <a:fillRef idx="3">
            <a:schemeClr val="accent3"/>
          </a:fillRef>
          <a:effectRef idx="2">
            <a:schemeClr val="accent3"/>
          </a:effectRef>
          <a:fontRef idx="minor">
            <a:schemeClr val="lt1"/>
          </a:fontRef>
        </p:style>
        <p:txBody>
          <a:bodyPr anchor="ctr" anchorCtr="0">
            <a:noAutofit/>
          </a:bodyPr>
          <a:lstStyle>
            <a:lvl1pPr>
              <a:defRPr sz="1200">
                <a:solidFill>
                  <a:schemeClr val="tx1"/>
                </a:solidFill>
              </a:defRPr>
            </a:lvl1pPr>
            <a:lvl2pPr>
              <a:defRPr sz="1200"/>
            </a:lvl2pPr>
            <a:lvl3pPr>
              <a:defRPr sz="1200"/>
            </a:lvl3pPr>
            <a:lvl4pPr>
              <a:defRPr sz="1200"/>
            </a:lvl4pPr>
            <a:lvl5pPr>
              <a:defRPr sz="1200"/>
            </a:lvl5pPr>
          </a:lstStyle>
          <a:p>
            <a:pPr lvl="0"/>
            <a:r>
              <a:rPr lang="es-ES" dirty="0"/>
              <a:t>Módulo I - K.V.C.P</a:t>
            </a:r>
            <a:endParaRPr lang="es-PE" dirty="0"/>
          </a:p>
        </p:txBody>
      </p:sp>
      <p:sp>
        <p:nvSpPr>
          <p:cNvPr id="4" name="Marcador de contenido 2">
            <a:extLst>
              <a:ext uri="{FF2B5EF4-FFF2-40B4-BE49-F238E27FC236}">
                <a16:creationId xmlns:a16="http://schemas.microsoft.com/office/drawing/2014/main" id="{E5EA95C4-5659-064D-C0B3-E9E03A396562}"/>
              </a:ext>
            </a:extLst>
          </p:cNvPr>
          <p:cNvSpPr>
            <a:spLocks noGrp="1"/>
          </p:cNvSpPr>
          <p:nvPr>
            <p:ph idx="16"/>
          </p:nvPr>
        </p:nvSpPr>
        <p:spPr>
          <a:xfrm>
            <a:off x="6133800" y="1838362"/>
            <a:ext cx="5220000" cy="4140000"/>
          </a:xfrm>
          <a:ln>
            <a:solidFill>
              <a:schemeClr val="tx1"/>
            </a:solidFill>
          </a:ln>
        </p:spPr>
        <p:txBody>
          <a:body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cxnSp>
        <p:nvCxnSpPr>
          <p:cNvPr id="5" name="Conector recto 4">
            <a:extLst>
              <a:ext uri="{FF2B5EF4-FFF2-40B4-BE49-F238E27FC236}">
                <a16:creationId xmlns:a16="http://schemas.microsoft.com/office/drawing/2014/main" id="{46841140-73C3-E63A-9A85-B435F2124558}"/>
              </a:ext>
            </a:extLst>
          </p:cNvPr>
          <p:cNvCxnSpPr/>
          <p:nvPr userDrawn="1"/>
        </p:nvCxnSpPr>
        <p:spPr>
          <a:xfrm>
            <a:off x="11183" y="1406769"/>
            <a:ext cx="12168000" cy="0"/>
          </a:xfrm>
          <a:prstGeom prst="line">
            <a:avLst/>
          </a:prstGeom>
          <a:ln w="104775" cmpd="tri">
            <a:solidFill>
              <a:schemeClr val="tx1">
                <a:lumMod val="50000"/>
                <a:lumOff val="50000"/>
              </a:schemeClr>
            </a:solidFill>
          </a:ln>
        </p:spPr>
        <p:style>
          <a:lnRef idx="3">
            <a:schemeClr val="accent6"/>
          </a:lnRef>
          <a:fillRef idx="0">
            <a:schemeClr val="accent6"/>
          </a:fillRef>
          <a:effectRef idx="2">
            <a:schemeClr val="accent6"/>
          </a:effectRef>
          <a:fontRef idx="minor">
            <a:schemeClr val="tx1"/>
          </a:fontRef>
        </p:style>
      </p:cxnSp>
      <p:sp>
        <p:nvSpPr>
          <p:cNvPr id="7" name="Marcador de texto 15">
            <a:extLst>
              <a:ext uri="{FF2B5EF4-FFF2-40B4-BE49-F238E27FC236}">
                <a16:creationId xmlns:a16="http://schemas.microsoft.com/office/drawing/2014/main" id="{37324255-FD71-95B6-D242-DFFBD0AEC118}"/>
              </a:ext>
            </a:extLst>
          </p:cNvPr>
          <p:cNvSpPr>
            <a:spLocks noGrp="1"/>
          </p:cNvSpPr>
          <p:nvPr>
            <p:ph type="body" sz="quarter" idx="18" hasCustomPrompt="1"/>
          </p:nvPr>
        </p:nvSpPr>
        <p:spPr>
          <a:xfrm>
            <a:off x="6133800" y="1545138"/>
            <a:ext cx="1440000" cy="252000"/>
          </a:xfrm>
        </p:spPr>
        <p:txBody>
          <a:bodyPr anchor="ctr" anchorCtr="0">
            <a:noAutofit/>
          </a:bodyPr>
          <a:lstStyle>
            <a:lvl1pPr>
              <a:defRPr sz="1600">
                <a:latin typeface="Arial" panose="020B0604020202020204" pitchFamily="34" charset="0"/>
                <a:cs typeface="Arial" panose="020B0604020202020204" pitchFamily="34" charset="0"/>
              </a:defRPr>
            </a:lvl1pPr>
          </a:lstStyle>
          <a:p>
            <a:pPr lvl="0"/>
            <a:r>
              <a:rPr lang="es-ES" dirty="0" err="1"/>
              <a:t>Fig</a:t>
            </a:r>
            <a:r>
              <a:rPr lang="es-ES" dirty="0"/>
              <a:t> 35</a:t>
            </a:r>
            <a:endParaRPr lang="es-PE" dirty="0"/>
          </a:p>
        </p:txBody>
      </p:sp>
      <p:sp>
        <p:nvSpPr>
          <p:cNvPr id="10" name="Marcador de texto 15">
            <a:extLst>
              <a:ext uri="{FF2B5EF4-FFF2-40B4-BE49-F238E27FC236}">
                <a16:creationId xmlns:a16="http://schemas.microsoft.com/office/drawing/2014/main" id="{D630A22F-5E22-CDE3-0147-590158FF8A86}"/>
              </a:ext>
            </a:extLst>
          </p:cNvPr>
          <p:cNvSpPr>
            <a:spLocks noGrp="1"/>
          </p:cNvSpPr>
          <p:nvPr>
            <p:ph type="body" sz="quarter" idx="17" hasCustomPrompt="1"/>
          </p:nvPr>
        </p:nvSpPr>
        <p:spPr>
          <a:xfrm>
            <a:off x="838200" y="1545138"/>
            <a:ext cx="1440000" cy="252000"/>
          </a:xfrm>
        </p:spPr>
        <p:txBody>
          <a:bodyPr anchor="ctr" anchorCtr="0">
            <a:noAutofit/>
          </a:bodyPr>
          <a:lstStyle>
            <a:lvl1pPr>
              <a:defRPr sz="1600">
                <a:latin typeface="Arial" panose="020B0604020202020204" pitchFamily="34" charset="0"/>
                <a:cs typeface="Arial" panose="020B0604020202020204" pitchFamily="34" charset="0"/>
              </a:defRPr>
            </a:lvl1pPr>
          </a:lstStyle>
          <a:p>
            <a:pPr lvl="0"/>
            <a:r>
              <a:rPr lang="es-ES" dirty="0" err="1"/>
              <a:t>Fig</a:t>
            </a:r>
            <a:r>
              <a:rPr lang="es-ES" dirty="0"/>
              <a:t> 34</a:t>
            </a:r>
            <a:endParaRPr lang="es-PE" dirty="0"/>
          </a:p>
        </p:txBody>
      </p:sp>
      <p:sp>
        <p:nvSpPr>
          <p:cNvPr id="12" name="Marcador de texto 15">
            <a:extLst>
              <a:ext uri="{FF2B5EF4-FFF2-40B4-BE49-F238E27FC236}">
                <a16:creationId xmlns:a16="http://schemas.microsoft.com/office/drawing/2014/main" id="{E8E367B3-319F-8FD9-1372-89947ED09B0A}"/>
              </a:ext>
            </a:extLst>
          </p:cNvPr>
          <p:cNvSpPr>
            <a:spLocks noGrp="1"/>
          </p:cNvSpPr>
          <p:nvPr>
            <p:ph type="body" sz="quarter" idx="19" hasCustomPrompt="1"/>
          </p:nvPr>
        </p:nvSpPr>
        <p:spPr>
          <a:xfrm>
            <a:off x="838200" y="6019587"/>
            <a:ext cx="3240000" cy="252000"/>
          </a:xfrm>
        </p:spPr>
        <p:txBody>
          <a:bodyPr anchor="ctr" anchorCtr="0">
            <a:noAutofit/>
          </a:bodyPr>
          <a:lstStyle>
            <a:lvl1pPr>
              <a:defRPr sz="1600">
                <a:latin typeface="Arial" panose="020B0604020202020204" pitchFamily="34" charset="0"/>
                <a:cs typeface="Arial" panose="020B0604020202020204" pitchFamily="34" charset="0"/>
              </a:defRPr>
            </a:lvl1pPr>
          </a:lstStyle>
          <a:p>
            <a:pPr lvl="0"/>
            <a:r>
              <a:rPr lang="es-ES" dirty="0"/>
              <a:t>Fuente: </a:t>
            </a:r>
            <a:endParaRPr lang="es-PE" dirty="0"/>
          </a:p>
        </p:txBody>
      </p:sp>
      <p:sp>
        <p:nvSpPr>
          <p:cNvPr id="13" name="Marcador de texto 15">
            <a:extLst>
              <a:ext uri="{FF2B5EF4-FFF2-40B4-BE49-F238E27FC236}">
                <a16:creationId xmlns:a16="http://schemas.microsoft.com/office/drawing/2014/main" id="{B38C76F9-BE0A-5FE7-2382-06ACEB7085BB}"/>
              </a:ext>
            </a:extLst>
          </p:cNvPr>
          <p:cNvSpPr>
            <a:spLocks noGrp="1"/>
          </p:cNvSpPr>
          <p:nvPr>
            <p:ph type="body" sz="quarter" idx="20" hasCustomPrompt="1"/>
          </p:nvPr>
        </p:nvSpPr>
        <p:spPr>
          <a:xfrm>
            <a:off x="6133800" y="6019587"/>
            <a:ext cx="3240000" cy="252000"/>
          </a:xfrm>
        </p:spPr>
        <p:txBody>
          <a:bodyPr anchor="ctr" anchorCtr="0">
            <a:noAutofit/>
          </a:bodyPr>
          <a:lstStyle>
            <a:lvl1pPr>
              <a:defRPr sz="1600">
                <a:latin typeface="Arial" panose="020B0604020202020204" pitchFamily="34" charset="0"/>
                <a:cs typeface="Arial" panose="020B0604020202020204" pitchFamily="34" charset="0"/>
              </a:defRPr>
            </a:lvl1pPr>
          </a:lstStyle>
          <a:p>
            <a:pPr lvl="0"/>
            <a:r>
              <a:rPr lang="es-ES" dirty="0"/>
              <a:t>Fuente: </a:t>
            </a:r>
            <a:endParaRPr lang="es-PE" dirty="0"/>
          </a:p>
        </p:txBody>
      </p:sp>
    </p:spTree>
    <p:extLst>
      <p:ext uri="{BB962C8B-B14F-4D97-AF65-F5344CB8AC3E}">
        <p14:creationId xmlns:p14="http://schemas.microsoft.com/office/powerpoint/2010/main" val="4344619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ítulo y objetos">
    <p:spTree>
      <p:nvGrpSpPr>
        <p:cNvPr id="1" name=""/>
        <p:cNvGrpSpPr/>
        <p:nvPr/>
      </p:nvGrpSpPr>
      <p:grpSpPr>
        <a:xfrm>
          <a:off x="0" y="0"/>
          <a:ext cx="0" cy="0"/>
          <a:chOff x="0" y="0"/>
          <a:chExt cx="0" cy="0"/>
        </a:xfrm>
      </p:grpSpPr>
      <p:sp>
        <p:nvSpPr>
          <p:cNvPr id="2" name="Título 1"/>
          <p:cNvSpPr>
            <a:spLocks noGrp="1"/>
          </p:cNvSpPr>
          <p:nvPr>
            <p:ph type="title"/>
          </p:nvPr>
        </p:nvSpPr>
        <p:spPr>
          <a:xfrm>
            <a:off x="838200" y="365125"/>
            <a:ext cx="8640000" cy="900000"/>
          </a:xfrm>
          <a:solidFill>
            <a:schemeClr val="accent6"/>
          </a:solidFill>
          <a:ln>
            <a:noFill/>
          </a:ln>
          <a:effectLst>
            <a:outerShdw blurRad="152400" dist="317500" dir="5400000" sx="90000" sy="-19000" rotWithShape="0">
              <a:prstClr val="black">
                <a:alpha val="15000"/>
              </a:prstClr>
            </a:outerShdw>
          </a:effectLst>
          <a:scene3d>
            <a:camera prst="orthographicFront"/>
            <a:lightRig rig="threePt" dir="t"/>
          </a:scene3d>
          <a:sp3d prstMaterial="plastic">
            <a:bevelT/>
          </a:sp3d>
        </p:spPr>
        <p:style>
          <a:lnRef idx="1">
            <a:schemeClr val="accent3"/>
          </a:lnRef>
          <a:fillRef idx="3">
            <a:schemeClr val="accent3"/>
          </a:fillRef>
          <a:effectRef idx="2">
            <a:schemeClr val="accent3"/>
          </a:effectRef>
          <a:fontRef idx="minor">
            <a:schemeClr val="lt1"/>
          </a:fontRef>
        </p:style>
        <p:txBody>
          <a:bodyPr>
            <a:normAutofit/>
          </a:bodyPr>
          <a:lstStyle>
            <a:lvl1pPr>
              <a:defRPr sz="2400">
                <a:solidFill>
                  <a:schemeClr val="bg2">
                    <a:lumMod val="10000"/>
                  </a:schemeClr>
                </a:solidFill>
                <a:latin typeface="Algerian" panose="04020705040A02060702" pitchFamily="82" charset="0"/>
              </a:defRPr>
            </a:lvl1pPr>
          </a:lstStyle>
          <a:p>
            <a:r>
              <a:rPr lang="es-ES" dirty="0"/>
              <a:t>Haga clic para modificar el estilo de título del patrón</a:t>
            </a:r>
          </a:p>
        </p:txBody>
      </p:sp>
      <p:sp>
        <p:nvSpPr>
          <p:cNvPr id="3" name="Marcador de contenido 2"/>
          <p:cNvSpPr>
            <a:spLocks noGrp="1"/>
          </p:cNvSpPr>
          <p:nvPr>
            <p:ph idx="1"/>
          </p:nvPr>
        </p:nvSpPr>
        <p:spPr>
          <a:xfrm>
            <a:off x="838200" y="1838362"/>
            <a:ext cx="5220000" cy="4140000"/>
          </a:xfrm>
          <a:ln>
            <a:solidFill>
              <a:schemeClr val="tx1"/>
            </a:solidFill>
          </a:ln>
        </p:spPr>
        <p:txBody>
          <a:body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8" name="Marcador de texto 7">
            <a:extLst>
              <a:ext uri="{FF2B5EF4-FFF2-40B4-BE49-F238E27FC236}">
                <a16:creationId xmlns:a16="http://schemas.microsoft.com/office/drawing/2014/main" id="{982E0ADE-76C7-8AAF-E435-5594A42F7390}"/>
              </a:ext>
            </a:extLst>
          </p:cNvPr>
          <p:cNvSpPr>
            <a:spLocks noGrp="1"/>
          </p:cNvSpPr>
          <p:nvPr>
            <p:ph type="body" sz="quarter" idx="13" hasCustomPrompt="1"/>
          </p:nvPr>
        </p:nvSpPr>
        <p:spPr>
          <a:xfrm>
            <a:off x="838200" y="6356350"/>
            <a:ext cx="2743200" cy="365125"/>
          </a:xfrm>
          <a:solidFill>
            <a:schemeClr val="bg1">
              <a:lumMod val="65000"/>
            </a:schemeClr>
          </a:solidFill>
          <a:ln>
            <a:solidFill>
              <a:schemeClr val="tx1"/>
            </a:solidFill>
          </a:ln>
        </p:spPr>
        <p:style>
          <a:lnRef idx="1">
            <a:schemeClr val="accent3"/>
          </a:lnRef>
          <a:fillRef idx="3">
            <a:schemeClr val="accent3"/>
          </a:fillRef>
          <a:effectRef idx="2">
            <a:schemeClr val="accent3"/>
          </a:effectRef>
          <a:fontRef idx="minor">
            <a:schemeClr val="lt1"/>
          </a:fontRef>
        </p:style>
        <p:txBody>
          <a:bodyPr anchor="ctr" anchorCtr="0">
            <a:noAutofit/>
          </a:bodyPr>
          <a:lstStyle>
            <a:lvl1pPr>
              <a:defRPr sz="1200">
                <a:solidFill>
                  <a:schemeClr val="tx1"/>
                </a:solidFill>
              </a:defRPr>
            </a:lvl1pPr>
            <a:lvl2pPr>
              <a:defRPr sz="1200"/>
            </a:lvl2pPr>
            <a:lvl3pPr>
              <a:defRPr sz="1200"/>
            </a:lvl3pPr>
            <a:lvl4pPr>
              <a:defRPr sz="1200"/>
            </a:lvl4pPr>
            <a:lvl5pPr>
              <a:defRPr sz="1200"/>
            </a:lvl5pPr>
          </a:lstStyle>
          <a:p>
            <a:pPr lvl="0"/>
            <a:r>
              <a:rPr lang="es-ES" dirty="0"/>
              <a:t>24/04/24</a:t>
            </a:r>
            <a:endParaRPr lang="es-PE" dirty="0"/>
          </a:p>
        </p:txBody>
      </p:sp>
      <p:sp>
        <p:nvSpPr>
          <p:cNvPr id="9" name="Marcador de texto 7">
            <a:extLst>
              <a:ext uri="{FF2B5EF4-FFF2-40B4-BE49-F238E27FC236}">
                <a16:creationId xmlns:a16="http://schemas.microsoft.com/office/drawing/2014/main" id="{89E4DE91-6105-7358-3B01-98277EF1F9F1}"/>
              </a:ext>
            </a:extLst>
          </p:cNvPr>
          <p:cNvSpPr>
            <a:spLocks noGrp="1"/>
          </p:cNvSpPr>
          <p:nvPr>
            <p:ph type="body" sz="quarter" idx="14" hasCustomPrompt="1"/>
          </p:nvPr>
        </p:nvSpPr>
        <p:spPr>
          <a:xfrm>
            <a:off x="8610600" y="6356350"/>
            <a:ext cx="2743200" cy="365125"/>
          </a:xfrm>
          <a:solidFill>
            <a:schemeClr val="bg1">
              <a:lumMod val="65000"/>
            </a:schemeClr>
          </a:solidFill>
          <a:ln>
            <a:solidFill>
              <a:schemeClr val="tx1"/>
            </a:solidFill>
          </a:ln>
        </p:spPr>
        <p:style>
          <a:lnRef idx="1">
            <a:schemeClr val="accent3"/>
          </a:lnRef>
          <a:fillRef idx="3">
            <a:schemeClr val="accent3"/>
          </a:fillRef>
          <a:effectRef idx="2">
            <a:schemeClr val="accent3"/>
          </a:effectRef>
          <a:fontRef idx="minor">
            <a:schemeClr val="lt1"/>
          </a:fontRef>
        </p:style>
        <p:txBody>
          <a:bodyPr anchor="ctr" anchorCtr="0">
            <a:noAutofit/>
          </a:bodyPr>
          <a:lstStyle>
            <a:lvl1pPr>
              <a:defRPr sz="1200">
                <a:solidFill>
                  <a:schemeClr val="tx1"/>
                </a:solidFill>
              </a:defRPr>
            </a:lvl1pPr>
            <a:lvl2pPr>
              <a:defRPr sz="1200"/>
            </a:lvl2pPr>
            <a:lvl3pPr>
              <a:defRPr sz="1200"/>
            </a:lvl3pPr>
            <a:lvl4pPr>
              <a:defRPr sz="1200"/>
            </a:lvl4pPr>
            <a:lvl5pPr>
              <a:defRPr sz="1200"/>
            </a:lvl5pPr>
          </a:lstStyle>
          <a:p>
            <a:pPr lvl="0"/>
            <a:r>
              <a:rPr lang="es-ES" dirty="0"/>
              <a:t># de diapositiva</a:t>
            </a:r>
            <a:endParaRPr lang="es-PE" dirty="0"/>
          </a:p>
        </p:txBody>
      </p:sp>
      <p:sp>
        <p:nvSpPr>
          <p:cNvPr id="11" name="Marcador de texto 7">
            <a:extLst>
              <a:ext uri="{FF2B5EF4-FFF2-40B4-BE49-F238E27FC236}">
                <a16:creationId xmlns:a16="http://schemas.microsoft.com/office/drawing/2014/main" id="{E43C1202-6346-BAA4-1115-9E7BEA11769A}"/>
              </a:ext>
            </a:extLst>
          </p:cNvPr>
          <p:cNvSpPr>
            <a:spLocks noGrp="1"/>
          </p:cNvSpPr>
          <p:nvPr>
            <p:ph type="body" sz="quarter" idx="15" hasCustomPrompt="1"/>
          </p:nvPr>
        </p:nvSpPr>
        <p:spPr>
          <a:xfrm>
            <a:off x="4038600" y="6356350"/>
            <a:ext cx="4114800" cy="365125"/>
          </a:xfrm>
          <a:solidFill>
            <a:schemeClr val="bg1">
              <a:lumMod val="65000"/>
            </a:schemeClr>
          </a:solidFill>
          <a:ln>
            <a:solidFill>
              <a:schemeClr val="tx1"/>
            </a:solidFill>
          </a:ln>
        </p:spPr>
        <p:style>
          <a:lnRef idx="1">
            <a:schemeClr val="accent3"/>
          </a:lnRef>
          <a:fillRef idx="3">
            <a:schemeClr val="accent3"/>
          </a:fillRef>
          <a:effectRef idx="2">
            <a:schemeClr val="accent3"/>
          </a:effectRef>
          <a:fontRef idx="minor">
            <a:schemeClr val="lt1"/>
          </a:fontRef>
        </p:style>
        <p:txBody>
          <a:bodyPr anchor="ctr" anchorCtr="0">
            <a:noAutofit/>
          </a:bodyPr>
          <a:lstStyle>
            <a:lvl1pPr>
              <a:defRPr sz="1200">
                <a:solidFill>
                  <a:schemeClr val="tx1"/>
                </a:solidFill>
              </a:defRPr>
            </a:lvl1pPr>
            <a:lvl2pPr>
              <a:defRPr sz="1200"/>
            </a:lvl2pPr>
            <a:lvl3pPr>
              <a:defRPr sz="1200"/>
            </a:lvl3pPr>
            <a:lvl4pPr>
              <a:defRPr sz="1200"/>
            </a:lvl4pPr>
            <a:lvl5pPr>
              <a:defRPr sz="1200"/>
            </a:lvl5pPr>
          </a:lstStyle>
          <a:p>
            <a:pPr lvl="0"/>
            <a:r>
              <a:rPr lang="es-ES" dirty="0"/>
              <a:t>Módulo I - K.V.C.P</a:t>
            </a:r>
            <a:endParaRPr lang="es-PE" dirty="0"/>
          </a:p>
        </p:txBody>
      </p:sp>
      <p:sp>
        <p:nvSpPr>
          <p:cNvPr id="4" name="Marcador de contenido 2">
            <a:extLst>
              <a:ext uri="{FF2B5EF4-FFF2-40B4-BE49-F238E27FC236}">
                <a16:creationId xmlns:a16="http://schemas.microsoft.com/office/drawing/2014/main" id="{E5EA95C4-5659-064D-C0B3-E9E03A396562}"/>
              </a:ext>
            </a:extLst>
          </p:cNvPr>
          <p:cNvSpPr>
            <a:spLocks noGrp="1"/>
          </p:cNvSpPr>
          <p:nvPr>
            <p:ph idx="16"/>
          </p:nvPr>
        </p:nvSpPr>
        <p:spPr>
          <a:xfrm>
            <a:off x="6133800" y="1838362"/>
            <a:ext cx="2592000" cy="4140000"/>
          </a:xfrm>
          <a:ln>
            <a:solidFill>
              <a:schemeClr val="tx1"/>
            </a:solidFill>
          </a:ln>
        </p:spPr>
        <p:txBody>
          <a:body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cxnSp>
        <p:nvCxnSpPr>
          <p:cNvPr id="5" name="Conector recto 4">
            <a:extLst>
              <a:ext uri="{FF2B5EF4-FFF2-40B4-BE49-F238E27FC236}">
                <a16:creationId xmlns:a16="http://schemas.microsoft.com/office/drawing/2014/main" id="{46841140-73C3-E63A-9A85-B435F2124558}"/>
              </a:ext>
            </a:extLst>
          </p:cNvPr>
          <p:cNvCxnSpPr/>
          <p:nvPr userDrawn="1"/>
        </p:nvCxnSpPr>
        <p:spPr>
          <a:xfrm>
            <a:off x="11183" y="1406769"/>
            <a:ext cx="12168000" cy="0"/>
          </a:xfrm>
          <a:prstGeom prst="line">
            <a:avLst/>
          </a:prstGeom>
          <a:ln w="104775" cmpd="tri">
            <a:solidFill>
              <a:schemeClr val="tx1">
                <a:lumMod val="50000"/>
                <a:lumOff val="50000"/>
              </a:schemeClr>
            </a:solidFill>
          </a:ln>
        </p:spPr>
        <p:style>
          <a:lnRef idx="3">
            <a:schemeClr val="accent6"/>
          </a:lnRef>
          <a:fillRef idx="0">
            <a:schemeClr val="accent6"/>
          </a:fillRef>
          <a:effectRef idx="2">
            <a:schemeClr val="accent6"/>
          </a:effectRef>
          <a:fontRef idx="minor">
            <a:schemeClr val="tx1"/>
          </a:fontRef>
        </p:style>
      </p:cxnSp>
      <p:sp>
        <p:nvSpPr>
          <p:cNvPr id="7" name="Marcador de texto 15">
            <a:extLst>
              <a:ext uri="{FF2B5EF4-FFF2-40B4-BE49-F238E27FC236}">
                <a16:creationId xmlns:a16="http://schemas.microsoft.com/office/drawing/2014/main" id="{37324255-FD71-95B6-D242-DFFBD0AEC118}"/>
              </a:ext>
            </a:extLst>
          </p:cNvPr>
          <p:cNvSpPr>
            <a:spLocks noGrp="1"/>
          </p:cNvSpPr>
          <p:nvPr>
            <p:ph type="body" sz="quarter" idx="18" hasCustomPrompt="1"/>
          </p:nvPr>
        </p:nvSpPr>
        <p:spPr>
          <a:xfrm>
            <a:off x="6133800" y="1545138"/>
            <a:ext cx="1440000" cy="252000"/>
          </a:xfrm>
        </p:spPr>
        <p:txBody>
          <a:bodyPr anchor="ctr" anchorCtr="0">
            <a:noAutofit/>
          </a:bodyPr>
          <a:lstStyle>
            <a:lvl1pPr>
              <a:defRPr sz="1600">
                <a:latin typeface="Arial" panose="020B0604020202020204" pitchFamily="34" charset="0"/>
                <a:cs typeface="Arial" panose="020B0604020202020204" pitchFamily="34" charset="0"/>
              </a:defRPr>
            </a:lvl1pPr>
          </a:lstStyle>
          <a:p>
            <a:pPr lvl="0"/>
            <a:r>
              <a:rPr lang="es-ES" dirty="0" err="1"/>
              <a:t>Fig</a:t>
            </a:r>
            <a:r>
              <a:rPr lang="es-ES" dirty="0"/>
              <a:t> 35</a:t>
            </a:r>
            <a:endParaRPr lang="es-PE" dirty="0"/>
          </a:p>
        </p:txBody>
      </p:sp>
      <p:sp>
        <p:nvSpPr>
          <p:cNvPr id="10" name="Marcador de texto 15">
            <a:extLst>
              <a:ext uri="{FF2B5EF4-FFF2-40B4-BE49-F238E27FC236}">
                <a16:creationId xmlns:a16="http://schemas.microsoft.com/office/drawing/2014/main" id="{D630A22F-5E22-CDE3-0147-590158FF8A86}"/>
              </a:ext>
            </a:extLst>
          </p:cNvPr>
          <p:cNvSpPr>
            <a:spLocks noGrp="1"/>
          </p:cNvSpPr>
          <p:nvPr>
            <p:ph type="body" sz="quarter" idx="17" hasCustomPrompt="1"/>
          </p:nvPr>
        </p:nvSpPr>
        <p:spPr>
          <a:xfrm>
            <a:off x="838200" y="1545138"/>
            <a:ext cx="1440000" cy="252000"/>
          </a:xfrm>
        </p:spPr>
        <p:txBody>
          <a:bodyPr anchor="ctr" anchorCtr="0">
            <a:noAutofit/>
          </a:bodyPr>
          <a:lstStyle>
            <a:lvl1pPr>
              <a:defRPr sz="1600">
                <a:latin typeface="Arial" panose="020B0604020202020204" pitchFamily="34" charset="0"/>
                <a:cs typeface="Arial" panose="020B0604020202020204" pitchFamily="34" charset="0"/>
              </a:defRPr>
            </a:lvl1pPr>
          </a:lstStyle>
          <a:p>
            <a:pPr lvl="0"/>
            <a:r>
              <a:rPr lang="es-ES" dirty="0" err="1"/>
              <a:t>Fig</a:t>
            </a:r>
            <a:r>
              <a:rPr lang="es-ES" dirty="0"/>
              <a:t> 34</a:t>
            </a:r>
            <a:endParaRPr lang="es-PE" dirty="0"/>
          </a:p>
        </p:txBody>
      </p:sp>
      <p:sp>
        <p:nvSpPr>
          <p:cNvPr id="12" name="Marcador de texto 15">
            <a:extLst>
              <a:ext uri="{FF2B5EF4-FFF2-40B4-BE49-F238E27FC236}">
                <a16:creationId xmlns:a16="http://schemas.microsoft.com/office/drawing/2014/main" id="{E8E367B3-319F-8FD9-1372-89947ED09B0A}"/>
              </a:ext>
            </a:extLst>
          </p:cNvPr>
          <p:cNvSpPr>
            <a:spLocks noGrp="1"/>
          </p:cNvSpPr>
          <p:nvPr>
            <p:ph type="body" sz="quarter" idx="19" hasCustomPrompt="1"/>
          </p:nvPr>
        </p:nvSpPr>
        <p:spPr>
          <a:xfrm>
            <a:off x="838200" y="6019587"/>
            <a:ext cx="3240000" cy="252000"/>
          </a:xfrm>
        </p:spPr>
        <p:txBody>
          <a:bodyPr anchor="ctr" anchorCtr="0">
            <a:noAutofit/>
          </a:bodyPr>
          <a:lstStyle>
            <a:lvl1pPr>
              <a:defRPr sz="1600">
                <a:latin typeface="Arial" panose="020B0604020202020204" pitchFamily="34" charset="0"/>
                <a:cs typeface="Arial" panose="020B0604020202020204" pitchFamily="34" charset="0"/>
              </a:defRPr>
            </a:lvl1pPr>
          </a:lstStyle>
          <a:p>
            <a:pPr lvl="0"/>
            <a:r>
              <a:rPr lang="es-ES" dirty="0"/>
              <a:t>Fuente: </a:t>
            </a:r>
            <a:endParaRPr lang="es-PE" dirty="0"/>
          </a:p>
        </p:txBody>
      </p:sp>
      <p:sp>
        <p:nvSpPr>
          <p:cNvPr id="13" name="Marcador de texto 15">
            <a:extLst>
              <a:ext uri="{FF2B5EF4-FFF2-40B4-BE49-F238E27FC236}">
                <a16:creationId xmlns:a16="http://schemas.microsoft.com/office/drawing/2014/main" id="{B38C76F9-BE0A-5FE7-2382-06ACEB7085BB}"/>
              </a:ext>
            </a:extLst>
          </p:cNvPr>
          <p:cNvSpPr>
            <a:spLocks noGrp="1"/>
          </p:cNvSpPr>
          <p:nvPr>
            <p:ph type="body" sz="quarter" idx="20" hasCustomPrompt="1"/>
          </p:nvPr>
        </p:nvSpPr>
        <p:spPr>
          <a:xfrm>
            <a:off x="6133800" y="6019587"/>
            <a:ext cx="2592000" cy="252000"/>
          </a:xfrm>
        </p:spPr>
        <p:txBody>
          <a:bodyPr anchor="ctr" anchorCtr="0">
            <a:noAutofit/>
          </a:bodyPr>
          <a:lstStyle>
            <a:lvl1pPr>
              <a:defRPr sz="1600">
                <a:latin typeface="Arial" panose="020B0604020202020204" pitchFamily="34" charset="0"/>
                <a:cs typeface="Arial" panose="020B0604020202020204" pitchFamily="34" charset="0"/>
              </a:defRPr>
            </a:lvl1pPr>
          </a:lstStyle>
          <a:p>
            <a:pPr lvl="0"/>
            <a:r>
              <a:rPr lang="es-ES" dirty="0"/>
              <a:t>Fuente: </a:t>
            </a:r>
            <a:endParaRPr lang="es-PE" dirty="0"/>
          </a:p>
        </p:txBody>
      </p:sp>
      <p:sp>
        <p:nvSpPr>
          <p:cNvPr id="14" name="Marcador de contenido 13">
            <a:extLst>
              <a:ext uri="{FF2B5EF4-FFF2-40B4-BE49-F238E27FC236}">
                <a16:creationId xmlns:a16="http://schemas.microsoft.com/office/drawing/2014/main" id="{2623F976-3B87-3E0F-47C2-BFAD1EDA8201}"/>
              </a:ext>
            </a:extLst>
          </p:cNvPr>
          <p:cNvSpPr>
            <a:spLocks noGrp="1"/>
          </p:cNvSpPr>
          <p:nvPr>
            <p:ph sz="quarter" idx="21"/>
          </p:nvPr>
        </p:nvSpPr>
        <p:spPr>
          <a:xfrm>
            <a:off x="8761800" y="1838325"/>
            <a:ext cx="2592000" cy="4140200"/>
          </a:xfrm>
        </p:spPr>
        <p:txBody>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15" name="Marcador de texto 15">
            <a:extLst>
              <a:ext uri="{FF2B5EF4-FFF2-40B4-BE49-F238E27FC236}">
                <a16:creationId xmlns:a16="http://schemas.microsoft.com/office/drawing/2014/main" id="{DBDCC3EC-5490-D540-0D4F-DBC70420A8E9}"/>
              </a:ext>
            </a:extLst>
          </p:cNvPr>
          <p:cNvSpPr>
            <a:spLocks noGrp="1"/>
          </p:cNvSpPr>
          <p:nvPr>
            <p:ph type="body" sz="quarter" idx="22" hasCustomPrompt="1"/>
          </p:nvPr>
        </p:nvSpPr>
        <p:spPr>
          <a:xfrm>
            <a:off x="8761800" y="6019587"/>
            <a:ext cx="2592000" cy="252000"/>
          </a:xfrm>
        </p:spPr>
        <p:txBody>
          <a:bodyPr anchor="ctr" anchorCtr="0">
            <a:noAutofit/>
          </a:bodyPr>
          <a:lstStyle>
            <a:lvl1pPr>
              <a:defRPr sz="1600">
                <a:latin typeface="Arial" panose="020B0604020202020204" pitchFamily="34" charset="0"/>
                <a:cs typeface="Arial" panose="020B0604020202020204" pitchFamily="34" charset="0"/>
              </a:defRPr>
            </a:lvl1pPr>
          </a:lstStyle>
          <a:p>
            <a:pPr lvl="0"/>
            <a:r>
              <a:rPr lang="es-ES" dirty="0"/>
              <a:t>Fuente: </a:t>
            </a:r>
            <a:endParaRPr lang="es-PE" dirty="0"/>
          </a:p>
        </p:txBody>
      </p:sp>
      <p:sp>
        <p:nvSpPr>
          <p:cNvPr id="16" name="Marcador de texto 15">
            <a:extLst>
              <a:ext uri="{FF2B5EF4-FFF2-40B4-BE49-F238E27FC236}">
                <a16:creationId xmlns:a16="http://schemas.microsoft.com/office/drawing/2014/main" id="{84EBAAB7-8A7E-0E41-7AA8-B260CC4BEEEC}"/>
              </a:ext>
            </a:extLst>
          </p:cNvPr>
          <p:cNvSpPr>
            <a:spLocks noGrp="1"/>
          </p:cNvSpPr>
          <p:nvPr>
            <p:ph type="body" sz="quarter" idx="23" hasCustomPrompt="1"/>
          </p:nvPr>
        </p:nvSpPr>
        <p:spPr>
          <a:xfrm>
            <a:off x="8761800" y="1545138"/>
            <a:ext cx="1440000" cy="252000"/>
          </a:xfrm>
        </p:spPr>
        <p:txBody>
          <a:bodyPr anchor="ctr" anchorCtr="0">
            <a:noAutofit/>
          </a:bodyPr>
          <a:lstStyle>
            <a:lvl1pPr>
              <a:defRPr sz="1600">
                <a:latin typeface="Arial" panose="020B0604020202020204" pitchFamily="34" charset="0"/>
                <a:cs typeface="Arial" panose="020B0604020202020204" pitchFamily="34" charset="0"/>
              </a:defRPr>
            </a:lvl1pPr>
          </a:lstStyle>
          <a:p>
            <a:pPr lvl="0"/>
            <a:r>
              <a:rPr lang="es-ES" dirty="0" err="1"/>
              <a:t>Fig</a:t>
            </a:r>
            <a:r>
              <a:rPr lang="es-ES" dirty="0"/>
              <a:t> 35</a:t>
            </a:r>
            <a:endParaRPr lang="es-PE" dirty="0"/>
          </a:p>
        </p:txBody>
      </p:sp>
    </p:spTree>
    <p:extLst>
      <p:ext uri="{BB962C8B-B14F-4D97-AF65-F5344CB8AC3E}">
        <p14:creationId xmlns:p14="http://schemas.microsoft.com/office/powerpoint/2010/main" val="251186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ítulo y objetos">
    <p:spTree>
      <p:nvGrpSpPr>
        <p:cNvPr id="1" name=""/>
        <p:cNvGrpSpPr/>
        <p:nvPr/>
      </p:nvGrpSpPr>
      <p:grpSpPr>
        <a:xfrm>
          <a:off x="0" y="0"/>
          <a:ext cx="0" cy="0"/>
          <a:chOff x="0" y="0"/>
          <a:chExt cx="0" cy="0"/>
        </a:xfrm>
      </p:grpSpPr>
      <p:sp>
        <p:nvSpPr>
          <p:cNvPr id="2" name="Título 1"/>
          <p:cNvSpPr>
            <a:spLocks noGrp="1"/>
          </p:cNvSpPr>
          <p:nvPr>
            <p:ph type="title"/>
          </p:nvPr>
        </p:nvSpPr>
        <p:spPr>
          <a:xfrm>
            <a:off x="838200" y="365125"/>
            <a:ext cx="8640000" cy="900000"/>
          </a:xfrm>
          <a:solidFill>
            <a:schemeClr val="accent6"/>
          </a:solidFill>
          <a:ln>
            <a:noFill/>
          </a:ln>
          <a:effectLst>
            <a:outerShdw blurRad="152400" dist="317500" dir="5400000" sx="90000" sy="-19000" rotWithShape="0">
              <a:prstClr val="black">
                <a:alpha val="15000"/>
              </a:prstClr>
            </a:outerShdw>
          </a:effectLst>
          <a:scene3d>
            <a:camera prst="orthographicFront"/>
            <a:lightRig rig="threePt" dir="t"/>
          </a:scene3d>
          <a:sp3d prstMaterial="plastic">
            <a:bevelT/>
          </a:sp3d>
        </p:spPr>
        <p:style>
          <a:lnRef idx="1">
            <a:schemeClr val="accent3"/>
          </a:lnRef>
          <a:fillRef idx="3">
            <a:schemeClr val="accent3"/>
          </a:fillRef>
          <a:effectRef idx="2">
            <a:schemeClr val="accent3"/>
          </a:effectRef>
          <a:fontRef idx="minor">
            <a:schemeClr val="lt1"/>
          </a:fontRef>
        </p:style>
        <p:txBody>
          <a:bodyPr>
            <a:normAutofit/>
          </a:bodyPr>
          <a:lstStyle>
            <a:lvl1pPr>
              <a:defRPr sz="2400">
                <a:solidFill>
                  <a:schemeClr val="bg2">
                    <a:lumMod val="10000"/>
                  </a:schemeClr>
                </a:solidFill>
                <a:latin typeface="Algerian" panose="04020705040A02060702" pitchFamily="82" charset="0"/>
              </a:defRPr>
            </a:lvl1pPr>
          </a:lstStyle>
          <a:p>
            <a:r>
              <a:rPr lang="es-ES" dirty="0"/>
              <a:t>Haga clic para modificar el estilo de título del patrón</a:t>
            </a:r>
          </a:p>
        </p:txBody>
      </p:sp>
      <p:sp>
        <p:nvSpPr>
          <p:cNvPr id="3" name="Marcador de contenido 2"/>
          <p:cNvSpPr>
            <a:spLocks noGrp="1"/>
          </p:cNvSpPr>
          <p:nvPr>
            <p:ph idx="1"/>
          </p:nvPr>
        </p:nvSpPr>
        <p:spPr>
          <a:xfrm>
            <a:off x="838200" y="1545138"/>
            <a:ext cx="5220000" cy="4752000"/>
          </a:xfrm>
          <a:ln>
            <a:solidFill>
              <a:schemeClr val="tx1"/>
            </a:solidFill>
          </a:ln>
        </p:spPr>
        <p:txBody>
          <a:body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8" name="Marcador de texto 7">
            <a:extLst>
              <a:ext uri="{FF2B5EF4-FFF2-40B4-BE49-F238E27FC236}">
                <a16:creationId xmlns:a16="http://schemas.microsoft.com/office/drawing/2014/main" id="{982E0ADE-76C7-8AAF-E435-5594A42F7390}"/>
              </a:ext>
            </a:extLst>
          </p:cNvPr>
          <p:cNvSpPr>
            <a:spLocks noGrp="1"/>
          </p:cNvSpPr>
          <p:nvPr>
            <p:ph type="body" sz="quarter" idx="13" hasCustomPrompt="1"/>
          </p:nvPr>
        </p:nvSpPr>
        <p:spPr>
          <a:xfrm>
            <a:off x="838200" y="6356350"/>
            <a:ext cx="2743200" cy="365125"/>
          </a:xfrm>
          <a:solidFill>
            <a:schemeClr val="bg1">
              <a:lumMod val="65000"/>
            </a:schemeClr>
          </a:solidFill>
          <a:ln>
            <a:solidFill>
              <a:schemeClr val="tx1"/>
            </a:solidFill>
          </a:ln>
        </p:spPr>
        <p:style>
          <a:lnRef idx="1">
            <a:schemeClr val="accent3"/>
          </a:lnRef>
          <a:fillRef idx="3">
            <a:schemeClr val="accent3"/>
          </a:fillRef>
          <a:effectRef idx="2">
            <a:schemeClr val="accent3"/>
          </a:effectRef>
          <a:fontRef idx="minor">
            <a:schemeClr val="lt1"/>
          </a:fontRef>
        </p:style>
        <p:txBody>
          <a:bodyPr anchor="ctr" anchorCtr="0">
            <a:noAutofit/>
          </a:bodyPr>
          <a:lstStyle>
            <a:lvl1pPr>
              <a:defRPr sz="1200">
                <a:solidFill>
                  <a:schemeClr val="tx1"/>
                </a:solidFill>
              </a:defRPr>
            </a:lvl1pPr>
            <a:lvl2pPr>
              <a:defRPr sz="1200"/>
            </a:lvl2pPr>
            <a:lvl3pPr>
              <a:defRPr sz="1200"/>
            </a:lvl3pPr>
            <a:lvl4pPr>
              <a:defRPr sz="1200"/>
            </a:lvl4pPr>
            <a:lvl5pPr>
              <a:defRPr sz="1200"/>
            </a:lvl5pPr>
          </a:lstStyle>
          <a:p>
            <a:pPr lvl="0"/>
            <a:r>
              <a:rPr lang="es-ES" dirty="0"/>
              <a:t>24/04/24</a:t>
            </a:r>
            <a:endParaRPr lang="es-PE" dirty="0"/>
          </a:p>
        </p:txBody>
      </p:sp>
      <p:sp>
        <p:nvSpPr>
          <p:cNvPr id="9" name="Marcador de texto 7">
            <a:extLst>
              <a:ext uri="{FF2B5EF4-FFF2-40B4-BE49-F238E27FC236}">
                <a16:creationId xmlns:a16="http://schemas.microsoft.com/office/drawing/2014/main" id="{89E4DE91-6105-7358-3B01-98277EF1F9F1}"/>
              </a:ext>
            </a:extLst>
          </p:cNvPr>
          <p:cNvSpPr>
            <a:spLocks noGrp="1"/>
          </p:cNvSpPr>
          <p:nvPr>
            <p:ph type="body" sz="quarter" idx="14" hasCustomPrompt="1"/>
          </p:nvPr>
        </p:nvSpPr>
        <p:spPr>
          <a:xfrm>
            <a:off x="8610600" y="6356350"/>
            <a:ext cx="2743200" cy="365125"/>
          </a:xfrm>
          <a:solidFill>
            <a:schemeClr val="bg1">
              <a:lumMod val="65000"/>
            </a:schemeClr>
          </a:solidFill>
          <a:ln>
            <a:solidFill>
              <a:schemeClr val="tx1"/>
            </a:solidFill>
          </a:ln>
        </p:spPr>
        <p:style>
          <a:lnRef idx="1">
            <a:schemeClr val="accent3"/>
          </a:lnRef>
          <a:fillRef idx="3">
            <a:schemeClr val="accent3"/>
          </a:fillRef>
          <a:effectRef idx="2">
            <a:schemeClr val="accent3"/>
          </a:effectRef>
          <a:fontRef idx="minor">
            <a:schemeClr val="lt1"/>
          </a:fontRef>
        </p:style>
        <p:txBody>
          <a:bodyPr anchor="ctr" anchorCtr="0">
            <a:noAutofit/>
          </a:bodyPr>
          <a:lstStyle>
            <a:lvl1pPr>
              <a:defRPr sz="1200">
                <a:solidFill>
                  <a:schemeClr val="tx1"/>
                </a:solidFill>
              </a:defRPr>
            </a:lvl1pPr>
            <a:lvl2pPr>
              <a:defRPr sz="1200"/>
            </a:lvl2pPr>
            <a:lvl3pPr>
              <a:defRPr sz="1200"/>
            </a:lvl3pPr>
            <a:lvl4pPr>
              <a:defRPr sz="1200"/>
            </a:lvl4pPr>
            <a:lvl5pPr>
              <a:defRPr sz="1200"/>
            </a:lvl5pPr>
          </a:lstStyle>
          <a:p>
            <a:pPr lvl="0"/>
            <a:r>
              <a:rPr lang="es-ES" dirty="0"/>
              <a:t># de diapositiva</a:t>
            </a:r>
            <a:endParaRPr lang="es-PE" dirty="0"/>
          </a:p>
        </p:txBody>
      </p:sp>
      <p:sp>
        <p:nvSpPr>
          <p:cNvPr id="11" name="Marcador de texto 7">
            <a:extLst>
              <a:ext uri="{FF2B5EF4-FFF2-40B4-BE49-F238E27FC236}">
                <a16:creationId xmlns:a16="http://schemas.microsoft.com/office/drawing/2014/main" id="{E43C1202-6346-BAA4-1115-9E7BEA11769A}"/>
              </a:ext>
            </a:extLst>
          </p:cNvPr>
          <p:cNvSpPr>
            <a:spLocks noGrp="1"/>
          </p:cNvSpPr>
          <p:nvPr>
            <p:ph type="body" sz="quarter" idx="15" hasCustomPrompt="1"/>
          </p:nvPr>
        </p:nvSpPr>
        <p:spPr>
          <a:xfrm>
            <a:off x="4038600" y="6356350"/>
            <a:ext cx="4114800" cy="365125"/>
          </a:xfrm>
          <a:solidFill>
            <a:schemeClr val="bg1">
              <a:lumMod val="65000"/>
            </a:schemeClr>
          </a:solidFill>
          <a:ln>
            <a:solidFill>
              <a:schemeClr val="tx1"/>
            </a:solidFill>
          </a:ln>
        </p:spPr>
        <p:style>
          <a:lnRef idx="1">
            <a:schemeClr val="accent3"/>
          </a:lnRef>
          <a:fillRef idx="3">
            <a:schemeClr val="accent3"/>
          </a:fillRef>
          <a:effectRef idx="2">
            <a:schemeClr val="accent3"/>
          </a:effectRef>
          <a:fontRef idx="minor">
            <a:schemeClr val="lt1"/>
          </a:fontRef>
        </p:style>
        <p:txBody>
          <a:bodyPr anchor="ctr" anchorCtr="0">
            <a:noAutofit/>
          </a:bodyPr>
          <a:lstStyle>
            <a:lvl1pPr>
              <a:defRPr sz="1200">
                <a:solidFill>
                  <a:schemeClr val="tx1"/>
                </a:solidFill>
              </a:defRPr>
            </a:lvl1pPr>
            <a:lvl2pPr>
              <a:defRPr sz="1200"/>
            </a:lvl2pPr>
            <a:lvl3pPr>
              <a:defRPr sz="1200"/>
            </a:lvl3pPr>
            <a:lvl4pPr>
              <a:defRPr sz="1200"/>
            </a:lvl4pPr>
            <a:lvl5pPr>
              <a:defRPr sz="1200"/>
            </a:lvl5pPr>
          </a:lstStyle>
          <a:p>
            <a:pPr lvl="0"/>
            <a:r>
              <a:rPr lang="es-ES" dirty="0"/>
              <a:t>Módulo I - K.V.C.P</a:t>
            </a:r>
            <a:endParaRPr lang="es-PE" dirty="0"/>
          </a:p>
        </p:txBody>
      </p:sp>
      <p:sp>
        <p:nvSpPr>
          <p:cNvPr id="4" name="Marcador de contenido 2">
            <a:extLst>
              <a:ext uri="{FF2B5EF4-FFF2-40B4-BE49-F238E27FC236}">
                <a16:creationId xmlns:a16="http://schemas.microsoft.com/office/drawing/2014/main" id="{E5EA95C4-5659-064D-C0B3-E9E03A396562}"/>
              </a:ext>
            </a:extLst>
          </p:cNvPr>
          <p:cNvSpPr>
            <a:spLocks noGrp="1"/>
          </p:cNvSpPr>
          <p:nvPr>
            <p:ph idx="16"/>
          </p:nvPr>
        </p:nvSpPr>
        <p:spPr>
          <a:xfrm>
            <a:off x="6133800" y="1545138"/>
            <a:ext cx="5220000" cy="4752000"/>
          </a:xfrm>
          <a:ln>
            <a:solidFill>
              <a:schemeClr val="tx1"/>
            </a:solidFill>
          </a:ln>
        </p:spPr>
        <p:txBody>
          <a:body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cxnSp>
        <p:nvCxnSpPr>
          <p:cNvPr id="5" name="Conector recto 4">
            <a:extLst>
              <a:ext uri="{FF2B5EF4-FFF2-40B4-BE49-F238E27FC236}">
                <a16:creationId xmlns:a16="http://schemas.microsoft.com/office/drawing/2014/main" id="{46841140-73C3-E63A-9A85-B435F2124558}"/>
              </a:ext>
            </a:extLst>
          </p:cNvPr>
          <p:cNvCxnSpPr/>
          <p:nvPr userDrawn="1"/>
        </p:nvCxnSpPr>
        <p:spPr>
          <a:xfrm>
            <a:off x="11183" y="1406769"/>
            <a:ext cx="12168000" cy="0"/>
          </a:xfrm>
          <a:prstGeom prst="line">
            <a:avLst/>
          </a:prstGeom>
          <a:ln w="104775" cmpd="tri">
            <a:solidFill>
              <a:schemeClr val="tx1">
                <a:lumMod val="50000"/>
                <a:lumOff val="50000"/>
              </a:schemeClr>
            </a:solidFill>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004462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Título y objetos">
    <p:spTree>
      <p:nvGrpSpPr>
        <p:cNvPr id="1" name=""/>
        <p:cNvGrpSpPr/>
        <p:nvPr/>
      </p:nvGrpSpPr>
      <p:grpSpPr>
        <a:xfrm>
          <a:off x="0" y="0"/>
          <a:ext cx="0" cy="0"/>
          <a:chOff x="0" y="0"/>
          <a:chExt cx="0" cy="0"/>
        </a:xfrm>
      </p:grpSpPr>
      <p:sp>
        <p:nvSpPr>
          <p:cNvPr id="2" name="Título 1"/>
          <p:cNvSpPr>
            <a:spLocks noGrp="1"/>
          </p:cNvSpPr>
          <p:nvPr>
            <p:ph type="title"/>
          </p:nvPr>
        </p:nvSpPr>
        <p:spPr>
          <a:xfrm>
            <a:off x="838200" y="365125"/>
            <a:ext cx="8640000" cy="900000"/>
          </a:xfrm>
          <a:solidFill>
            <a:schemeClr val="accent6"/>
          </a:solidFill>
          <a:ln>
            <a:noFill/>
          </a:ln>
          <a:effectLst>
            <a:outerShdw blurRad="152400" dist="317500" dir="5400000" sx="90000" sy="-19000" rotWithShape="0">
              <a:prstClr val="black">
                <a:alpha val="15000"/>
              </a:prstClr>
            </a:outerShdw>
          </a:effectLst>
          <a:scene3d>
            <a:camera prst="orthographicFront"/>
            <a:lightRig rig="threePt" dir="t"/>
          </a:scene3d>
          <a:sp3d prstMaterial="plastic">
            <a:bevelT/>
          </a:sp3d>
        </p:spPr>
        <p:style>
          <a:lnRef idx="1">
            <a:schemeClr val="accent3"/>
          </a:lnRef>
          <a:fillRef idx="3">
            <a:schemeClr val="accent3"/>
          </a:fillRef>
          <a:effectRef idx="2">
            <a:schemeClr val="accent3"/>
          </a:effectRef>
          <a:fontRef idx="minor">
            <a:schemeClr val="lt1"/>
          </a:fontRef>
        </p:style>
        <p:txBody>
          <a:bodyPr>
            <a:normAutofit/>
          </a:bodyPr>
          <a:lstStyle>
            <a:lvl1pPr>
              <a:defRPr sz="2400">
                <a:solidFill>
                  <a:schemeClr val="bg2">
                    <a:lumMod val="10000"/>
                  </a:schemeClr>
                </a:solidFill>
                <a:latin typeface="Algerian" panose="04020705040A02060702" pitchFamily="82" charset="0"/>
              </a:defRPr>
            </a:lvl1pPr>
          </a:lstStyle>
          <a:p>
            <a:r>
              <a:rPr lang="es-ES" dirty="0"/>
              <a:t>Haga clic para modificar el estilo de título del patrón</a:t>
            </a:r>
          </a:p>
        </p:txBody>
      </p:sp>
      <p:sp>
        <p:nvSpPr>
          <p:cNvPr id="3" name="Marcador de contenido 2"/>
          <p:cNvSpPr>
            <a:spLocks noGrp="1"/>
          </p:cNvSpPr>
          <p:nvPr>
            <p:ph idx="1"/>
          </p:nvPr>
        </p:nvSpPr>
        <p:spPr>
          <a:xfrm>
            <a:off x="838200" y="1545138"/>
            <a:ext cx="5220000" cy="4752000"/>
          </a:xfrm>
          <a:ln>
            <a:solidFill>
              <a:schemeClr val="tx1"/>
            </a:solidFill>
          </a:ln>
        </p:spPr>
        <p:txBody>
          <a:body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8" name="Marcador de texto 7">
            <a:extLst>
              <a:ext uri="{FF2B5EF4-FFF2-40B4-BE49-F238E27FC236}">
                <a16:creationId xmlns:a16="http://schemas.microsoft.com/office/drawing/2014/main" id="{982E0ADE-76C7-8AAF-E435-5594A42F7390}"/>
              </a:ext>
            </a:extLst>
          </p:cNvPr>
          <p:cNvSpPr>
            <a:spLocks noGrp="1"/>
          </p:cNvSpPr>
          <p:nvPr>
            <p:ph type="body" sz="quarter" idx="13" hasCustomPrompt="1"/>
          </p:nvPr>
        </p:nvSpPr>
        <p:spPr>
          <a:xfrm>
            <a:off x="838200" y="6356350"/>
            <a:ext cx="2743200" cy="365125"/>
          </a:xfrm>
          <a:solidFill>
            <a:schemeClr val="bg1">
              <a:lumMod val="65000"/>
            </a:schemeClr>
          </a:solidFill>
          <a:ln>
            <a:solidFill>
              <a:schemeClr val="tx1"/>
            </a:solidFill>
          </a:ln>
        </p:spPr>
        <p:style>
          <a:lnRef idx="1">
            <a:schemeClr val="accent3"/>
          </a:lnRef>
          <a:fillRef idx="3">
            <a:schemeClr val="accent3"/>
          </a:fillRef>
          <a:effectRef idx="2">
            <a:schemeClr val="accent3"/>
          </a:effectRef>
          <a:fontRef idx="minor">
            <a:schemeClr val="lt1"/>
          </a:fontRef>
        </p:style>
        <p:txBody>
          <a:bodyPr anchor="ctr" anchorCtr="0">
            <a:noAutofit/>
          </a:bodyPr>
          <a:lstStyle>
            <a:lvl1pPr>
              <a:defRPr sz="1200">
                <a:solidFill>
                  <a:schemeClr val="tx1"/>
                </a:solidFill>
              </a:defRPr>
            </a:lvl1pPr>
            <a:lvl2pPr>
              <a:defRPr sz="1200"/>
            </a:lvl2pPr>
            <a:lvl3pPr>
              <a:defRPr sz="1200"/>
            </a:lvl3pPr>
            <a:lvl4pPr>
              <a:defRPr sz="1200"/>
            </a:lvl4pPr>
            <a:lvl5pPr>
              <a:defRPr sz="1200"/>
            </a:lvl5pPr>
          </a:lstStyle>
          <a:p>
            <a:pPr lvl="0"/>
            <a:r>
              <a:rPr lang="es-ES" dirty="0"/>
              <a:t>24/04/24</a:t>
            </a:r>
            <a:endParaRPr lang="es-PE" dirty="0"/>
          </a:p>
        </p:txBody>
      </p:sp>
      <p:sp>
        <p:nvSpPr>
          <p:cNvPr id="9" name="Marcador de texto 7">
            <a:extLst>
              <a:ext uri="{FF2B5EF4-FFF2-40B4-BE49-F238E27FC236}">
                <a16:creationId xmlns:a16="http://schemas.microsoft.com/office/drawing/2014/main" id="{89E4DE91-6105-7358-3B01-98277EF1F9F1}"/>
              </a:ext>
            </a:extLst>
          </p:cNvPr>
          <p:cNvSpPr>
            <a:spLocks noGrp="1"/>
          </p:cNvSpPr>
          <p:nvPr>
            <p:ph type="body" sz="quarter" idx="14" hasCustomPrompt="1"/>
          </p:nvPr>
        </p:nvSpPr>
        <p:spPr>
          <a:xfrm>
            <a:off x="8610600" y="6356350"/>
            <a:ext cx="2743200" cy="365125"/>
          </a:xfrm>
          <a:solidFill>
            <a:schemeClr val="bg1">
              <a:lumMod val="65000"/>
            </a:schemeClr>
          </a:solidFill>
          <a:ln>
            <a:solidFill>
              <a:schemeClr val="tx1"/>
            </a:solidFill>
          </a:ln>
        </p:spPr>
        <p:style>
          <a:lnRef idx="1">
            <a:schemeClr val="accent3"/>
          </a:lnRef>
          <a:fillRef idx="3">
            <a:schemeClr val="accent3"/>
          </a:fillRef>
          <a:effectRef idx="2">
            <a:schemeClr val="accent3"/>
          </a:effectRef>
          <a:fontRef idx="minor">
            <a:schemeClr val="lt1"/>
          </a:fontRef>
        </p:style>
        <p:txBody>
          <a:bodyPr anchor="ctr" anchorCtr="0">
            <a:noAutofit/>
          </a:bodyPr>
          <a:lstStyle>
            <a:lvl1pPr>
              <a:defRPr sz="1200">
                <a:solidFill>
                  <a:schemeClr val="tx1"/>
                </a:solidFill>
              </a:defRPr>
            </a:lvl1pPr>
            <a:lvl2pPr>
              <a:defRPr sz="1200"/>
            </a:lvl2pPr>
            <a:lvl3pPr>
              <a:defRPr sz="1200"/>
            </a:lvl3pPr>
            <a:lvl4pPr>
              <a:defRPr sz="1200"/>
            </a:lvl4pPr>
            <a:lvl5pPr>
              <a:defRPr sz="1200"/>
            </a:lvl5pPr>
          </a:lstStyle>
          <a:p>
            <a:pPr lvl="0"/>
            <a:r>
              <a:rPr lang="es-ES" dirty="0"/>
              <a:t># de diapositiva</a:t>
            </a:r>
            <a:endParaRPr lang="es-PE" dirty="0"/>
          </a:p>
        </p:txBody>
      </p:sp>
      <p:sp>
        <p:nvSpPr>
          <p:cNvPr id="11" name="Marcador de texto 7">
            <a:extLst>
              <a:ext uri="{FF2B5EF4-FFF2-40B4-BE49-F238E27FC236}">
                <a16:creationId xmlns:a16="http://schemas.microsoft.com/office/drawing/2014/main" id="{E43C1202-6346-BAA4-1115-9E7BEA11769A}"/>
              </a:ext>
            </a:extLst>
          </p:cNvPr>
          <p:cNvSpPr>
            <a:spLocks noGrp="1"/>
          </p:cNvSpPr>
          <p:nvPr>
            <p:ph type="body" sz="quarter" idx="15" hasCustomPrompt="1"/>
          </p:nvPr>
        </p:nvSpPr>
        <p:spPr>
          <a:xfrm>
            <a:off x="4038600" y="6356350"/>
            <a:ext cx="4114800" cy="365125"/>
          </a:xfrm>
          <a:solidFill>
            <a:schemeClr val="bg1">
              <a:lumMod val="65000"/>
            </a:schemeClr>
          </a:solidFill>
          <a:ln>
            <a:solidFill>
              <a:schemeClr val="tx1"/>
            </a:solidFill>
          </a:ln>
        </p:spPr>
        <p:style>
          <a:lnRef idx="1">
            <a:schemeClr val="accent3"/>
          </a:lnRef>
          <a:fillRef idx="3">
            <a:schemeClr val="accent3"/>
          </a:fillRef>
          <a:effectRef idx="2">
            <a:schemeClr val="accent3"/>
          </a:effectRef>
          <a:fontRef idx="minor">
            <a:schemeClr val="lt1"/>
          </a:fontRef>
        </p:style>
        <p:txBody>
          <a:bodyPr anchor="ctr" anchorCtr="0">
            <a:noAutofit/>
          </a:bodyPr>
          <a:lstStyle>
            <a:lvl1pPr>
              <a:defRPr sz="1200">
                <a:solidFill>
                  <a:schemeClr val="tx1"/>
                </a:solidFill>
              </a:defRPr>
            </a:lvl1pPr>
            <a:lvl2pPr>
              <a:defRPr sz="1200"/>
            </a:lvl2pPr>
            <a:lvl3pPr>
              <a:defRPr sz="1200"/>
            </a:lvl3pPr>
            <a:lvl4pPr>
              <a:defRPr sz="1200"/>
            </a:lvl4pPr>
            <a:lvl5pPr>
              <a:defRPr sz="1200"/>
            </a:lvl5pPr>
          </a:lstStyle>
          <a:p>
            <a:pPr lvl="0"/>
            <a:r>
              <a:rPr lang="es-ES" dirty="0"/>
              <a:t>Módulo I - K.V.C.P</a:t>
            </a:r>
            <a:endParaRPr lang="es-PE" dirty="0"/>
          </a:p>
        </p:txBody>
      </p:sp>
      <p:sp>
        <p:nvSpPr>
          <p:cNvPr id="4" name="Marcador de contenido 2">
            <a:extLst>
              <a:ext uri="{FF2B5EF4-FFF2-40B4-BE49-F238E27FC236}">
                <a16:creationId xmlns:a16="http://schemas.microsoft.com/office/drawing/2014/main" id="{E5EA95C4-5659-064D-C0B3-E9E03A396562}"/>
              </a:ext>
            </a:extLst>
          </p:cNvPr>
          <p:cNvSpPr>
            <a:spLocks noGrp="1"/>
          </p:cNvSpPr>
          <p:nvPr>
            <p:ph idx="16"/>
          </p:nvPr>
        </p:nvSpPr>
        <p:spPr>
          <a:xfrm>
            <a:off x="6133800" y="1545138"/>
            <a:ext cx="5220000" cy="4752000"/>
          </a:xfrm>
          <a:ln>
            <a:solidFill>
              <a:schemeClr val="tx1"/>
            </a:solidFill>
          </a:ln>
        </p:spPr>
        <p:txBody>
          <a:body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cxnSp>
        <p:nvCxnSpPr>
          <p:cNvPr id="5" name="Conector recto 4">
            <a:extLst>
              <a:ext uri="{FF2B5EF4-FFF2-40B4-BE49-F238E27FC236}">
                <a16:creationId xmlns:a16="http://schemas.microsoft.com/office/drawing/2014/main" id="{46841140-73C3-E63A-9A85-B435F2124558}"/>
              </a:ext>
            </a:extLst>
          </p:cNvPr>
          <p:cNvCxnSpPr/>
          <p:nvPr userDrawn="1"/>
        </p:nvCxnSpPr>
        <p:spPr>
          <a:xfrm>
            <a:off x="11183" y="1406769"/>
            <a:ext cx="12168000" cy="0"/>
          </a:xfrm>
          <a:prstGeom prst="line">
            <a:avLst/>
          </a:prstGeom>
          <a:ln w="104775" cmpd="tri">
            <a:solidFill>
              <a:schemeClr val="tx1">
                <a:lumMod val="50000"/>
                <a:lumOff val="50000"/>
              </a:schemeClr>
            </a:solidFill>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7373696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231CB2-8F63-4ACB-AA28-38CB9C3B0788}" type="datetimeFigureOut">
              <a:rPr lang="es-ES" smtClean="0"/>
              <a:t>26/04/2024</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A79FA8-4D08-4E50-BBA2-D88CCB263461}" type="slidenum">
              <a:rPr lang="es-ES" smtClean="0"/>
              <a:t>‹Nº›</a:t>
            </a:fld>
            <a:endParaRPr lang="es-ES"/>
          </a:p>
        </p:txBody>
      </p:sp>
    </p:spTree>
    <p:extLst>
      <p:ext uri="{BB962C8B-B14F-4D97-AF65-F5344CB8AC3E}">
        <p14:creationId xmlns:p14="http://schemas.microsoft.com/office/powerpoint/2010/main" val="298081964"/>
      </p:ext>
    </p:extLst>
  </p:cSld>
  <p:clrMap bg1="lt1" tx1="dk1" bg2="lt2" tx2="dk2" accent1="accent1" accent2="accent2" accent3="accent3" accent4="accent4" accent5="accent5" accent6="accent6" hlink="hlink" folHlink="folHlink"/>
  <p:sldLayoutIdLst>
    <p:sldLayoutId id="2147483649" r:id="rId1"/>
    <p:sldLayoutId id="2147483661" r:id="rId2"/>
    <p:sldLayoutId id="2147483650" r:id="rId3"/>
    <p:sldLayoutId id="2147483662" r:id="rId4"/>
    <p:sldLayoutId id="2147483660" r:id="rId5"/>
    <p:sldLayoutId id="2147483665" r:id="rId6"/>
    <p:sldLayoutId id="2147483663" r:id="rId7"/>
    <p:sldLayoutId id="2147483664"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5802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ES" dirty="0">
                <a:solidFill>
                  <a:srgbClr val="00F3B5"/>
                </a:solidFill>
                <a:latin typeface="Prompt" panose="00000800000000000000" pitchFamily="2" charset="-34"/>
                <a:cs typeface="Prompt" panose="00000800000000000000" pitchFamily="2" charset="-34"/>
              </a:rPr>
              <a:t>Módulo 1</a:t>
            </a:r>
          </a:p>
        </p:txBody>
      </p:sp>
      <p:sp>
        <p:nvSpPr>
          <p:cNvPr id="6" name="Marcador de texto 5">
            <a:extLst>
              <a:ext uri="{FF2B5EF4-FFF2-40B4-BE49-F238E27FC236}">
                <a16:creationId xmlns:a16="http://schemas.microsoft.com/office/drawing/2014/main" id="{736A3EB6-DB85-708F-3A33-590DBCE85948}"/>
              </a:ext>
            </a:extLst>
          </p:cNvPr>
          <p:cNvSpPr>
            <a:spLocks noGrp="1"/>
          </p:cNvSpPr>
          <p:nvPr>
            <p:ph type="body" sz="quarter" idx="13"/>
          </p:nvPr>
        </p:nvSpPr>
        <p:spPr/>
        <p:txBody>
          <a:bodyPr/>
          <a:lstStyle/>
          <a:p>
            <a:r>
              <a:rPr lang="es-ES" dirty="0">
                <a:solidFill>
                  <a:schemeClr val="bg1"/>
                </a:solidFill>
                <a:latin typeface="Prompt" panose="00000800000000000000" pitchFamily="2" charset="-34"/>
                <a:cs typeface="Prompt" panose="00000800000000000000" pitchFamily="2" charset="-34"/>
              </a:rPr>
              <a:t>Minería y desarrollo económico.</a:t>
            </a:r>
          </a:p>
          <a:p>
            <a:r>
              <a:rPr lang="es-ES" dirty="0">
                <a:solidFill>
                  <a:schemeClr val="bg1"/>
                </a:solidFill>
                <a:latin typeface="Prompt" panose="00000800000000000000" pitchFamily="2" charset="-34"/>
                <a:cs typeface="Prompt" panose="00000800000000000000" pitchFamily="2" charset="-34"/>
              </a:rPr>
              <a:t>Minería subterránea – Marco Nacional.</a:t>
            </a:r>
          </a:p>
          <a:p>
            <a:r>
              <a:rPr lang="es-ES" dirty="0">
                <a:solidFill>
                  <a:schemeClr val="bg1"/>
                </a:solidFill>
                <a:latin typeface="Prompt" panose="00000800000000000000" pitchFamily="2" charset="-34"/>
                <a:cs typeface="Prompt" panose="00000800000000000000" pitchFamily="2" charset="-34"/>
              </a:rPr>
              <a:t>Precio del cobre.</a:t>
            </a:r>
            <a:endParaRPr lang="es-ES" dirty="0"/>
          </a:p>
          <a:p>
            <a:endParaRPr lang="es-PE" dirty="0"/>
          </a:p>
        </p:txBody>
      </p:sp>
    </p:spTree>
    <p:extLst>
      <p:ext uri="{BB962C8B-B14F-4D97-AF65-F5344CB8AC3E}">
        <p14:creationId xmlns:p14="http://schemas.microsoft.com/office/powerpoint/2010/main" val="10713368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31EB0306-4C6E-0429-02A2-3AC84DAFD1D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520" r="9213"/>
          <a:stretch/>
        </p:blipFill>
        <p:spPr bwMode="auto">
          <a:xfrm>
            <a:off x="3502986" y="0"/>
            <a:ext cx="8668513" cy="6858000"/>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24">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p:cNvSpPr>
            <a:spLocks noGrp="1"/>
          </p:cNvSpPr>
          <p:nvPr>
            <p:ph type="ctrTitle"/>
          </p:nvPr>
        </p:nvSpPr>
        <p:spPr>
          <a:xfrm>
            <a:off x="477981" y="1122363"/>
            <a:ext cx="4023360" cy="3204134"/>
          </a:xfrm>
        </p:spPr>
        <p:txBody>
          <a:bodyPr anchor="b">
            <a:normAutofit/>
          </a:bodyPr>
          <a:lstStyle/>
          <a:p>
            <a:pPr algn="l"/>
            <a:r>
              <a:rPr lang="es-ES" sz="4800" dirty="0">
                <a:solidFill>
                  <a:schemeClr val="bg1"/>
                </a:solidFill>
                <a:latin typeface="Prompt" panose="00000800000000000000" pitchFamily="2" charset="-34"/>
                <a:cs typeface="Prompt" panose="00000800000000000000" pitchFamily="2" charset="-34"/>
              </a:rPr>
              <a:t>Precio del Cobre.</a:t>
            </a:r>
          </a:p>
        </p:txBody>
      </p:sp>
      <p:sp>
        <p:nvSpPr>
          <p:cNvPr id="27" name="Rectangle 26">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9" name="Rectangle 28">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9166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ítulo 10">
            <a:extLst>
              <a:ext uri="{FF2B5EF4-FFF2-40B4-BE49-F238E27FC236}">
                <a16:creationId xmlns:a16="http://schemas.microsoft.com/office/drawing/2014/main" id="{B552267C-325C-BC65-EBBF-B350B87BC8A2}"/>
              </a:ext>
            </a:extLst>
          </p:cNvPr>
          <p:cNvSpPr>
            <a:spLocks noGrp="1"/>
          </p:cNvSpPr>
          <p:nvPr>
            <p:ph type="title"/>
          </p:nvPr>
        </p:nvSpPr>
        <p:spPr/>
        <p:txBody>
          <a:bodyPr/>
          <a:lstStyle/>
          <a:p>
            <a:r>
              <a:rPr lang="es-ES" dirty="0"/>
              <a:t>Usos del cobre.</a:t>
            </a:r>
            <a:endParaRPr lang="es-PE" dirty="0"/>
          </a:p>
        </p:txBody>
      </p:sp>
      <p:graphicFrame>
        <p:nvGraphicFramePr>
          <p:cNvPr id="16" name="Marcador de contenido 15">
            <a:extLst>
              <a:ext uri="{FF2B5EF4-FFF2-40B4-BE49-F238E27FC236}">
                <a16:creationId xmlns:a16="http://schemas.microsoft.com/office/drawing/2014/main" id="{5598160D-3CF1-FA8B-4220-EB4042D65DBD}"/>
              </a:ext>
            </a:extLst>
          </p:cNvPr>
          <p:cNvGraphicFramePr>
            <a:graphicFrameLocks noGrp="1"/>
          </p:cNvGraphicFramePr>
          <p:nvPr>
            <p:ph idx="1"/>
            <p:extLst>
              <p:ext uri="{D42A27DB-BD31-4B8C-83A1-F6EECF244321}">
                <p14:modId xmlns:p14="http://schemas.microsoft.com/office/powerpoint/2010/main" val="3372869951"/>
              </p:ext>
            </p:extLst>
          </p:nvPr>
        </p:nvGraphicFramePr>
        <p:xfrm>
          <a:off x="838200" y="1838325"/>
          <a:ext cx="5219700" cy="4140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7" name="Marcador de texto 16">
            <a:extLst>
              <a:ext uri="{FF2B5EF4-FFF2-40B4-BE49-F238E27FC236}">
                <a16:creationId xmlns:a16="http://schemas.microsoft.com/office/drawing/2014/main" id="{7F0F73C6-F4EE-333A-05DE-DA8961FA12AF}"/>
              </a:ext>
            </a:extLst>
          </p:cNvPr>
          <p:cNvSpPr>
            <a:spLocks noGrp="1"/>
          </p:cNvSpPr>
          <p:nvPr>
            <p:ph type="body" sz="quarter" idx="13"/>
          </p:nvPr>
        </p:nvSpPr>
        <p:spPr/>
        <p:txBody>
          <a:bodyPr/>
          <a:lstStyle/>
          <a:p>
            <a:r>
              <a:rPr lang="es-ES" dirty="0"/>
              <a:t>29/04/24</a:t>
            </a:r>
            <a:endParaRPr lang="es-PE" dirty="0"/>
          </a:p>
        </p:txBody>
      </p:sp>
      <p:sp>
        <p:nvSpPr>
          <p:cNvPr id="18" name="Marcador de texto 17">
            <a:extLst>
              <a:ext uri="{FF2B5EF4-FFF2-40B4-BE49-F238E27FC236}">
                <a16:creationId xmlns:a16="http://schemas.microsoft.com/office/drawing/2014/main" id="{E358A7BF-1894-8ED7-4C58-00C59797C6EC}"/>
              </a:ext>
            </a:extLst>
          </p:cNvPr>
          <p:cNvSpPr>
            <a:spLocks noGrp="1"/>
          </p:cNvSpPr>
          <p:nvPr>
            <p:ph type="body" sz="quarter" idx="14"/>
          </p:nvPr>
        </p:nvSpPr>
        <p:spPr/>
        <p:txBody>
          <a:bodyPr/>
          <a:lstStyle/>
          <a:p>
            <a:endParaRPr lang="es-PE"/>
          </a:p>
        </p:txBody>
      </p:sp>
      <p:sp>
        <p:nvSpPr>
          <p:cNvPr id="19" name="Marcador de texto 18">
            <a:extLst>
              <a:ext uri="{FF2B5EF4-FFF2-40B4-BE49-F238E27FC236}">
                <a16:creationId xmlns:a16="http://schemas.microsoft.com/office/drawing/2014/main" id="{A8647E38-05F3-03AF-1DF0-08B76AA44B56}"/>
              </a:ext>
            </a:extLst>
          </p:cNvPr>
          <p:cNvSpPr>
            <a:spLocks noGrp="1"/>
          </p:cNvSpPr>
          <p:nvPr>
            <p:ph type="body" sz="quarter" idx="15"/>
          </p:nvPr>
        </p:nvSpPr>
        <p:spPr/>
        <p:txBody>
          <a:bodyPr/>
          <a:lstStyle/>
          <a:p>
            <a:r>
              <a:rPr lang="es-ES" dirty="0"/>
              <a:t>Módulo I – K.V.C.P.</a:t>
            </a:r>
            <a:endParaRPr lang="es-PE" dirty="0"/>
          </a:p>
        </p:txBody>
      </p:sp>
      <p:graphicFrame>
        <p:nvGraphicFramePr>
          <p:cNvPr id="25" name="Marcador de contenido 24">
            <a:extLst>
              <a:ext uri="{FF2B5EF4-FFF2-40B4-BE49-F238E27FC236}">
                <a16:creationId xmlns:a16="http://schemas.microsoft.com/office/drawing/2014/main" id="{D7DA4474-0BE6-AFDF-6218-4961DF71F5BC}"/>
              </a:ext>
            </a:extLst>
          </p:cNvPr>
          <p:cNvGraphicFramePr>
            <a:graphicFrameLocks noGrp="1"/>
          </p:cNvGraphicFramePr>
          <p:nvPr>
            <p:ph idx="16"/>
            <p:extLst>
              <p:ext uri="{D42A27DB-BD31-4B8C-83A1-F6EECF244321}">
                <p14:modId xmlns:p14="http://schemas.microsoft.com/office/powerpoint/2010/main" val="1995696054"/>
              </p:ext>
            </p:extLst>
          </p:nvPr>
        </p:nvGraphicFramePr>
        <p:xfrm>
          <a:off x="6134100" y="1838325"/>
          <a:ext cx="5219700" cy="41402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2" name="Marcador de texto 21">
            <a:extLst>
              <a:ext uri="{FF2B5EF4-FFF2-40B4-BE49-F238E27FC236}">
                <a16:creationId xmlns:a16="http://schemas.microsoft.com/office/drawing/2014/main" id="{E4B7420D-229E-2E07-21D1-CC705769D710}"/>
              </a:ext>
            </a:extLst>
          </p:cNvPr>
          <p:cNvSpPr>
            <a:spLocks noGrp="1"/>
          </p:cNvSpPr>
          <p:nvPr>
            <p:ph type="body" sz="quarter" idx="18"/>
          </p:nvPr>
        </p:nvSpPr>
        <p:spPr/>
        <p:txBody>
          <a:bodyPr/>
          <a:lstStyle/>
          <a:p>
            <a:endParaRPr lang="es-PE"/>
          </a:p>
        </p:txBody>
      </p:sp>
      <p:sp>
        <p:nvSpPr>
          <p:cNvPr id="21" name="Marcador de texto 20">
            <a:extLst>
              <a:ext uri="{FF2B5EF4-FFF2-40B4-BE49-F238E27FC236}">
                <a16:creationId xmlns:a16="http://schemas.microsoft.com/office/drawing/2014/main" id="{DD61D3F6-BA0F-6901-D383-094CD0E3EF46}"/>
              </a:ext>
            </a:extLst>
          </p:cNvPr>
          <p:cNvSpPr>
            <a:spLocks noGrp="1"/>
          </p:cNvSpPr>
          <p:nvPr>
            <p:ph type="body" sz="quarter" idx="17"/>
          </p:nvPr>
        </p:nvSpPr>
        <p:spPr/>
        <p:txBody>
          <a:bodyPr/>
          <a:lstStyle/>
          <a:p>
            <a:endParaRPr lang="es-PE"/>
          </a:p>
        </p:txBody>
      </p:sp>
      <p:sp>
        <p:nvSpPr>
          <p:cNvPr id="23" name="Marcador de texto 22">
            <a:extLst>
              <a:ext uri="{FF2B5EF4-FFF2-40B4-BE49-F238E27FC236}">
                <a16:creationId xmlns:a16="http://schemas.microsoft.com/office/drawing/2014/main" id="{9B827547-C134-6F77-25AB-1C91B738BEE3}"/>
              </a:ext>
            </a:extLst>
          </p:cNvPr>
          <p:cNvSpPr>
            <a:spLocks noGrp="1"/>
          </p:cNvSpPr>
          <p:nvPr>
            <p:ph type="body" sz="quarter" idx="19"/>
          </p:nvPr>
        </p:nvSpPr>
        <p:spPr/>
        <p:txBody>
          <a:bodyPr/>
          <a:lstStyle/>
          <a:p>
            <a:r>
              <a:rPr lang="es-ES" dirty="0"/>
              <a:t>Fuente: Economía Minera ADL</a:t>
            </a:r>
            <a:endParaRPr lang="es-PE" dirty="0"/>
          </a:p>
        </p:txBody>
      </p:sp>
      <p:sp>
        <p:nvSpPr>
          <p:cNvPr id="24" name="Marcador de texto 23">
            <a:extLst>
              <a:ext uri="{FF2B5EF4-FFF2-40B4-BE49-F238E27FC236}">
                <a16:creationId xmlns:a16="http://schemas.microsoft.com/office/drawing/2014/main" id="{C2555BE2-AD2D-237B-4B5B-25C022921076}"/>
              </a:ext>
            </a:extLst>
          </p:cNvPr>
          <p:cNvSpPr>
            <a:spLocks noGrp="1"/>
          </p:cNvSpPr>
          <p:nvPr>
            <p:ph type="body" sz="quarter" idx="20"/>
          </p:nvPr>
        </p:nvSpPr>
        <p:spPr/>
        <p:txBody>
          <a:bodyPr/>
          <a:lstStyle/>
          <a:p>
            <a:r>
              <a:rPr lang="es-ES" dirty="0"/>
              <a:t>Fuente: Economía Minera ADL</a:t>
            </a:r>
            <a:endParaRPr lang="es-PE" dirty="0"/>
          </a:p>
        </p:txBody>
      </p:sp>
    </p:spTree>
    <p:extLst>
      <p:ext uri="{BB962C8B-B14F-4D97-AF65-F5344CB8AC3E}">
        <p14:creationId xmlns:p14="http://schemas.microsoft.com/office/powerpoint/2010/main" val="31948975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6F7254-8ECA-3FC7-B146-E9C367744D7B}"/>
              </a:ext>
            </a:extLst>
          </p:cNvPr>
          <p:cNvSpPr>
            <a:spLocks noGrp="1"/>
          </p:cNvSpPr>
          <p:nvPr>
            <p:ph type="title"/>
          </p:nvPr>
        </p:nvSpPr>
        <p:spPr/>
        <p:txBody>
          <a:bodyPr/>
          <a:lstStyle/>
          <a:p>
            <a:r>
              <a:rPr lang="es-PE" dirty="0"/>
              <a:t>Consumo de cobre por sector del mercado año 2016 en porcentaje.</a:t>
            </a:r>
            <a:endParaRPr lang="es-PE" dirty="0">
              <a:solidFill>
                <a:schemeClr val="bg2">
                  <a:lumMod val="10000"/>
                </a:schemeClr>
              </a:solidFill>
              <a:latin typeface="Algerian" panose="04020705040A02060702" pitchFamily="82" charset="0"/>
            </a:endParaRPr>
          </a:p>
        </p:txBody>
      </p:sp>
      <p:sp>
        <p:nvSpPr>
          <p:cNvPr id="7" name="Marcador de texto 6">
            <a:extLst>
              <a:ext uri="{FF2B5EF4-FFF2-40B4-BE49-F238E27FC236}">
                <a16:creationId xmlns:a16="http://schemas.microsoft.com/office/drawing/2014/main" id="{52500F3D-C5A0-3B4D-1E6F-EA2329F4CAB7}"/>
              </a:ext>
            </a:extLst>
          </p:cNvPr>
          <p:cNvSpPr>
            <a:spLocks noGrp="1"/>
          </p:cNvSpPr>
          <p:nvPr>
            <p:ph type="body" sz="quarter" idx="13"/>
          </p:nvPr>
        </p:nvSpPr>
        <p:spPr/>
        <p:txBody>
          <a:bodyPr/>
          <a:lstStyle/>
          <a:p>
            <a:r>
              <a:rPr lang="es-ES" dirty="0"/>
              <a:t>29/04/24</a:t>
            </a:r>
            <a:endParaRPr lang="es-PE" dirty="0"/>
          </a:p>
        </p:txBody>
      </p:sp>
      <p:sp>
        <p:nvSpPr>
          <p:cNvPr id="10" name="Marcador de texto 9">
            <a:extLst>
              <a:ext uri="{FF2B5EF4-FFF2-40B4-BE49-F238E27FC236}">
                <a16:creationId xmlns:a16="http://schemas.microsoft.com/office/drawing/2014/main" id="{96840A19-538A-37C3-C479-FB438CCA8D1A}"/>
              </a:ext>
            </a:extLst>
          </p:cNvPr>
          <p:cNvSpPr>
            <a:spLocks noGrp="1"/>
          </p:cNvSpPr>
          <p:nvPr>
            <p:ph type="body" sz="quarter" idx="14"/>
          </p:nvPr>
        </p:nvSpPr>
        <p:spPr/>
        <p:txBody>
          <a:bodyPr/>
          <a:lstStyle/>
          <a:p>
            <a:r>
              <a:rPr lang="es-ES" dirty="0"/>
              <a:t>D - 4</a:t>
            </a:r>
            <a:endParaRPr lang="es-PE" dirty="0"/>
          </a:p>
        </p:txBody>
      </p:sp>
      <p:sp>
        <p:nvSpPr>
          <p:cNvPr id="16" name="Marcador de texto 15">
            <a:extLst>
              <a:ext uri="{FF2B5EF4-FFF2-40B4-BE49-F238E27FC236}">
                <a16:creationId xmlns:a16="http://schemas.microsoft.com/office/drawing/2014/main" id="{9F715E20-3F53-E7D6-D6B9-E817D96705B9}"/>
              </a:ext>
            </a:extLst>
          </p:cNvPr>
          <p:cNvSpPr>
            <a:spLocks noGrp="1"/>
          </p:cNvSpPr>
          <p:nvPr>
            <p:ph type="body" sz="quarter" idx="15"/>
          </p:nvPr>
        </p:nvSpPr>
        <p:spPr/>
        <p:txBody>
          <a:bodyPr/>
          <a:lstStyle/>
          <a:p>
            <a:r>
              <a:rPr lang="es-ES" dirty="0"/>
              <a:t>Módulo I – K.V.C.P.</a:t>
            </a:r>
            <a:endParaRPr lang="es-PE" dirty="0"/>
          </a:p>
        </p:txBody>
      </p:sp>
      <p:sp>
        <p:nvSpPr>
          <p:cNvPr id="6" name="Marcador de texto 5">
            <a:extLst>
              <a:ext uri="{FF2B5EF4-FFF2-40B4-BE49-F238E27FC236}">
                <a16:creationId xmlns:a16="http://schemas.microsoft.com/office/drawing/2014/main" id="{CC141E5F-66F4-8AB1-D9B7-9A2DA6B52F7F}"/>
              </a:ext>
            </a:extLst>
          </p:cNvPr>
          <p:cNvSpPr>
            <a:spLocks noGrp="1"/>
          </p:cNvSpPr>
          <p:nvPr>
            <p:ph type="body" sz="quarter" idx="18"/>
          </p:nvPr>
        </p:nvSpPr>
        <p:spPr/>
        <p:txBody>
          <a:bodyPr/>
          <a:lstStyle/>
          <a:p>
            <a:r>
              <a:rPr lang="es-ES" dirty="0"/>
              <a:t>Fig. 1</a:t>
            </a:r>
            <a:endParaRPr lang="es-PE" dirty="0"/>
          </a:p>
        </p:txBody>
      </p:sp>
      <p:sp>
        <p:nvSpPr>
          <p:cNvPr id="5" name="Marcador de texto 4">
            <a:extLst>
              <a:ext uri="{FF2B5EF4-FFF2-40B4-BE49-F238E27FC236}">
                <a16:creationId xmlns:a16="http://schemas.microsoft.com/office/drawing/2014/main" id="{063B7E32-5DBC-1320-6AF8-E18FA02F4E88}"/>
              </a:ext>
            </a:extLst>
          </p:cNvPr>
          <p:cNvSpPr>
            <a:spLocks noGrp="1"/>
          </p:cNvSpPr>
          <p:nvPr>
            <p:ph type="body" sz="quarter" idx="17"/>
          </p:nvPr>
        </p:nvSpPr>
        <p:spPr/>
        <p:txBody>
          <a:bodyPr/>
          <a:lstStyle/>
          <a:p>
            <a:endParaRPr lang="es-PE"/>
          </a:p>
        </p:txBody>
      </p:sp>
      <p:sp>
        <p:nvSpPr>
          <p:cNvPr id="8" name="Marcador de texto 7">
            <a:extLst>
              <a:ext uri="{FF2B5EF4-FFF2-40B4-BE49-F238E27FC236}">
                <a16:creationId xmlns:a16="http://schemas.microsoft.com/office/drawing/2014/main" id="{55BCD8A4-3215-AF0D-2BF6-703CCFC5C24C}"/>
              </a:ext>
            </a:extLst>
          </p:cNvPr>
          <p:cNvSpPr>
            <a:spLocks noGrp="1"/>
          </p:cNvSpPr>
          <p:nvPr>
            <p:ph type="body" sz="quarter" idx="19"/>
          </p:nvPr>
        </p:nvSpPr>
        <p:spPr/>
        <p:txBody>
          <a:bodyPr/>
          <a:lstStyle/>
          <a:p>
            <a:r>
              <a:rPr lang="es-ES" dirty="0"/>
              <a:t>Fuente: Mundo Minero</a:t>
            </a:r>
            <a:endParaRPr lang="es-PE" dirty="0"/>
          </a:p>
        </p:txBody>
      </p:sp>
      <p:sp>
        <p:nvSpPr>
          <p:cNvPr id="9" name="Marcador de texto 8">
            <a:extLst>
              <a:ext uri="{FF2B5EF4-FFF2-40B4-BE49-F238E27FC236}">
                <a16:creationId xmlns:a16="http://schemas.microsoft.com/office/drawing/2014/main" id="{0E37E57B-0394-F267-075E-F82A4672BB3B}"/>
              </a:ext>
            </a:extLst>
          </p:cNvPr>
          <p:cNvSpPr>
            <a:spLocks noGrp="1"/>
          </p:cNvSpPr>
          <p:nvPr>
            <p:ph type="body" sz="quarter" idx="20"/>
          </p:nvPr>
        </p:nvSpPr>
        <p:spPr/>
        <p:txBody>
          <a:bodyPr/>
          <a:lstStyle/>
          <a:p>
            <a:r>
              <a:rPr lang="es-ES" dirty="0"/>
              <a:t>Fuente: </a:t>
            </a:r>
            <a:r>
              <a:rPr lang="es-ES" dirty="0" err="1"/>
              <a:t>Cochilco</a:t>
            </a:r>
            <a:endParaRPr lang="es-PE" dirty="0"/>
          </a:p>
        </p:txBody>
      </p:sp>
      <p:sp>
        <p:nvSpPr>
          <p:cNvPr id="12" name="Marcador de contenido 11">
            <a:extLst>
              <a:ext uri="{FF2B5EF4-FFF2-40B4-BE49-F238E27FC236}">
                <a16:creationId xmlns:a16="http://schemas.microsoft.com/office/drawing/2014/main" id="{633D841A-8402-EF06-21F3-85FE0F84DD89}"/>
              </a:ext>
            </a:extLst>
          </p:cNvPr>
          <p:cNvSpPr>
            <a:spLocks noGrp="1"/>
          </p:cNvSpPr>
          <p:nvPr>
            <p:ph idx="1"/>
          </p:nvPr>
        </p:nvSpPr>
        <p:spPr/>
        <p:txBody>
          <a:bodyPr/>
          <a:lstStyle/>
          <a:p>
            <a:pPr algn="ctr"/>
            <a:endParaRPr lang="es-PE" b="0" i="0" dirty="0">
              <a:solidFill>
                <a:srgbClr val="000000"/>
              </a:solidFill>
              <a:effectLst/>
              <a:latin typeface="PT Serif" panose="020F0502020204030204" pitchFamily="18" charset="0"/>
            </a:endParaRPr>
          </a:p>
          <a:p>
            <a:pPr algn="just"/>
            <a:r>
              <a:rPr lang="es-PE" b="0" i="0" dirty="0">
                <a:solidFill>
                  <a:srgbClr val="000000"/>
                </a:solidFill>
                <a:effectLst/>
                <a:latin typeface="PT Serif" panose="020F0502020204030204" pitchFamily="18" charset="0"/>
              </a:rPr>
              <a:t>Para satisfacer la demanda de cobre mundial al 2030 resulta necesario construir ocho (8) minas del tamaño de Escondida en los próximos años. Así lo prevé Erik Heimlich, jefe de suministro de metales básicos en CRU. </a:t>
            </a:r>
            <a:endParaRPr lang="es-PE" dirty="0"/>
          </a:p>
        </p:txBody>
      </p:sp>
      <p:pic>
        <p:nvPicPr>
          <p:cNvPr id="26" name="Marcador de contenido 12">
            <a:extLst>
              <a:ext uri="{FF2B5EF4-FFF2-40B4-BE49-F238E27FC236}">
                <a16:creationId xmlns:a16="http://schemas.microsoft.com/office/drawing/2014/main" id="{A5864492-99C0-A716-8F4C-1CBD1B40F233}"/>
              </a:ext>
            </a:extLst>
          </p:cNvPr>
          <p:cNvPicPr>
            <a:picLocks noGrp="1" noChangeAspect="1"/>
          </p:cNvPicPr>
          <p:nvPr>
            <p:ph idx="16"/>
          </p:nvPr>
        </p:nvPicPr>
        <p:blipFill rotWithShape="1">
          <a:blip r:embed="rId2"/>
          <a:srcRect l="17109" r="3692"/>
          <a:stretch/>
        </p:blipFill>
        <p:spPr>
          <a:xfrm>
            <a:off x="6793902" y="2241550"/>
            <a:ext cx="3900095" cy="3333750"/>
          </a:xfrm>
        </p:spPr>
      </p:pic>
    </p:spTree>
    <p:extLst>
      <p:ext uri="{BB962C8B-B14F-4D97-AF65-F5344CB8AC3E}">
        <p14:creationId xmlns:p14="http://schemas.microsoft.com/office/powerpoint/2010/main" val="728081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D3E954-E007-0FFE-B249-4E6410992F89}"/>
              </a:ext>
            </a:extLst>
          </p:cNvPr>
          <p:cNvSpPr>
            <a:spLocks noGrp="1"/>
          </p:cNvSpPr>
          <p:nvPr>
            <p:ph type="title"/>
          </p:nvPr>
        </p:nvSpPr>
        <p:spPr/>
        <p:txBody>
          <a:bodyPr/>
          <a:lstStyle/>
          <a:p>
            <a:r>
              <a:rPr lang="es-PE" dirty="0"/>
              <a:t>Consumo de cobre por sector del mercado en miles de toneladas.</a:t>
            </a:r>
          </a:p>
        </p:txBody>
      </p:sp>
      <p:pic>
        <p:nvPicPr>
          <p:cNvPr id="13" name="Marcador de contenido 12">
            <a:extLst>
              <a:ext uri="{FF2B5EF4-FFF2-40B4-BE49-F238E27FC236}">
                <a16:creationId xmlns:a16="http://schemas.microsoft.com/office/drawing/2014/main" id="{454CCD5F-3669-7AC0-25C7-1B599F089CE8}"/>
              </a:ext>
            </a:extLst>
          </p:cNvPr>
          <p:cNvPicPr>
            <a:picLocks noGrp="1" noChangeAspect="1"/>
          </p:cNvPicPr>
          <p:nvPr>
            <p:ph idx="1"/>
          </p:nvPr>
        </p:nvPicPr>
        <p:blipFill>
          <a:blip r:embed="rId2"/>
          <a:stretch>
            <a:fillRect/>
          </a:stretch>
        </p:blipFill>
        <p:spPr>
          <a:xfrm>
            <a:off x="838200" y="2236424"/>
            <a:ext cx="5219700" cy="3344002"/>
          </a:xfrm>
        </p:spPr>
      </p:pic>
      <p:sp>
        <p:nvSpPr>
          <p:cNvPr id="4" name="Marcador de texto 3">
            <a:extLst>
              <a:ext uri="{FF2B5EF4-FFF2-40B4-BE49-F238E27FC236}">
                <a16:creationId xmlns:a16="http://schemas.microsoft.com/office/drawing/2014/main" id="{797815AE-286C-D02F-10F9-CB2A2FAD2FC8}"/>
              </a:ext>
            </a:extLst>
          </p:cNvPr>
          <p:cNvSpPr>
            <a:spLocks noGrp="1"/>
          </p:cNvSpPr>
          <p:nvPr>
            <p:ph type="body" sz="quarter" idx="13"/>
          </p:nvPr>
        </p:nvSpPr>
        <p:spPr/>
        <p:txBody>
          <a:bodyPr/>
          <a:lstStyle/>
          <a:p>
            <a:r>
              <a:rPr lang="es-ES" dirty="0"/>
              <a:t>29/04/24</a:t>
            </a:r>
            <a:endParaRPr lang="es-PE" dirty="0"/>
          </a:p>
        </p:txBody>
      </p:sp>
      <p:sp>
        <p:nvSpPr>
          <p:cNvPr id="5" name="Marcador de texto 4">
            <a:extLst>
              <a:ext uri="{FF2B5EF4-FFF2-40B4-BE49-F238E27FC236}">
                <a16:creationId xmlns:a16="http://schemas.microsoft.com/office/drawing/2014/main" id="{C46B7C21-35E5-AF97-B1D9-231B7D9632DC}"/>
              </a:ext>
            </a:extLst>
          </p:cNvPr>
          <p:cNvSpPr>
            <a:spLocks noGrp="1"/>
          </p:cNvSpPr>
          <p:nvPr>
            <p:ph type="body" sz="quarter" idx="14"/>
          </p:nvPr>
        </p:nvSpPr>
        <p:spPr/>
        <p:txBody>
          <a:bodyPr/>
          <a:lstStyle/>
          <a:p>
            <a:endParaRPr lang="es-PE"/>
          </a:p>
        </p:txBody>
      </p:sp>
      <p:sp>
        <p:nvSpPr>
          <p:cNvPr id="6" name="Marcador de texto 5">
            <a:extLst>
              <a:ext uri="{FF2B5EF4-FFF2-40B4-BE49-F238E27FC236}">
                <a16:creationId xmlns:a16="http://schemas.microsoft.com/office/drawing/2014/main" id="{CD493935-7834-185E-301E-797100EB4380}"/>
              </a:ext>
            </a:extLst>
          </p:cNvPr>
          <p:cNvSpPr>
            <a:spLocks noGrp="1"/>
          </p:cNvSpPr>
          <p:nvPr>
            <p:ph type="body" sz="quarter" idx="15"/>
          </p:nvPr>
        </p:nvSpPr>
        <p:spPr/>
        <p:txBody>
          <a:bodyPr/>
          <a:lstStyle/>
          <a:p>
            <a:r>
              <a:rPr lang="es-ES" dirty="0"/>
              <a:t>Módulo I – K.V.C.P.</a:t>
            </a:r>
            <a:endParaRPr lang="es-PE" dirty="0"/>
          </a:p>
        </p:txBody>
      </p:sp>
      <p:pic>
        <p:nvPicPr>
          <p:cNvPr id="15" name="Marcador de contenido 14">
            <a:extLst>
              <a:ext uri="{FF2B5EF4-FFF2-40B4-BE49-F238E27FC236}">
                <a16:creationId xmlns:a16="http://schemas.microsoft.com/office/drawing/2014/main" id="{E286542E-F94E-C103-75E1-146A16F80439}"/>
              </a:ext>
            </a:extLst>
          </p:cNvPr>
          <p:cNvPicPr>
            <a:picLocks noGrp="1" noChangeAspect="1"/>
          </p:cNvPicPr>
          <p:nvPr>
            <p:ph idx="16"/>
          </p:nvPr>
        </p:nvPicPr>
        <p:blipFill>
          <a:blip r:embed="rId3"/>
          <a:stretch>
            <a:fillRect/>
          </a:stretch>
        </p:blipFill>
        <p:spPr>
          <a:xfrm>
            <a:off x="6543675" y="2217737"/>
            <a:ext cx="4400550" cy="3381375"/>
          </a:xfrm>
        </p:spPr>
      </p:pic>
      <p:sp>
        <p:nvSpPr>
          <p:cNvPr id="8" name="Marcador de texto 7">
            <a:extLst>
              <a:ext uri="{FF2B5EF4-FFF2-40B4-BE49-F238E27FC236}">
                <a16:creationId xmlns:a16="http://schemas.microsoft.com/office/drawing/2014/main" id="{72918E01-C8C0-CCF7-DC35-73E77138EF68}"/>
              </a:ext>
            </a:extLst>
          </p:cNvPr>
          <p:cNvSpPr>
            <a:spLocks noGrp="1"/>
          </p:cNvSpPr>
          <p:nvPr>
            <p:ph type="body" sz="quarter" idx="18"/>
          </p:nvPr>
        </p:nvSpPr>
        <p:spPr/>
        <p:txBody>
          <a:bodyPr/>
          <a:lstStyle/>
          <a:p>
            <a:r>
              <a:rPr lang="es-ES" dirty="0"/>
              <a:t>Fig. 3</a:t>
            </a:r>
            <a:endParaRPr lang="es-PE" dirty="0"/>
          </a:p>
        </p:txBody>
      </p:sp>
      <p:sp>
        <p:nvSpPr>
          <p:cNvPr id="9" name="Marcador de texto 8">
            <a:extLst>
              <a:ext uri="{FF2B5EF4-FFF2-40B4-BE49-F238E27FC236}">
                <a16:creationId xmlns:a16="http://schemas.microsoft.com/office/drawing/2014/main" id="{4D186C5B-C7DC-E00E-0499-5B2806C9F7E8}"/>
              </a:ext>
            </a:extLst>
          </p:cNvPr>
          <p:cNvSpPr>
            <a:spLocks noGrp="1"/>
          </p:cNvSpPr>
          <p:nvPr>
            <p:ph type="body" sz="quarter" idx="17"/>
          </p:nvPr>
        </p:nvSpPr>
        <p:spPr/>
        <p:txBody>
          <a:bodyPr/>
          <a:lstStyle/>
          <a:p>
            <a:r>
              <a:rPr lang="es-ES" dirty="0"/>
              <a:t>Fig. 2</a:t>
            </a:r>
            <a:endParaRPr lang="es-PE" dirty="0"/>
          </a:p>
        </p:txBody>
      </p:sp>
      <p:sp>
        <p:nvSpPr>
          <p:cNvPr id="10" name="Marcador de texto 9">
            <a:extLst>
              <a:ext uri="{FF2B5EF4-FFF2-40B4-BE49-F238E27FC236}">
                <a16:creationId xmlns:a16="http://schemas.microsoft.com/office/drawing/2014/main" id="{4FF92813-61E3-7805-CFDF-8FE0AF3DF41B}"/>
              </a:ext>
            </a:extLst>
          </p:cNvPr>
          <p:cNvSpPr>
            <a:spLocks noGrp="1"/>
          </p:cNvSpPr>
          <p:nvPr>
            <p:ph type="body" sz="quarter" idx="19"/>
          </p:nvPr>
        </p:nvSpPr>
        <p:spPr/>
        <p:txBody>
          <a:bodyPr/>
          <a:lstStyle/>
          <a:p>
            <a:r>
              <a:rPr lang="es-ES" dirty="0"/>
              <a:t>Fuente: </a:t>
            </a:r>
            <a:r>
              <a:rPr lang="es-ES" dirty="0" err="1"/>
              <a:t>Cochilco</a:t>
            </a:r>
            <a:r>
              <a:rPr lang="es-ES" dirty="0"/>
              <a:t>.</a:t>
            </a:r>
            <a:endParaRPr lang="es-PE" dirty="0"/>
          </a:p>
        </p:txBody>
      </p:sp>
      <p:sp>
        <p:nvSpPr>
          <p:cNvPr id="11" name="Marcador de texto 10">
            <a:extLst>
              <a:ext uri="{FF2B5EF4-FFF2-40B4-BE49-F238E27FC236}">
                <a16:creationId xmlns:a16="http://schemas.microsoft.com/office/drawing/2014/main" id="{D89C1EF4-6985-CF88-FD63-E66015EEA3FF}"/>
              </a:ext>
            </a:extLst>
          </p:cNvPr>
          <p:cNvSpPr>
            <a:spLocks noGrp="1"/>
          </p:cNvSpPr>
          <p:nvPr>
            <p:ph type="body" sz="quarter" idx="20"/>
          </p:nvPr>
        </p:nvSpPr>
        <p:spPr/>
        <p:txBody>
          <a:bodyPr/>
          <a:lstStyle/>
          <a:p>
            <a:r>
              <a:rPr lang="es-ES" dirty="0"/>
              <a:t>Fuente: </a:t>
            </a:r>
            <a:r>
              <a:rPr lang="es-ES" dirty="0" err="1"/>
              <a:t>Cochilco</a:t>
            </a:r>
            <a:r>
              <a:rPr lang="es-ES" dirty="0"/>
              <a:t>.</a:t>
            </a:r>
            <a:endParaRPr lang="es-PE" dirty="0"/>
          </a:p>
        </p:txBody>
      </p:sp>
      <p:sp>
        <p:nvSpPr>
          <p:cNvPr id="17" name="CuadroTexto 16">
            <a:extLst>
              <a:ext uri="{FF2B5EF4-FFF2-40B4-BE49-F238E27FC236}">
                <a16:creationId xmlns:a16="http://schemas.microsoft.com/office/drawing/2014/main" id="{ADF55A26-34C7-B14D-C1C9-84D1850F0D24}"/>
              </a:ext>
            </a:extLst>
          </p:cNvPr>
          <p:cNvSpPr txBox="1"/>
          <p:nvPr/>
        </p:nvSpPr>
        <p:spPr>
          <a:xfrm>
            <a:off x="6057900" y="1797138"/>
            <a:ext cx="6114422" cy="369332"/>
          </a:xfrm>
          <a:prstGeom prst="rect">
            <a:avLst/>
          </a:prstGeom>
          <a:noFill/>
        </p:spPr>
        <p:txBody>
          <a:bodyPr wrap="square">
            <a:spAutoFit/>
          </a:bodyPr>
          <a:lstStyle/>
          <a:p>
            <a:r>
              <a:rPr lang="es-PE" dirty="0"/>
              <a:t>Consumo de cobre por propiedad - 2016 </a:t>
            </a:r>
          </a:p>
        </p:txBody>
      </p:sp>
    </p:spTree>
    <p:extLst>
      <p:ext uri="{BB962C8B-B14F-4D97-AF65-F5344CB8AC3E}">
        <p14:creationId xmlns:p14="http://schemas.microsoft.com/office/powerpoint/2010/main" val="2799083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0EE96A-F9BB-3E42-72E0-492C2C2EA5BA}"/>
              </a:ext>
            </a:extLst>
          </p:cNvPr>
          <p:cNvSpPr>
            <a:spLocks noGrp="1"/>
          </p:cNvSpPr>
          <p:nvPr>
            <p:ph type="title"/>
          </p:nvPr>
        </p:nvSpPr>
        <p:spPr/>
        <p:txBody>
          <a:bodyPr/>
          <a:lstStyle/>
          <a:p>
            <a:endParaRPr lang="es-PE"/>
          </a:p>
        </p:txBody>
      </p:sp>
      <p:sp>
        <p:nvSpPr>
          <p:cNvPr id="3" name="Marcador de contenido 2">
            <a:extLst>
              <a:ext uri="{FF2B5EF4-FFF2-40B4-BE49-F238E27FC236}">
                <a16:creationId xmlns:a16="http://schemas.microsoft.com/office/drawing/2014/main" id="{211B410A-9167-7C38-D409-EBC3B21378C0}"/>
              </a:ext>
            </a:extLst>
          </p:cNvPr>
          <p:cNvSpPr>
            <a:spLocks noGrp="1"/>
          </p:cNvSpPr>
          <p:nvPr>
            <p:ph idx="1"/>
          </p:nvPr>
        </p:nvSpPr>
        <p:spPr/>
        <p:txBody>
          <a:bodyPr>
            <a:normAutofit/>
          </a:bodyPr>
          <a:lstStyle/>
          <a:p>
            <a:r>
              <a:rPr lang="es-PE" dirty="0"/>
              <a:t>La demanda mundial de cobre aumentará de 26,9 a 33,5 millones de toneladas entre 2020 y 2030. India y el sudeste asiático, aunque China seguirá siendo el mayor consumidor de cobre a nivel mundial, representando el 44% de la demanda mundial de cobre refinado para 2030.</a:t>
            </a:r>
          </a:p>
        </p:txBody>
      </p:sp>
      <p:sp>
        <p:nvSpPr>
          <p:cNvPr id="4" name="Marcador de texto 3">
            <a:extLst>
              <a:ext uri="{FF2B5EF4-FFF2-40B4-BE49-F238E27FC236}">
                <a16:creationId xmlns:a16="http://schemas.microsoft.com/office/drawing/2014/main" id="{02ED6E2A-A361-3DBB-C6D0-10EF63383B5A}"/>
              </a:ext>
            </a:extLst>
          </p:cNvPr>
          <p:cNvSpPr>
            <a:spLocks noGrp="1"/>
          </p:cNvSpPr>
          <p:nvPr>
            <p:ph type="body" sz="quarter" idx="13"/>
          </p:nvPr>
        </p:nvSpPr>
        <p:spPr/>
        <p:txBody>
          <a:bodyPr/>
          <a:lstStyle/>
          <a:p>
            <a:endParaRPr lang="es-PE"/>
          </a:p>
        </p:txBody>
      </p:sp>
      <p:sp>
        <p:nvSpPr>
          <p:cNvPr id="5" name="Marcador de texto 4">
            <a:extLst>
              <a:ext uri="{FF2B5EF4-FFF2-40B4-BE49-F238E27FC236}">
                <a16:creationId xmlns:a16="http://schemas.microsoft.com/office/drawing/2014/main" id="{6674B305-CC59-7A86-F843-4B88F0D24996}"/>
              </a:ext>
            </a:extLst>
          </p:cNvPr>
          <p:cNvSpPr>
            <a:spLocks noGrp="1"/>
          </p:cNvSpPr>
          <p:nvPr>
            <p:ph type="body" sz="quarter" idx="14"/>
          </p:nvPr>
        </p:nvSpPr>
        <p:spPr/>
        <p:txBody>
          <a:bodyPr/>
          <a:lstStyle/>
          <a:p>
            <a:endParaRPr lang="es-PE"/>
          </a:p>
        </p:txBody>
      </p:sp>
      <p:sp>
        <p:nvSpPr>
          <p:cNvPr id="6" name="Marcador de texto 5">
            <a:extLst>
              <a:ext uri="{FF2B5EF4-FFF2-40B4-BE49-F238E27FC236}">
                <a16:creationId xmlns:a16="http://schemas.microsoft.com/office/drawing/2014/main" id="{3DECFFD7-0410-AE53-506B-4EB9838703F3}"/>
              </a:ext>
            </a:extLst>
          </p:cNvPr>
          <p:cNvSpPr>
            <a:spLocks noGrp="1"/>
          </p:cNvSpPr>
          <p:nvPr>
            <p:ph type="body" sz="quarter" idx="15"/>
          </p:nvPr>
        </p:nvSpPr>
        <p:spPr/>
        <p:txBody>
          <a:bodyPr/>
          <a:lstStyle/>
          <a:p>
            <a:endParaRPr lang="es-PE"/>
          </a:p>
        </p:txBody>
      </p:sp>
      <p:sp>
        <p:nvSpPr>
          <p:cNvPr id="7" name="Marcador de contenido 6">
            <a:extLst>
              <a:ext uri="{FF2B5EF4-FFF2-40B4-BE49-F238E27FC236}">
                <a16:creationId xmlns:a16="http://schemas.microsoft.com/office/drawing/2014/main" id="{53269340-B74C-A016-BBD5-17CA414873B1}"/>
              </a:ext>
            </a:extLst>
          </p:cNvPr>
          <p:cNvSpPr>
            <a:spLocks noGrp="1"/>
          </p:cNvSpPr>
          <p:nvPr>
            <p:ph idx="16"/>
          </p:nvPr>
        </p:nvSpPr>
        <p:spPr/>
        <p:txBody>
          <a:bodyPr/>
          <a:lstStyle/>
          <a:p>
            <a:endParaRPr lang="es-PE"/>
          </a:p>
        </p:txBody>
      </p:sp>
      <p:sp>
        <p:nvSpPr>
          <p:cNvPr id="8" name="Marcador de texto 7">
            <a:extLst>
              <a:ext uri="{FF2B5EF4-FFF2-40B4-BE49-F238E27FC236}">
                <a16:creationId xmlns:a16="http://schemas.microsoft.com/office/drawing/2014/main" id="{85EF59ED-83CB-E2A7-7BBB-58EDE9251ADA}"/>
              </a:ext>
            </a:extLst>
          </p:cNvPr>
          <p:cNvSpPr>
            <a:spLocks noGrp="1"/>
          </p:cNvSpPr>
          <p:nvPr>
            <p:ph type="body" sz="quarter" idx="18"/>
          </p:nvPr>
        </p:nvSpPr>
        <p:spPr/>
        <p:txBody>
          <a:bodyPr/>
          <a:lstStyle/>
          <a:p>
            <a:endParaRPr lang="es-PE"/>
          </a:p>
        </p:txBody>
      </p:sp>
      <p:sp>
        <p:nvSpPr>
          <p:cNvPr id="9" name="Marcador de texto 8">
            <a:extLst>
              <a:ext uri="{FF2B5EF4-FFF2-40B4-BE49-F238E27FC236}">
                <a16:creationId xmlns:a16="http://schemas.microsoft.com/office/drawing/2014/main" id="{14928B00-CFC2-E61B-8764-7B4EA5956A81}"/>
              </a:ext>
            </a:extLst>
          </p:cNvPr>
          <p:cNvSpPr>
            <a:spLocks noGrp="1"/>
          </p:cNvSpPr>
          <p:nvPr>
            <p:ph type="body" sz="quarter" idx="17"/>
          </p:nvPr>
        </p:nvSpPr>
        <p:spPr/>
        <p:txBody>
          <a:bodyPr/>
          <a:lstStyle/>
          <a:p>
            <a:endParaRPr lang="es-PE"/>
          </a:p>
        </p:txBody>
      </p:sp>
      <p:sp>
        <p:nvSpPr>
          <p:cNvPr id="10" name="Marcador de texto 9">
            <a:extLst>
              <a:ext uri="{FF2B5EF4-FFF2-40B4-BE49-F238E27FC236}">
                <a16:creationId xmlns:a16="http://schemas.microsoft.com/office/drawing/2014/main" id="{C15AE687-1177-475C-6DEB-9648C43BB1A9}"/>
              </a:ext>
            </a:extLst>
          </p:cNvPr>
          <p:cNvSpPr>
            <a:spLocks noGrp="1"/>
          </p:cNvSpPr>
          <p:nvPr>
            <p:ph type="body" sz="quarter" idx="19"/>
          </p:nvPr>
        </p:nvSpPr>
        <p:spPr/>
        <p:txBody>
          <a:bodyPr/>
          <a:lstStyle/>
          <a:p>
            <a:endParaRPr lang="es-PE"/>
          </a:p>
        </p:txBody>
      </p:sp>
      <p:sp>
        <p:nvSpPr>
          <p:cNvPr id="11" name="Marcador de texto 10">
            <a:extLst>
              <a:ext uri="{FF2B5EF4-FFF2-40B4-BE49-F238E27FC236}">
                <a16:creationId xmlns:a16="http://schemas.microsoft.com/office/drawing/2014/main" id="{BFD337C7-01C8-C5C0-6198-E895205AA6D7}"/>
              </a:ext>
            </a:extLst>
          </p:cNvPr>
          <p:cNvSpPr>
            <a:spLocks noGrp="1"/>
          </p:cNvSpPr>
          <p:nvPr>
            <p:ph type="body" sz="quarter" idx="20"/>
          </p:nvPr>
        </p:nvSpPr>
        <p:spPr/>
        <p:txBody>
          <a:bodyPr/>
          <a:lstStyle/>
          <a:p>
            <a:endParaRPr lang="es-PE"/>
          </a:p>
        </p:txBody>
      </p:sp>
    </p:spTree>
    <p:extLst>
      <p:ext uri="{BB962C8B-B14F-4D97-AF65-F5344CB8AC3E}">
        <p14:creationId xmlns:p14="http://schemas.microsoft.com/office/powerpoint/2010/main" val="1225243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002F5E-D70E-7B94-63FA-07BAB9A52828}"/>
              </a:ext>
            </a:extLst>
          </p:cNvPr>
          <p:cNvSpPr>
            <a:spLocks noGrp="1"/>
          </p:cNvSpPr>
          <p:nvPr>
            <p:ph type="title"/>
          </p:nvPr>
        </p:nvSpPr>
        <p:spPr/>
        <p:txBody>
          <a:bodyPr/>
          <a:lstStyle/>
          <a:p>
            <a:endParaRPr lang="es-PE"/>
          </a:p>
        </p:txBody>
      </p:sp>
      <p:sp>
        <p:nvSpPr>
          <p:cNvPr id="4" name="Marcador de texto 3">
            <a:extLst>
              <a:ext uri="{FF2B5EF4-FFF2-40B4-BE49-F238E27FC236}">
                <a16:creationId xmlns:a16="http://schemas.microsoft.com/office/drawing/2014/main" id="{0C8FEF2E-F055-A201-6681-81ED1D9A279E}"/>
              </a:ext>
            </a:extLst>
          </p:cNvPr>
          <p:cNvSpPr>
            <a:spLocks noGrp="1"/>
          </p:cNvSpPr>
          <p:nvPr>
            <p:ph type="body" sz="quarter" idx="13"/>
          </p:nvPr>
        </p:nvSpPr>
        <p:spPr/>
        <p:txBody>
          <a:bodyPr/>
          <a:lstStyle/>
          <a:p>
            <a:r>
              <a:rPr lang="es-ES" dirty="0"/>
              <a:t>29/04/24</a:t>
            </a:r>
            <a:endParaRPr lang="es-PE" dirty="0"/>
          </a:p>
        </p:txBody>
      </p:sp>
      <p:sp>
        <p:nvSpPr>
          <p:cNvPr id="5" name="Marcador de texto 4">
            <a:extLst>
              <a:ext uri="{FF2B5EF4-FFF2-40B4-BE49-F238E27FC236}">
                <a16:creationId xmlns:a16="http://schemas.microsoft.com/office/drawing/2014/main" id="{9B85A573-6D1C-3A83-10FB-6A38261DD1CC}"/>
              </a:ext>
            </a:extLst>
          </p:cNvPr>
          <p:cNvSpPr>
            <a:spLocks noGrp="1"/>
          </p:cNvSpPr>
          <p:nvPr>
            <p:ph type="body" sz="quarter" idx="14"/>
          </p:nvPr>
        </p:nvSpPr>
        <p:spPr/>
        <p:txBody>
          <a:bodyPr/>
          <a:lstStyle/>
          <a:p>
            <a:endParaRPr lang="es-PE"/>
          </a:p>
        </p:txBody>
      </p:sp>
      <p:sp>
        <p:nvSpPr>
          <p:cNvPr id="6" name="Marcador de texto 5">
            <a:extLst>
              <a:ext uri="{FF2B5EF4-FFF2-40B4-BE49-F238E27FC236}">
                <a16:creationId xmlns:a16="http://schemas.microsoft.com/office/drawing/2014/main" id="{7F0C63AC-E2AF-00C2-E90E-1D3CB5CD3557}"/>
              </a:ext>
            </a:extLst>
          </p:cNvPr>
          <p:cNvSpPr>
            <a:spLocks noGrp="1"/>
          </p:cNvSpPr>
          <p:nvPr>
            <p:ph type="body" sz="quarter" idx="15"/>
          </p:nvPr>
        </p:nvSpPr>
        <p:spPr/>
        <p:txBody>
          <a:bodyPr/>
          <a:lstStyle/>
          <a:p>
            <a:r>
              <a:rPr lang="es-ES" dirty="0"/>
              <a:t>Módulo I – K.V.C.P.</a:t>
            </a:r>
            <a:endParaRPr lang="es-PE" dirty="0"/>
          </a:p>
        </p:txBody>
      </p:sp>
      <p:sp>
        <p:nvSpPr>
          <p:cNvPr id="8" name="Marcador de texto 7">
            <a:extLst>
              <a:ext uri="{FF2B5EF4-FFF2-40B4-BE49-F238E27FC236}">
                <a16:creationId xmlns:a16="http://schemas.microsoft.com/office/drawing/2014/main" id="{1B214E1C-A0E2-CE90-0B4B-FBC2C15C95B9}"/>
              </a:ext>
            </a:extLst>
          </p:cNvPr>
          <p:cNvSpPr>
            <a:spLocks noGrp="1"/>
          </p:cNvSpPr>
          <p:nvPr>
            <p:ph type="body" sz="quarter" idx="18"/>
          </p:nvPr>
        </p:nvSpPr>
        <p:spPr/>
        <p:txBody>
          <a:bodyPr/>
          <a:lstStyle/>
          <a:p>
            <a:endParaRPr lang="es-PE"/>
          </a:p>
        </p:txBody>
      </p:sp>
      <p:sp>
        <p:nvSpPr>
          <p:cNvPr id="9" name="Marcador de texto 8">
            <a:extLst>
              <a:ext uri="{FF2B5EF4-FFF2-40B4-BE49-F238E27FC236}">
                <a16:creationId xmlns:a16="http://schemas.microsoft.com/office/drawing/2014/main" id="{5521C8C7-9552-CDA1-E654-90C9F2FB64FE}"/>
              </a:ext>
            </a:extLst>
          </p:cNvPr>
          <p:cNvSpPr>
            <a:spLocks noGrp="1"/>
          </p:cNvSpPr>
          <p:nvPr>
            <p:ph type="body" sz="quarter" idx="17"/>
          </p:nvPr>
        </p:nvSpPr>
        <p:spPr/>
        <p:txBody>
          <a:bodyPr/>
          <a:lstStyle/>
          <a:p>
            <a:endParaRPr lang="es-PE"/>
          </a:p>
        </p:txBody>
      </p:sp>
      <p:sp>
        <p:nvSpPr>
          <p:cNvPr id="10" name="Marcador de texto 9">
            <a:extLst>
              <a:ext uri="{FF2B5EF4-FFF2-40B4-BE49-F238E27FC236}">
                <a16:creationId xmlns:a16="http://schemas.microsoft.com/office/drawing/2014/main" id="{ED3A7201-AFB6-087E-0B5B-080E4316E36D}"/>
              </a:ext>
            </a:extLst>
          </p:cNvPr>
          <p:cNvSpPr>
            <a:spLocks noGrp="1"/>
          </p:cNvSpPr>
          <p:nvPr>
            <p:ph type="body" sz="quarter" idx="19"/>
          </p:nvPr>
        </p:nvSpPr>
        <p:spPr/>
        <p:txBody>
          <a:bodyPr/>
          <a:lstStyle/>
          <a:p>
            <a:endParaRPr lang="es-PE"/>
          </a:p>
        </p:txBody>
      </p:sp>
      <p:sp>
        <p:nvSpPr>
          <p:cNvPr id="11" name="Marcador de texto 10">
            <a:extLst>
              <a:ext uri="{FF2B5EF4-FFF2-40B4-BE49-F238E27FC236}">
                <a16:creationId xmlns:a16="http://schemas.microsoft.com/office/drawing/2014/main" id="{2422DDE1-DD44-9E3D-35AD-7C956A3D3824}"/>
              </a:ext>
            </a:extLst>
          </p:cNvPr>
          <p:cNvSpPr>
            <a:spLocks noGrp="1"/>
          </p:cNvSpPr>
          <p:nvPr>
            <p:ph type="body" sz="quarter" idx="20"/>
          </p:nvPr>
        </p:nvSpPr>
        <p:spPr/>
        <p:txBody>
          <a:bodyPr/>
          <a:lstStyle/>
          <a:p>
            <a:endParaRPr lang="es-PE"/>
          </a:p>
        </p:txBody>
      </p:sp>
      <p:graphicFrame>
        <p:nvGraphicFramePr>
          <p:cNvPr id="14" name="ChartObject">
            <a:extLst>
              <a:ext uri="{FF2B5EF4-FFF2-40B4-BE49-F238E27FC236}">
                <a16:creationId xmlns:a16="http://schemas.microsoft.com/office/drawing/2014/main" id="{A20DB4AD-F6BE-8F88-14E4-E17439272286}"/>
              </a:ext>
            </a:extLst>
          </p:cNvPr>
          <p:cNvGraphicFramePr>
            <a:graphicFrameLocks noGrp="1"/>
          </p:cNvGraphicFramePr>
          <p:nvPr>
            <p:ph idx="1"/>
            <p:extLst>
              <p:ext uri="{D42A27DB-BD31-4B8C-83A1-F6EECF244321}">
                <p14:modId xmlns:p14="http://schemas.microsoft.com/office/powerpoint/2010/main" val="1548151947"/>
              </p:ext>
            </p:extLst>
          </p:nvPr>
        </p:nvGraphicFramePr>
        <p:xfrm>
          <a:off x="838200" y="1838325"/>
          <a:ext cx="5219700" cy="4140200"/>
        </p:xfrm>
        <a:graphic>
          <a:graphicData uri="http://schemas.openxmlformats.org/drawingml/2006/chart">
            <c:chart xmlns:c="http://schemas.openxmlformats.org/drawingml/2006/chart" xmlns:r="http://schemas.openxmlformats.org/officeDocument/2006/relationships" r:id="rId2"/>
          </a:graphicData>
        </a:graphic>
      </p:graphicFrame>
      <p:sp>
        <p:nvSpPr>
          <p:cNvPr id="16" name="Marcador de contenido 15">
            <a:extLst>
              <a:ext uri="{FF2B5EF4-FFF2-40B4-BE49-F238E27FC236}">
                <a16:creationId xmlns:a16="http://schemas.microsoft.com/office/drawing/2014/main" id="{B40D5F63-DC86-44B3-3F54-0792F42688E7}"/>
              </a:ext>
            </a:extLst>
          </p:cNvPr>
          <p:cNvSpPr>
            <a:spLocks noGrp="1"/>
          </p:cNvSpPr>
          <p:nvPr>
            <p:ph idx="16"/>
          </p:nvPr>
        </p:nvSpPr>
        <p:spPr/>
        <p:txBody>
          <a:bodyPr/>
          <a:lstStyle/>
          <a:p>
            <a:endParaRPr lang="es-PE"/>
          </a:p>
        </p:txBody>
      </p:sp>
    </p:spTree>
    <p:extLst>
      <p:ext uri="{BB962C8B-B14F-4D97-AF65-F5344CB8AC3E}">
        <p14:creationId xmlns:p14="http://schemas.microsoft.com/office/powerpoint/2010/main" val="35333089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ítulo 11">
            <a:extLst>
              <a:ext uri="{FF2B5EF4-FFF2-40B4-BE49-F238E27FC236}">
                <a16:creationId xmlns:a16="http://schemas.microsoft.com/office/drawing/2014/main" id="{89B50323-D8AD-E328-FA5D-4EFC43EF8576}"/>
              </a:ext>
            </a:extLst>
          </p:cNvPr>
          <p:cNvSpPr>
            <a:spLocks noGrp="1"/>
          </p:cNvSpPr>
          <p:nvPr>
            <p:ph type="title"/>
          </p:nvPr>
        </p:nvSpPr>
        <p:spPr/>
        <p:txBody>
          <a:bodyPr>
            <a:normAutofit fontScale="90000"/>
          </a:bodyPr>
          <a:lstStyle/>
          <a:p>
            <a:br>
              <a:rPr lang="es-PE" dirty="0"/>
            </a:br>
            <a:r>
              <a:rPr lang="es-PE" dirty="0"/>
              <a:t>Precio DE CU 2000</a:t>
            </a:r>
            <a:r>
              <a:rPr lang="es-PE" baseline="0" dirty="0"/>
              <a:t> - 2024</a:t>
            </a:r>
            <a:br>
              <a:rPr lang="es-PE" dirty="0"/>
            </a:br>
            <a:endParaRPr lang="es-PE" dirty="0"/>
          </a:p>
        </p:txBody>
      </p:sp>
      <p:sp>
        <p:nvSpPr>
          <p:cNvPr id="13" name="Marcador de texto 12">
            <a:extLst>
              <a:ext uri="{FF2B5EF4-FFF2-40B4-BE49-F238E27FC236}">
                <a16:creationId xmlns:a16="http://schemas.microsoft.com/office/drawing/2014/main" id="{A9D51E2F-5C99-952C-5BDD-4FDE1C15602A}"/>
              </a:ext>
            </a:extLst>
          </p:cNvPr>
          <p:cNvSpPr>
            <a:spLocks noGrp="1"/>
          </p:cNvSpPr>
          <p:nvPr>
            <p:ph type="body" sz="quarter" idx="13"/>
          </p:nvPr>
        </p:nvSpPr>
        <p:spPr/>
        <p:txBody>
          <a:bodyPr/>
          <a:lstStyle/>
          <a:p>
            <a:r>
              <a:rPr lang="es-ES" dirty="0"/>
              <a:t>29/04/24</a:t>
            </a:r>
            <a:endParaRPr lang="es-PE" dirty="0"/>
          </a:p>
        </p:txBody>
      </p:sp>
      <p:sp>
        <p:nvSpPr>
          <p:cNvPr id="14" name="Marcador de texto 13">
            <a:extLst>
              <a:ext uri="{FF2B5EF4-FFF2-40B4-BE49-F238E27FC236}">
                <a16:creationId xmlns:a16="http://schemas.microsoft.com/office/drawing/2014/main" id="{70A113DC-A657-763D-6519-14A1714BC9CA}"/>
              </a:ext>
            </a:extLst>
          </p:cNvPr>
          <p:cNvSpPr>
            <a:spLocks noGrp="1"/>
          </p:cNvSpPr>
          <p:nvPr>
            <p:ph type="body" sz="quarter" idx="14"/>
          </p:nvPr>
        </p:nvSpPr>
        <p:spPr/>
        <p:txBody>
          <a:bodyPr/>
          <a:lstStyle/>
          <a:p>
            <a:endParaRPr lang="es-PE"/>
          </a:p>
        </p:txBody>
      </p:sp>
      <p:sp>
        <p:nvSpPr>
          <p:cNvPr id="15" name="Marcador de texto 14">
            <a:extLst>
              <a:ext uri="{FF2B5EF4-FFF2-40B4-BE49-F238E27FC236}">
                <a16:creationId xmlns:a16="http://schemas.microsoft.com/office/drawing/2014/main" id="{1FA5971A-42B5-56F5-A464-324D4F38CAA6}"/>
              </a:ext>
            </a:extLst>
          </p:cNvPr>
          <p:cNvSpPr>
            <a:spLocks noGrp="1"/>
          </p:cNvSpPr>
          <p:nvPr>
            <p:ph type="body" sz="quarter" idx="15"/>
          </p:nvPr>
        </p:nvSpPr>
        <p:spPr/>
        <p:txBody>
          <a:bodyPr/>
          <a:lstStyle/>
          <a:p>
            <a:r>
              <a:rPr lang="es-ES" dirty="0"/>
              <a:t>Módulo I – K.V.C.P.</a:t>
            </a:r>
            <a:endParaRPr lang="es-PE" dirty="0"/>
          </a:p>
        </p:txBody>
      </p:sp>
      <p:sp>
        <p:nvSpPr>
          <p:cNvPr id="17" name="Marcador de texto 16">
            <a:extLst>
              <a:ext uri="{FF2B5EF4-FFF2-40B4-BE49-F238E27FC236}">
                <a16:creationId xmlns:a16="http://schemas.microsoft.com/office/drawing/2014/main" id="{18337B3E-E47C-EF5A-3881-7AB8DC3D150C}"/>
              </a:ext>
            </a:extLst>
          </p:cNvPr>
          <p:cNvSpPr>
            <a:spLocks noGrp="1"/>
          </p:cNvSpPr>
          <p:nvPr>
            <p:ph type="body" sz="quarter" idx="17"/>
          </p:nvPr>
        </p:nvSpPr>
        <p:spPr/>
        <p:txBody>
          <a:bodyPr/>
          <a:lstStyle/>
          <a:p>
            <a:r>
              <a:rPr lang="es-ES" dirty="0"/>
              <a:t>Fig. 3</a:t>
            </a:r>
            <a:endParaRPr lang="es-PE" dirty="0"/>
          </a:p>
        </p:txBody>
      </p:sp>
      <p:sp>
        <p:nvSpPr>
          <p:cNvPr id="18" name="Marcador de texto 17">
            <a:extLst>
              <a:ext uri="{FF2B5EF4-FFF2-40B4-BE49-F238E27FC236}">
                <a16:creationId xmlns:a16="http://schemas.microsoft.com/office/drawing/2014/main" id="{C31AF152-C908-A470-3336-A6D43C41B197}"/>
              </a:ext>
            </a:extLst>
          </p:cNvPr>
          <p:cNvSpPr>
            <a:spLocks noGrp="1"/>
          </p:cNvSpPr>
          <p:nvPr>
            <p:ph type="body" sz="quarter" idx="18"/>
          </p:nvPr>
        </p:nvSpPr>
        <p:spPr/>
        <p:txBody>
          <a:bodyPr/>
          <a:lstStyle/>
          <a:p>
            <a:r>
              <a:rPr lang="es-ES" dirty="0"/>
              <a:t>Fuente: BCRP</a:t>
            </a:r>
            <a:endParaRPr lang="es-PE" dirty="0"/>
          </a:p>
        </p:txBody>
      </p:sp>
      <p:graphicFrame>
        <p:nvGraphicFramePr>
          <p:cNvPr id="22" name="Marcador de contenido 21">
            <a:extLst>
              <a:ext uri="{FF2B5EF4-FFF2-40B4-BE49-F238E27FC236}">
                <a16:creationId xmlns:a16="http://schemas.microsoft.com/office/drawing/2014/main" id="{B9A71734-1008-E2FF-A9B2-5B67C579EC49}"/>
              </a:ext>
            </a:extLst>
          </p:cNvPr>
          <p:cNvGraphicFramePr>
            <a:graphicFrameLocks noGrp="1"/>
          </p:cNvGraphicFramePr>
          <p:nvPr>
            <p:ph idx="16"/>
            <p:extLst>
              <p:ext uri="{D42A27DB-BD31-4B8C-83A1-F6EECF244321}">
                <p14:modId xmlns:p14="http://schemas.microsoft.com/office/powerpoint/2010/main" val="502695466"/>
              </p:ext>
            </p:extLst>
          </p:nvPr>
        </p:nvGraphicFramePr>
        <p:xfrm>
          <a:off x="838200" y="1836738"/>
          <a:ext cx="10515600" cy="413861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3329968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609865-BC8C-8AA2-C895-D2DC99861739}"/>
              </a:ext>
            </a:extLst>
          </p:cNvPr>
          <p:cNvSpPr>
            <a:spLocks noGrp="1"/>
          </p:cNvSpPr>
          <p:nvPr>
            <p:ph type="title"/>
          </p:nvPr>
        </p:nvSpPr>
        <p:spPr/>
        <p:txBody>
          <a:bodyPr>
            <a:normAutofit fontScale="90000"/>
          </a:bodyPr>
          <a:lstStyle/>
          <a:p>
            <a:br>
              <a:rPr lang="es-PE" dirty="0"/>
            </a:br>
            <a:r>
              <a:rPr lang="es-PE" dirty="0"/>
              <a:t>Precio</a:t>
            </a:r>
            <a:r>
              <a:rPr lang="es-PE" baseline="0" dirty="0"/>
              <a:t> del cu – lme – 1935 - 2024</a:t>
            </a:r>
            <a:br>
              <a:rPr lang="es-PE" dirty="0"/>
            </a:br>
            <a:endParaRPr lang="es-PE" dirty="0"/>
          </a:p>
        </p:txBody>
      </p:sp>
      <p:sp>
        <p:nvSpPr>
          <p:cNvPr id="3" name="Marcador de texto 2">
            <a:extLst>
              <a:ext uri="{FF2B5EF4-FFF2-40B4-BE49-F238E27FC236}">
                <a16:creationId xmlns:a16="http://schemas.microsoft.com/office/drawing/2014/main" id="{08083170-947D-FF7C-1434-15B05D6F53D7}"/>
              </a:ext>
            </a:extLst>
          </p:cNvPr>
          <p:cNvSpPr>
            <a:spLocks noGrp="1"/>
          </p:cNvSpPr>
          <p:nvPr>
            <p:ph type="body" sz="quarter" idx="13"/>
          </p:nvPr>
        </p:nvSpPr>
        <p:spPr/>
        <p:txBody>
          <a:bodyPr/>
          <a:lstStyle/>
          <a:p>
            <a:endParaRPr lang="es-PE"/>
          </a:p>
        </p:txBody>
      </p:sp>
      <p:sp>
        <p:nvSpPr>
          <p:cNvPr id="4" name="Marcador de texto 3">
            <a:extLst>
              <a:ext uri="{FF2B5EF4-FFF2-40B4-BE49-F238E27FC236}">
                <a16:creationId xmlns:a16="http://schemas.microsoft.com/office/drawing/2014/main" id="{CA3D537C-200D-6DD9-E87C-772CB6CE0D7D}"/>
              </a:ext>
            </a:extLst>
          </p:cNvPr>
          <p:cNvSpPr>
            <a:spLocks noGrp="1"/>
          </p:cNvSpPr>
          <p:nvPr>
            <p:ph type="body" sz="quarter" idx="14"/>
          </p:nvPr>
        </p:nvSpPr>
        <p:spPr/>
        <p:txBody>
          <a:bodyPr/>
          <a:lstStyle/>
          <a:p>
            <a:endParaRPr lang="es-PE"/>
          </a:p>
        </p:txBody>
      </p:sp>
      <p:sp>
        <p:nvSpPr>
          <p:cNvPr id="5" name="Marcador de texto 4">
            <a:extLst>
              <a:ext uri="{FF2B5EF4-FFF2-40B4-BE49-F238E27FC236}">
                <a16:creationId xmlns:a16="http://schemas.microsoft.com/office/drawing/2014/main" id="{B4B2BF5F-BDB0-D912-5A4B-4F651DA8D91F}"/>
              </a:ext>
            </a:extLst>
          </p:cNvPr>
          <p:cNvSpPr>
            <a:spLocks noGrp="1"/>
          </p:cNvSpPr>
          <p:nvPr>
            <p:ph type="body" sz="quarter" idx="15"/>
          </p:nvPr>
        </p:nvSpPr>
        <p:spPr/>
        <p:txBody>
          <a:bodyPr/>
          <a:lstStyle/>
          <a:p>
            <a:r>
              <a:rPr lang="es-ES" dirty="0"/>
              <a:t>Módulo I – K.V.C.P.</a:t>
            </a:r>
            <a:endParaRPr lang="es-PE" dirty="0"/>
          </a:p>
        </p:txBody>
      </p:sp>
      <p:sp>
        <p:nvSpPr>
          <p:cNvPr id="7" name="Marcador de texto 6">
            <a:extLst>
              <a:ext uri="{FF2B5EF4-FFF2-40B4-BE49-F238E27FC236}">
                <a16:creationId xmlns:a16="http://schemas.microsoft.com/office/drawing/2014/main" id="{271D5BD0-6478-7949-9750-57BF89EC2B35}"/>
              </a:ext>
            </a:extLst>
          </p:cNvPr>
          <p:cNvSpPr>
            <a:spLocks noGrp="1"/>
          </p:cNvSpPr>
          <p:nvPr>
            <p:ph type="body" sz="quarter" idx="17"/>
          </p:nvPr>
        </p:nvSpPr>
        <p:spPr/>
        <p:txBody>
          <a:bodyPr/>
          <a:lstStyle/>
          <a:p>
            <a:endParaRPr lang="es-PE"/>
          </a:p>
        </p:txBody>
      </p:sp>
      <p:sp>
        <p:nvSpPr>
          <p:cNvPr id="8" name="Marcador de texto 7">
            <a:extLst>
              <a:ext uri="{FF2B5EF4-FFF2-40B4-BE49-F238E27FC236}">
                <a16:creationId xmlns:a16="http://schemas.microsoft.com/office/drawing/2014/main" id="{D77AA541-96BD-83E0-22ED-286A8124ABBA}"/>
              </a:ext>
            </a:extLst>
          </p:cNvPr>
          <p:cNvSpPr>
            <a:spLocks noGrp="1"/>
          </p:cNvSpPr>
          <p:nvPr>
            <p:ph type="body" sz="quarter" idx="18"/>
          </p:nvPr>
        </p:nvSpPr>
        <p:spPr/>
        <p:txBody>
          <a:bodyPr/>
          <a:lstStyle/>
          <a:p>
            <a:r>
              <a:rPr lang="es-ES" dirty="0"/>
              <a:t>Fuente: COCHILCO</a:t>
            </a:r>
            <a:endParaRPr lang="es-PE" dirty="0"/>
          </a:p>
        </p:txBody>
      </p:sp>
      <p:graphicFrame>
        <p:nvGraphicFramePr>
          <p:cNvPr id="12" name="Marcador de contenido 11">
            <a:extLst>
              <a:ext uri="{FF2B5EF4-FFF2-40B4-BE49-F238E27FC236}">
                <a16:creationId xmlns:a16="http://schemas.microsoft.com/office/drawing/2014/main" id="{3BD274D3-7B19-4069-B950-86D9BB7A88E0}"/>
              </a:ext>
            </a:extLst>
          </p:cNvPr>
          <p:cNvGraphicFramePr>
            <a:graphicFrameLocks noGrp="1"/>
          </p:cNvGraphicFramePr>
          <p:nvPr>
            <p:ph idx="16"/>
            <p:extLst>
              <p:ext uri="{D42A27DB-BD31-4B8C-83A1-F6EECF244321}">
                <p14:modId xmlns:p14="http://schemas.microsoft.com/office/powerpoint/2010/main" val="474697997"/>
              </p:ext>
            </p:extLst>
          </p:nvPr>
        </p:nvGraphicFramePr>
        <p:xfrm>
          <a:off x="838200" y="1836738"/>
          <a:ext cx="10515600" cy="413861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7877980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6EC306-CE4C-3814-1237-7FECA7A317C3}"/>
              </a:ext>
            </a:extLst>
          </p:cNvPr>
          <p:cNvSpPr>
            <a:spLocks noGrp="1"/>
          </p:cNvSpPr>
          <p:nvPr>
            <p:ph type="title"/>
          </p:nvPr>
        </p:nvSpPr>
        <p:spPr/>
        <p:txBody>
          <a:bodyPr/>
          <a:lstStyle/>
          <a:p>
            <a:r>
              <a:rPr lang="es-ES" dirty="0"/>
              <a:t>Precio del </a:t>
            </a:r>
            <a:r>
              <a:rPr lang="es-ES" dirty="0" err="1"/>
              <a:t>cu</a:t>
            </a:r>
            <a:r>
              <a:rPr lang="es-ES" dirty="0"/>
              <a:t> - </a:t>
            </a:r>
            <a:r>
              <a:rPr lang="es-ES" dirty="0" err="1"/>
              <a:t>lme</a:t>
            </a:r>
            <a:r>
              <a:rPr lang="es-ES" dirty="0"/>
              <a:t> - (1970 – 2000)</a:t>
            </a:r>
            <a:endParaRPr lang="es-PE" dirty="0"/>
          </a:p>
        </p:txBody>
      </p:sp>
      <p:graphicFrame>
        <p:nvGraphicFramePr>
          <p:cNvPr id="9" name="Marcador de contenido 8">
            <a:extLst>
              <a:ext uri="{FF2B5EF4-FFF2-40B4-BE49-F238E27FC236}">
                <a16:creationId xmlns:a16="http://schemas.microsoft.com/office/drawing/2014/main" id="{A9368DE9-59C9-4276-9DFE-9CB9F020A66B}"/>
              </a:ext>
            </a:extLst>
          </p:cNvPr>
          <p:cNvGraphicFramePr>
            <a:graphicFrameLocks noGrp="1"/>
          </p:cNvGraphicFramePr>
          <p:nvPr>
            <p:ph idx="1"/>
            <p:extLst>
              <p:ext uri="{D42A27DB-BD31-4B8C-83A1-F6EECF244321}">
                <p14:modId xmlns:p14="http://schemas.microsoft.com/office/powerpoint/2010/main" val="4076816900"/>
              </p:ext>
            </p:extLst>
          </p:nvPr>
        </p:nvGraphicFramePr>
        <p:xfrm>
          <a:off x="838200" y="1838325"/>
          <a:ext cx="5219700" cy="4140200"/>
        </p:xfrm>
        <a:graphic>
          <a:graphicData uri="http://schemas.openxmlformats.org/drawingml/2006/chart">
            <c:chart xmlns:c="http://schemas.openxmlformats.org/drawingml/2006/chart" xmlns:r="http://schemas.openxmlformats.org/officeDocument/2006/relationships" r:id="rId2"/>
          </a:graphicData>
        </a:graphic>
      </p:graphicFrame>
      <p:sp>
        <p:nvSpPr>
          <p:cNvPr id="10" name="Marcador de texto 9">
            <a:extLst>
              <a:ext uri="{FF2B5EF4-FFF2-40B4-BE49-F238E27FC236}">
                <a16:creationId xmlns:a16="http://schemas.microsoft.com/office/drawing/2014/main" id="{F90CA6FD-FC06-56AD-5FFC-004FA7D420C6}"/>
              </a:ext>
            </a:extLst>
          </p:cNvPr>
          <p:cNvSpPr>
            <a:spLocks noGrp="1"/>
          </p:cNvSpPr>
          <p:nvPr>
            <p:ph type="body" sz="quarter" idx="13"/>
          </p:nvPr>
        </p:nvSpPr>
        <p:spPr/>
        <p:txBody>
          <a:bodyPr/>
          <a:lstStyle/>
          <a:p>
            <a:r>
              <a:rPr lang="es-ES" dirty="0"/>
              <a:t>29/04/24</a:t>
            </a:r>
            <a:endParaRPr lang="es-PE" dirty="0"/>
          </a:p>
        </p:txBody>
      </p:sp>
      <p:sp>
        <p:nvSpPr>
          <p:cNvPr id="11" name="Marcador de texto 10">
            <a:extLst>
              <a:ext uri="{FF2B5EF4-FFF2-40B4-BE49-F238E27FC236}">
                <a16:creationId xmlns:a16="http://schemas.microsoft.com/office/drawing/2014/main" id="{07A14489-262A-7AFE-4A5F-B886BF878FAC}"/>
              </a:ext>
            </a:extLst>
          </p:cNvPr>
          <p:cNvSpPr>
            <a:spLocks noGrp="1"/>
          </p:cNvSpPr>
          <p:nvPr>
            <p:ph type="body" sz="quarter" idx="14"/>
          </p:nvPr>
        </p:nvSpPr>
        <p:spPr/>
        <p:txBody>
          <a:bodyPr/>
          <a:lstStyle/>
          <a:p>
            <a:endParaRPr lang="es-PE"/>
          </a:p>
        </p:txBody>
      </p:sp>
      <p:sp>
        <p:nvSpPr>
          <p:cNvPr id="12" name="Marcador de texto 11">
            <a:extLst>
              <a:ext uri="{FF2B5EF4-FFF2-40B4-BE49-F238E27FC236}">
                <a16:creationId xmlns:a16="http://schemas.microsoft.com/office/drawing/2014/main" id="{0B7CDAD3-2F69-45B9-198D-D01B51E67E43}"/>
              </a:ext>
            </a:extLst>
          </p:cNvPr>
          <p:cNvSpPr>
            <a:spLocks noGrp="1"/>
          </p:cNvSpPr>
          <p:nvPr>
            <p:ph type="body" sz="quarter" idx="15"/>
          </p:nvPr>
        </p:nvSpPr>
        <p:spPr/>
        <p:txBody>
          <a:bodyPr/>
          <a:lstStyle/>
          <a:p>
            <a:r>
              <a:rPr lang="es-ES" dirty="0"/>
              <a:t>Módulo I – K.V.C.P.</a:t>
            </a:r>
            <a:endParaRPr lang="es-PE" dirty="0"/>
          </a:p>
        </p:txBody>
      </p:sp>
      <p:sp>
        <p:nvSpPr>
          <p:cNvPr id="13" name="Marcador de contenido 12">
            <a:extLst>
              <a:ext uri="{FF2B5EF4-FFF2-40B4-BE49-F238E27FC236}">
                <a16:creationId xmlns:a16="http://schemas.microsoft.com/office/drawing/2014/main" id="{14CE93F5-D404-866B-1CAE-5C2FE0E0C149}"/>
              </a:ext>
            </a:extLst>
          </p:cNvPr>
          <p:cNvSpPr>
            <a:spLocks noGrp="1"/>
          </p:cNvSpPr>
          <p:nvPr>
            <p:ph idx="16"/>
          </p:nvPr>
        </p:nvSpPr>
        <p:spPr/>
        <p:txBody>
          <a:bodyPr/>
          <a:lstStyle/>
          <a:p>
            <a:r>
              <a:rPr lang="es-ES" dirty="0"/>
              <a:t>“El mejor indicador de la escasez o abundancia parece ser el precio, Desde 1970 el precio de este metal ha venido declinando sistemáticamente, lo que es muestra de una mayor abundancia”. ¿Minería para siempre? </a:t>
            </a:r>
          </a:p>
          <a:p>
            <a:endParaRPr lang="es-PE" dirty="0"/>
          </a:p>
        </p:txBody>
      </p:sp>
      <p:sp>
        <p:nvSpPr>
          <p:cNvPr id="15" name="Marcador de texto 14">
            <a:extLst>
              <a:ext uri="{FF2B5EF4-FFF2-40B4-BE49-F238E27FC236}">
                <a16:creationId xmlns:a16="http://schemas.microsoft.com/office/drawing/2014/main" id="{A0888664-AD50-22D2-69FD-A82CC31FF725}"/>
              </a:ext>
            </a:extLst>
          </p:cNvPr>
          <p:cNvSpPr>
            <a:spLocks noGrp="1"/>
          </p:cNvSpPr>
          <p:nvPr>
            <p:ph type="body" sz="quarter" idx="18"/>
          </p:nvPr>
        </p:nvSpPr>
        <p:spPr/>
        <p:txBody>
          <a:bodyPr/>
          <a:lstStyle/>
          <a:p>
            <a:endParaRPr lang="es-PE"/>
          </a:p>
        </p:txBody>
      </p:sp>
      <p:sp>
        <p:nvSpPr>
          <p:cNvPr id="14" name="Marcador de texto 13">
            <a:extLst>
              <a:ext uri="{FF2B5EF4-FFF2-40B4-BE49-F238E27FC236}">
                <a16:creationId xmlns:a16="http://schemas.microsoft.com/office/drawing/2014/main" id="{315852CE-69D3-4B94-4B3D-64DBE437CD48}"/>
              </a:ext>
            </a:extLst>
          </p:cNvPr>
          <p:cNvSpPr>
            <a:spLocks noGrp="1"/>
          </p:cNvSpPr>
          <p:nvPr>
            <p:ph type="body" sz="quarter" idx="17"/>
          </p:nvPr>
        </p:nvSpPr>
        <p:spPr/>
        <p:txBody>
          <a:bodyPr/>
          <a:lstStyle/>
          <a:p>
            <a:r>
              <a:rPr lang="es-ES" dirty="0"/>
              <a:t>Fig. 4</a:t>
            </a:r>
            <a:endParaRPr lang="es-PE" dirty="0"/>
          </a:p>
        </p:txBody>
      </p:sp>
      <p:sp>
        <p:nvSpPr>
          <p:cNvPr id="16" name="Marcador de texto 15">
            <a:extLst>
              <a:ext uri="{FF2B5EF4-FFF2-40B4-BE49-F238E27FC236}">
                <a16:creationId xmlns:a16="http://schemas.microsoft.com/office/drawing/2014/main" id="{E7E67736-669C-756A-5261-68CFBBF3ED0D}"/>
              </a:ext>
            </a:extLst>
          </p:cNvPr>
          <p:cNvSpPr>
            <a:spLocks noGrp="1"/>
          </p:cNvSpPr>
          <p:nvPr>
            <p:ph type="body" sz="quarter" idx="19"/>
          </p:nvPr>
        </p:nvSpPr>
        <p:spPr/>
        <p:txBody>
          <a:bodyPr/>
          <a:lstStyle/>
          <a:p>
            <a:endParaRPr lang="es-PE"/>
          </a:p>
        </p:txBody>
      </p:sp>
      <p:sp>
        <p:nvSpPr>
          <p:cNvPr id="17" name="Marcador de texto 16">
            <a:extLst>
              <a:ext uri="{FF2B5EF4-FFF2-40B4-BE49-F238E27FC236}">
                <a16:creationId xmlns:a16="http://schemas.microsoft.com/office/drawing/2014/main" id="{496FE58B-916A-D6E4-3BF1-FF56ECA146AC}"/>
              </a:ext>
            </a:extLst>
          </p:cNvPr>
          <p:cNvSpPr>
            <a:spLocks noGrp="1"/>
          </p:cNvSpPr>
          <p:nvPr>
            <p:ph type="body" sz="quarter" idx="20"/>
          </p:nvPr>
        </p:nvSpPr>
        <p:spPr/>
        <p:txBody>
          <a:bodyPr/>
          <a:lstStyle/>
          <a:p>
            <a:endParaRPr lang="es-PE"/>
          </a:p>
        </p:txBody>
      </p:sp>
    </p:spTree>
    <p:extLst>
      <p:ext uri="{BB962C8B-B14F-4D97-AF65-F5344CB8AC3E}">
        <p14:creationId xmlns:p14="http://schemas.microsoft.com/office/powerpoint/2010/main" val="21578833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A874E3-7BA5-7F4C-EBF0-4AB9FDDDD0F5}"/>
              </a:ext>
            </a:extLst>
          </p:cNvPr>
          <p:cNvSpPr>
            <a:spLocks noGrp="1"/>
          </p:cNvSpPr>
          <p:nvPr>
            <p:ph type="title"/>
          </p:nvPr>
        </p:nvSpPr>
        <p:spPr/>
        <p:txBody>
          <a:bodyPr/>
          <a:lstStyle/>
          <a:p>
            <a:r>
              <a:rPr lang="es-ES" dirty="0"/>
              <a:t>Precio del </a:t>
            </a:r>
            <a:r>
              <a:rPr lang="es-ES" dirty="0" err="1"/>
              <a:t>cu</a:t>
            </a:r>
            <a:r>
              <a:rPr lang="es-ES" dirty="0"/>
              <a:t> – </a:t>
            </a:r>
            <a:r>
              <a:rPr lang="es-ES" dirty="0" err="1"/>
              <a:t>lme</a:t>
            </a:r>
            <a:r>
              <a:rPr lang="es-ES" dirty="0"/>
              <a:t> – (1935 – 2000)</a:t>
            </a:r>
            <a:endParaRPr lang="es-PE" dirty="0"/>
          </a:p>
        </p:txBody>
      </p:sp>
      <p:sp>
        <p:nvSpPr>
          <p:cNvPr id="4" name="Marcador de texto 3">
            <a:extLst>
              <a:ext uri="{FF2B5EF4-FFF2-40B4-BE49-F238E27FC236}">
                <a16:creationId xmlns:a16="http://schemas.microsoft.com/office/drawing/2014/main" id="{F0C14B7F-8710-45AA-C5A1-C553BBF6FC5D}"/>
              </a:ext>
            </a:extLst>
          </p:cNvPr>
          <p:cNvSpPr>
            <a:spLocks noGrp="1"/>
          </p:cNvSpPr>
          <p:nvPr>
            <p:ph type="body" sz="quarter" idx="13"/>
          </p:nvPr>
        </p:nvSpPr>
        <p:spPr/>
        <p:txBody>
          <a:bodyPr/>
          <a:lstStyle/>
          <a:p>
            <a:r>
              <a:rPr lang="es-ES" dirty="0"/>
              <a:t>29/04/24</a:t>
            </a:r>
            <a:endParaRPr lang="es-PE" dirty="0"/>
          </a:p>
        </p:txBody>
      </p:sp>
      <p:sp>
        <p:nvSpPr>
          <p:cNvPr id="5" name="Marcador de texto 4">
            <a:extLst>
              <a:ext uri="{FF2B5EF4-FFF2-40B4-BE49-F238E27FC236}">
                <a16:creationId xmlns:a16="http://schemas.microsoft.com/office/drawing/2014/main" id="{EDC619DD-2547-F091-CD11-0CBEABAB1E43}"/>
              </a:ext>
            </a:extLst>
          </p:cNvPr>
          <p:cNvSpPr>
            <a:spLocks noGrp="1"/>
          </p:cNvSpPr>
          <p:nvPr>
            <p:ph type="body" sz="quarter" idx="14"/>
          </p:nvPr>
        </p:nvSpPr>
        <p:spPr/>
        <p:txBody>
          <a:bodyPr/>
          <a:lstStyle/>
          <a:p>
            <a:endParaRPr lang="es-PE"/>
          </a:p>
        </p:txBody>
      </p:sp>
      <p:sp>
        <p:nvSpPr>
          <p:cNvPr id="6" name="Marcador de texto 5">
            <a:extLst>
              <a:ext uri="{FF2B5EF4-FFF2-40B4-BE49-F238E27FC236}">
                <a16:creationId xmlns:a16="http://schemas.microsoft.com/office/drawing/2014/main" id="{55233A10-B47B-B224-4FB6-802A8A743CA1}"/>
              </a:ext>
            </a:extLst>
          </p:cNvPr>
          <p:cNvSpPr>
            <a:spLocks noGrp="1"/>
          </p:cNvSpPr>
          <p:nvPr>
            <p:ph type="body" sz="quarter" idx="15"/>
          </p:nvPr>
        </p:nvSpPr>
        <p:spPr/>
        <p:txBody>
          <a:bodyPr/>
          <a:lstStyle/>
          <a:p>
            <a:r>
              <a:rPr lang="es-ES" dirty="0"/>
              <a:t>Módulo I – K.V.C.P.</a:t>
            </a:r>
            <a:endParaRPr lang="es-PE" dirty="0"/>
          </a:p>
        </p:txBody>
      </p:sp>
      <p:sp>
        <p:nvSpPr>
          <p:cNvPr id="7" name="Marcador de contenido 6">
            <a:extLst>
              <a:ext uri="{FF2B5EF4-FFF2-40B4-BE49-F238E27FC236}">
                <a16:creationId xmlns:a16="http://schemas.microsoft.com/office/drawing/2014/main" id="{01194ED5-5C4E-CD4B-82F0-8B02E61E8E78}"/>
              </a:ext>
            </a:extLst>
          </p:cNvPr>
          <p:cNvSpPr>
            <a:spLocks noGrp="1"/>
          </p:cNvSpPr>
          <p:nvPr>
            <p:ph idx="16"/>
          </p:nvPr>
        </p:nvSpPr>
        <p:spPr/>
        <p:txBody>
          <a:bodyPr/>
          <a:lstStyle/>
          <a:p>
            <a:r>
              <a:rPr lang="es-ES" dirty="0"/>
              <a:t>Si se toma en cuenta el precio del cobre desde 1935 la tendencia del precio es al alza. </a:t>
            </a:r>
            <a:endParaRPr lang="es-PE" dirty="0"/>
          </a:p>
        </p:txBody>
      </p:sp>
      <p:sp>
        <p:nvSpPr>
          <p:cNvPr id="8" name="Marcador de texto 7">
            <a:extLst>
              <a:ext uri="{FF2B5EF4-FFF2-40B4-BE49-F238E27FC236}">
                <a16:creationId xmlns:a16="http://schemas.microsoft.com/office/drawing/2014/main" id="{D9E3F27D-1E45-1361-6410-45DC5FE54FA2}"/>
              </a:ext>
            </a:extLst>
          </p:cNvPr>
          <p:cNvSpPr>
            <a:spLocks noGrp="1"/>
          </p:cNvSpPr>
          <p:nvPr>
            <p:ph type="body" sz="quarter" idx="18"/>
          </p:nvPr>
        </p:nvSpPr>
        <p:spPr/>
        <p:txBody>
          <a:bodyPr/>
          <a:lstStyle/>
          <a:p>
            <a:endParaRPr lang="es-PE"/>
          </a:p>
        </p:txBody>
      </p:sp>
      <p:sp>
        <p:nvSpPr>
          <p:cNvPr id="9" name="Marcador de texto 8">
            <a:extLst>
              <a:ext uri="{FF2B5EF4-FFF2-40B4-BE49-F238E27FC236}">
                <a16:creationId xmlns:a16="http://schemas.microsoft.com/office/drawing/2014/main" id="{72342CB1-A682-07FF-61A0-AA007FBA6611}"/>
              </a:ext>
            </a:extLst>
          </p:cNvPr>
          <p:cNvSpPr>
            <a:spLocks noGrp="1"/>
          </p:cNvSpPr>
          <p:nvPr>
            <p:ph type="body" sz="quarter" idx="17"/>
          </p:nvPr>
        </p:nvSpPr>
        <p:spPr/>
        <p:txBody>
          <a:bodyPr/>
          <a:lstStyle/>
          <a:p>
            <a:r>
              <a:rPr lang="es-ES" dirty="0"/>
              <a:t>Fig. 5</a:t>
            </a:r>
            <a:endParaRPr lang="es-PE" dirty="0"/>
          </a:p>
        </p:txBody>
      </p:sp>
      <p:sp>
        <p:nvSpPr>
          <p:cNvPr id="10" name="Marcador de texto 9">
            <a:extLst>
              <a:ext uri="{FF2B5EF4-FFF2-40B4-BE49-F238E27FC236}">
                <a16:creationId xmlns:a16="http://schemas.microsoft.com/office/drawing/2014/main" id="{A9750566-A2E4-9736-A6B2-C58D301B9DF6}"/>
              </a:ext>
            </a:extLst>
          </p:cNvPr>
          <p:cNvSpPr>
            <a:spLocks noGrp="1"/>
          </p:cNvSpPr>
          <p:nvPr>
            <p:ph type="body" sz="quarter" idx="19"/>
          </p:nvPr>
        </p:nvSpPr>
        <p:spPr/>
        <p:txBody>
          <a:bodyPr/>
          <a:lstStyle/>
          <a:p>
            <a:endParaRPr lang="es-PE"/>
          </a:p>
        </p:txBody>
      </p:sp>
      <p:sp>
        <p:nvSpPr>
          <p:cNvPr id="11" name="Marcador de texto 10">
            <a:extLst>
              <a:ext uri="{FF2B5EF4-FFF2-40B4-BE49-F238E27FC236}">
                <a16:creationId xmlns:a16="http://schemas.microsoft.com/office/drawing/2014/main" id="{5744B4A8-4D06-79DB-8B93-A59293B773B2}"/>
              </a:ext>
            </a:extLst>
          </p:cNvPr>
          <p:cNvSpPr>
            <a:spLocks noGrp="1"/>
          </p:cNvSpPr>
          <p:nvPr>
            <p:ph type="body" sz="quarter" idx="20"/>
          </p:nvPr>
        </p:nvSpPr>
        <p:spPr/>
        <p:txBody>
          <a:bodyPr/>
          <a:lstStyle/>
          <a:p>
            <a:endParaRPr lang="es-PE"/>
          </a:p>
        </p:txBody>
      </p:sp>
      <p:graphicFrame>
        <p:nvGraphicFramePr>
          <p:cNvPr id="12" name="Marcador de contenido 11">
            <a:extLst>
              <a:ext uri="{FF2B5EF4-FFF2-40B4-BE49-F238E27FC236}">
                <a16:creationId xmlns:a16="http://schemas.microsoft.com/office/drawing/2014/main" id="{1708E5F7-AE4D-402D-BC16-0B56189314F1}"/>
              </a:ext>
            </a:extLst>
          </p:cNvPr>
          <p:cNvGraphicFramePr>
            <a:graphicFrameLocks noGrp="1"/>
          </p:cNvGraphicFramePr>
          <p:nvPr>
            <p:ph idx="1"/>
            <p:extLst>
              <p:ext uri="{D42A27DB-BD31-4B8C-83A1-F6EECF244321}">
                <p14:modId xmlns:p14="http://schemas.microsoft.com/office/powerpoint/2010/main" val="2238583954"/>
              </p:ext>
            </p:extLst>
          </p:nvPr>
        </p:nvGraphicFramePr>
        <p:xfrm>
          <a:off x="838200" y="1838325"/>
          <a:ext cx="5219700" cy="4140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5419266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ítulo 11">
            <a:extLst>
              <a:ext uri="{FF2B5EF4-FFF2-40B4-BE49-F238E27FC236}">
                <a16:creationId xmlns:a16="http://schemas.microsoft.com/office/drawing/2014/main" id="{051E132C-E0E5-C4CA-2B1B-4699E6493430}"/>
              </a:ext>
            </a:extLst>
          </p:cNvPr>
          <p:cNvSpPr>
            <a:spLocks noGrp="1"/>
          </p:cNvSpPr>
          <p:nvPr>
            <p:ph type="title"/>
          </p:nvPr>
        </p:nvSpPr>
        <p:spPr>
          <a:solidFill>
            <a:schemeClr val="accent6"/>
          </a:solidFill>
          <a:ln>
            <a:noFill/>
          </a:ln>
          <a:effectLst>
            <a:outerShdw blurRad="152400" dist="317500" dir="5400000" sx="90000" sy="-19000" rotWithShape="0">
              <a:prstClr val="black">
                <a:alpha val="15000"/>
              </a:prstClr>
            </a:outerShdw>
          </a:effectLst>
          <a:scene3d>
            <a:camera prst="orthographicFront"/>
            <a:lightRig rig="threePt" dir="t"/>
          </a:scene3d>
          <a:sp3d prstMaterial="plastic">
            <a:bevelT/>
          </a:sp3d>
        </p:spPr>
        <p:txBody>
          <a:bodyPr vert="horz" lIns="91440" tIns="45720" rIns="91440" bIns="45720" rtlCol="0" anchor="ctr">
            <a:normAutofit fontScale="90000"/>
          </a:bodyPr>
          <a:lstStyle/>
          <a:p>
            <a:br>
              <a:rPr lang="es-PE" dirty="0"/>
            </a:br>
            <a:r>
              <a:rPr lang="es-PE" dirty="0"/>
              <a:t>Demanda mundial de cobre en 2017 y 2018, por región (en miles de toneladas métricas).</a:t>
            </a:r>
            <a:br>
              <a:rPr lang="es-PE" dirty="0"/>
            </a:br>
            <a:endParaRPr lang="es-PE" dirty="0"/>
          </a:p>
        </p:txBody>
      </p:sp>
      <p:sp>
        <p:nvSpPr>
          <p:cNvPr id="13" name="Marcador de texto 12">
            <a:extLst>
              <a:ext uri="{FF2B5EF4-FFF2-40B4-BE49-F238E27FC236}">
                <a16:creationId xmlns:a16="http://schemas.microsoft.com/office/drawing/2014/main" id="{4E349202-DC87-ED52-0149-82ACE5027D83}"/>
              </a:ext>
            </a:extLst>
          </p:cNvPr>
          <p:cNvSpPr>
            <a:spLocks noGrp="1"/>
          </p:cNvSpPr>
          <p:nvPr>
            <p:ph type="body" sz="quarter" idx="13"/>
          </p:nvPr>
        </p:nvSpPr>
        <p:spPr/>
        <p:txBody>
          <a:bodyPr/>
          <a:lstStyle/>
          <a:p>
            <a:r>
              <a:rPr lang="es-ES" dirty="0"/>
              <a:t>29/04/24</a:t>
            </a:r>
            <a:endParaRPr lang="es-PE" dirty="0"/>
          </a:p>
        </p:txBody>
      </p:sp>
      <p:sp>
        <p:nvSpPr>
          <p:cNvPr id="14" name="Marcador de texto 13">
            <a:extLst>
              <a:ext uri="{FF2B5EF4-FFF2-40B4-BE49-F238E27FC236}">
                <a16:creationId xmlns:a16="http://schemas.microsoft.com/office/drawing/2014/main" id="{8B34DE6D-ABD8-6CAB-7EB9-540507480D4B}"/>
              </a:ext>
            </a:extLst>
          </p:cNvPr>
          <p:cNvSpPr>
            <a:spLocks noGrp="1"/>
          </p:cNvSpPr>
          <p:nvPr>
            <p:ph type="body" sz="quarter" idx="14"/>
          </p:nvPr>
        </p:nvSpPr>
        <p:spPr/>
        <p:txBody>
          <a:bodyPr/>
          <a:lstStyle/>
          <a:p>
            <a:endParaRPr lang="es-PE"/>
          </a:p>
        </p:txBody>
      </p:sp>
      <p:sp>
        <p:nvSpPr>
          <p:cNvPr id="15" name="Marcador de texto 14">
            <a:extLst>
              <a:ext uri="{FF2B5EF4-FFF2-40B4-BE49-F238E27FC236}">
                <a16:creationId xmlns:a16="http://schemas.microsoft.com/office/drawing/2014/main" id="{5CDB0859-B7E3-2EC9-7CED-AE0B19605DF3}"/>
              </a:ext>
            </a:extLst>
          </p:cNvPr>
          <p:cNvSpPr>
            <a:spLocks noGrp="1"/>
          </p:cNvSpPr>
          <p:nvPr>
            <p:ph type="body" sz="quarter" idx="15"/>
          </p:nvPr>
        </p:nvSpPr>
        <p:spPr/>
        <p:txBody>
          <a:bodyPr/>
          <a:lstStyle/>
          <a:p>
            <a:r>
              <a:rPr lang="es-ES" dirty="0"/>
              <a:t>Módulo I – K.V.C.P.</a:t>
            </a:r>
            <a:endParaRPr lang="es-PE" dirty="0"/>
          </a:p>
        </p:txBody>
      </p:sp>
      <p:sp>
        <p:nvSpPr>
          <p:cNvPr id="17" name="Marcador de texto 16">
            <a:extLst>
              <a:ext uri="{FF2B5EF4-FFF2-40B4-BE49-F238E27FC236}">
                <a16:creationId xmlns:a16="http://schemas.microsoft.com/office/drawing/2014/main" id="{B5FE3DD6-90E0-A777-8C3C-22FDE7AA7136}"/>
              </a:ext>
            </a:extLst>
          </p:cNvPr>
          <p:cNvSpPr>
            <a:spLocks noGrp="1"/>
          </p:cNvSpPr>
          <p:nvPr>
            <p:ph type="body" sz="quarter" idx="17"/>
          </p:nvPr>
        </p:nvSpPr>
        <p:spPr/>
        <p:txBody>
          <a:bodyPr/>
          <a:lstStyle/>
          <a:p>
            <a:endParaRPr lang="es-PE"/>
          </a:p>
        </p:txBody>
      </p:sp>
      <p:sp>
        <p:nvSpPr>
          <p:cNvPr id="18" name="Marcador de texto 17">
            <a:extLst>
              <a:ext uri="{FF2B5EF4-FFF2-40B4-BE49-F238E27FC236}">
                <a16:creationId xmlns:a16="http://schemas.microsoft.com/office/drawing/2014/main" id="{D27633AF-5E56-EC4B-9EDD-A4B5874B443A}"/>
              </a:ext>
            </a:extLst>
          </p:cNvPr>
          <p:cNvSpPr>
            <a:spLocks noGrp="1"/>
          </p:cNvSpPr>
          <p:nvPr>
            <p:ph type="body" sz="quarter" idx="18"/>
          </p:nvPr>
        </p:nvSpPr>
        <p:spPr/>
        <p:txBody>
          <a:bodyPr/>
          <a:lstStyle/>
          <a:p>
            <a:endParaRPr lang="es-PE"/>
          </a:p>
        </p:txBody>
      </p:sp>
      <p:graphicFrame>
        <p:nvGraphicFramePr>
          <p:cNvPr id="19" name="ChartObject">
            <a:extLst>
              <a:ext uri="{FF2B5EF4-FFF2-40B4-BE49-F238E27FC236}">
                <a16:creationId xmlns:a16="http://schemas.microsoft.com/office/drawing/2014/main" id="{7B8AE11B-CA7B-66FF-EF6F-6D0030414669}"/>
              </a:ext>
            </a:extLst>
          </p:cNvPr>
          <p:cNvGraphicFramePr>
            <a:graphicFrameLocks noGrp="1"/>
          </p:cNvGraphicFramePr>
          <p:nvPr>
            <p:ph idx="16"/>
            <p:extLst>
              <p:ext uri="{D42A27DB-BD31-4B8C-83A1-F6EECF244321}">
                <p14:modId xmlns:p14="http://schemas.microsoft.com/office/powerpoint/2010/main" val="3187209489"/>
              </p:ext>
            </p:extLst>
          </p:nvPr>
        </p:nvGraphicFramePr>
        <p:xfrm>
          <a:off x="838200" y="1836738"/>
          <a:ext cx="10515600" cy="413861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348355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ítulo 8">
            <a:extLst>
              <a:ext uri="{FF2B5EF4-FFF2-40B4-BE49-F238E27FC236}">
                <a16:creationId xmlns:a16="http://schemas.microsoft.com/office/drawing/2014/main" id="{0773DCB7-8426-3B16-B0B1-9356CFB1D811}"/>
              </a:ext>
            </a:extLst>
          </p:cNvPr>
          <p:cNvSpPr>
            <a:spLocks noGrp="1"/>
          </p:cNvSpPr>
          <p:nvPr>
            <p:ph type="title"/>
          </p:nvPr>
        </p:nvSpPr>
        <p:spPr>
          <a:solidFill>
            <a:schemeClr val="accent6"/>
          </a:solidFill>
          <a:ln>
            <a:noFill/>
          </a:ln>
          <a:effectLst>
            <a:outerShdw blurRad="152400" dist="317500" dir="5400000" sx="90000" sy="-19000" rotWithShape="0">
              <a:prstClr val="black">
                <a:alpha val="15000"/>
              </a:prstClr>
            </a:outerShdw>
          </a:effectLst>
          <a:scene3d>
            <a:camera prst="orthographicFront"/>
            <a:lightRig rig="threePt" dir="t"/>
          </a:scene3d>
          <a:sp3d prstMaterial="plastic">
            <a:bevelT/>
          </a:sp3d>
        </p:spPr>
        <p:txBody>
          <a:bodyPr vert="horz" lIns="91440" tIns="45720" rIns="91440" bIns="45720" rtlCol="0" anchor="ctr">
            <a:normAutofit fontScale="90000"/>
          </a:bodyPr>
          <a:lstStyle/>
          <a:p>
            <a:br>
              <a:rPr lang="es-PE" dirty="0"/>
            </a:br>
            <a:r>
              <a:rPr lang="es-PE" dirty="0"/>
              <a:t>Evolución anual del consumo global de cobre de 2010 a 2015 (en miles de toneladas métricas)</a:t>
            </a:r>
            <a:br>
              <a:rPr lang="es-PE" dirty="0"/>
            </a:br>
            <a:endParaRPr lang="es-PE" dirty="0"/>
          </a:p>
        </p:txBody>
      </p:sp>
      <p:sp>
        <p:nvSpPr>
          <p:cNvPr id="11" name="Marcador de texto 10">
            <a:extLst>
              <a:ext uri="{FF2B5EF4-FFF2-40B4-BE49-F238E27FC236}">
                <a16:creationId xmlns:a16="http://schemas.microsoft.com/office/drawing/2014/main" id="{98ED9F04-EE32-3AB6-F4C4-0BAF9CC385C5}"/>
              </a:ext>
            </a:extLst>
          </p:cNvPr>
          <p:cNvSpPr>
            <a:spLocks noGrp="1"/>
          </p:cNvSpPr>
          <p:nvPr>
            <p:ph type="body" sz="quarter" idx="13"/>
          </p:nvPr>
        </p:nvSpPr>
        <p:spPr/>
        <p:txBody>
          <a:bodyPr/>
          <a:lstStyle/>
          <a:p>
            <a:r>
              <a:rPr lang="es-ES" dirty="0"/>
              <a:t>29/04/24</a:t>
            </a:r>
            <a:endParaRPr lang="es-PE" dirty="0"/>
          </a:p>
        </p:txBody>
      </p:sp>
      <p:sp>
        <p:nvSpPr>
          <p:cNvPr id="12" name="Marcador de texto 11">
            <a:extLst>
              <a:ext uri="{FF2B5EF4-FFF2-40B4-BE49-F238E27FC236}">
                <a16:creationId xmlns:a16="http://schemas.microsoft.com/office/drawing/2014/main" id="{B99F6E6E-974E-25C2-FB8D-703693CA7F79}"/>
              </a:ext>
            </a:extLst>
          </p:cNvPr>
          <p:cNvSpPr>
            <a:spLocks noGrp="1"/>
          </p:cNvSpPr>
          <p:nvPr>
            <p:ph type="body" sz="quarter" idx="14"/>
          </p:nvPr>
        </p:nvSpPr>
        <p:spPr/>
        <p:txBody>
          <a:bodyPr/>
          <a:lstStyle/>
          <a:p>
            <a:endParaRPr lang="es-PE"/>
          </a:p>
        </p:txBody>
      </p:sp>
      <p:sp>
        <p:nvSpPr>
          <p:cNvPr id="13" name="Marcador de texto 12">
            <a:extLst>
              <a:ext uri="{FF2B5EF4-FFF2-40B4-BE49-F238E27FC236}">
                <a16:creationId xmlns:a16="http://schemas.microsoft.com/office/drawing/2014/main" id="{313F3AE8-FFCD-1439-CEAE-7CD1DCCE1D4C}"/>
              </a:ext>
            </a:extLst>
          </p:cNvPr>
          <p:cNvSpPr>
            <a:spLocks noGrp="1"/>
          </p:cNvSpPr>
          <p:nvPr>
            <p:ph type="body" sz="quarter" idx="15"/>
          </p:nvPr>
        </p:nvSpPr>
        <p:spPr/>
        <p:txBody>
          <a:bodyPr/>
          <a:lstStyle/>
          <a:p>
            <a:r>
              <a:rPr lang="es-ES" dirty="0"/>
              <a:t>Módulo I – K.V.C.P.</a:t>
            </a:r>
            <a:endParaRPr lang="es-PE" dirty="0"/>
          </a:p>
        </p:txBody>
      </p:sp>
      <p:sp>
        <p:nvSpPr>
          <p:cNvPr id="14" name="Marcador de contenido 13">
            <a:extLst>
              <a:ext uri="{FF2B5EF4-FFF2-40B4-BE49-F238E27FC236}">
                <a16:creationId xmlns:a16="http://schemas.microsoft.com/office/drawing/2014/main" id="{9FEB1429-6A29-C22B-72BE-FAC9A6150043}"/>
              </a:ext>
            </a:extLst>
          </p:cNvPr>
          <p:cNvSpPr>
            <a:spLocks noGrp="1"/>
          </p:cNvSpPr>
          <p:nvPr>
            <p:ph idx="16"/>
          </p:nvPr>
        </p:nvSpPr>
        <p:spPr/>
        <p:txBody>
          <a:bodyPr/>
          <a:lstStyle/>
          <a:p>
            <a:endParaRPr lang="es-PE"/>
          </a:p>
        </p:txBody>
      </p:sp>
      <p:sp>
        <p:nvSpPr>
          <p:cNvPr id="16" name="Marcador de texto 15">
            <a:extLst>
              <a:ext uri="{FF2B5EF4-FFF2-40B4-BE49-F238E27FC236}">
                <a16:creationId xmlns:a16="http://schemas.microsoft.com/office/drawing/2014/main" id="{2D3C3A30-3F93-AEC5-E833-1047D12332A1}"/>
              </a:ext>
            </a:extLst>
          </p:cNvPr>
          <p:cNvSpPr>
            <a:spLocks noGrp="1"/>
          </p:cNvSpPr>
          <p:nvPr>
            <p:ph type="body" sz="quarter" idx="18"/>
          </p:nvPr>
        </p:nvSpPr>
        <p:spPr/>
        <p:txBody>
          <a:bodyPr/>
          <a:lstStyle/>
          <a:p>
            <a:endParaRPr lang="es-PE"/>
          </a:p>
        </p:txBody>
      </p:sp>
      <p:sp>
        <p:nvSpPr>
          <p:cNvPr id="15" name="Marcador de texto 14">
            <a:extLst>
              <a:ext uri="{FF2B5EF4-FFF2-40B4-BE49-F238E27FC236}">
                <a16:creationId xmlns:a16="http://schemas.microsoft.com/office/drawing/2014/main" id="{00006EC0-DEA1-3FA9-FBD4-8B8B893B2E11}"/>
              </a:ext>
            </a:extLst>
          </p:cNvPr>
          <p:cNvSpPr>
            <a:spLocks noGrp="1"/>
          </p:cNvSpPr>
          <p:nvPr>
            <p:ph type="body" sz="quarter" idx="17"/>
          </p:nvPr>
        </p:nvSpPr>
        <p:spPr/>
        <p:txBody>
          <a:bodyPr/>
          <a:lstStyle/>
          <a:p>
            <a:endParaRPr lang="es-PE"/>
          </a:p>
        </p:txBody>
      </p:sp>
      <p:sp>
        <p:nvSpPr>
          <p:cNvPr id="17" name="Marcador de texto 16">
            <a:extLst>
              <a:ext uri="{FF2B5EF4-FFF2-40B4-BE49-F238E27FC236}">
                <a16:creationId xmlns:a16="http://schemas.microsoft.com/office/drawing/2014/main" id="{ED91DE4F-09EF-3BAC-7880-A2BB27EDF6A6}"/>
              </a:ext>
            </a:extLst>
          </p:cNvPr>
          <p:cNvSpPr>
            <a:spLocks noGrp="1"/>
          </p:cNvSpPr>
          <p:nvPr>
            <p:ph type="body" sz="quarter" idx="19"/>
          </p:nvPr>
        </p:nvSpPr>
        <p:spPr/>
        <p:txBody>
          <a:bodyPr/>
          <a:lstStyle/>
          <a:p>
            <a:endParaRPr lang="es-PE"/>
          </a:p>
        </p:txBody>
      </p:sp>
      <p:sp>
        <p:nvSpPr>
          <p:cNvPr id="18" name="Marcador de texto 17">
            <a:extLst>
              <a:ext uri="{FF2B5EF4-FFF2-40B4-BE49-F238E27FC236}">
                <a16:creationId xmlns:a16="http://schemas.microsoft.com/office/drawing/2014/main" id="{B6B5CBA4-1C40-E514-5EDC-64C33EEFD5A8}"/>
              </a:ext>
            </a:extLst>
          </p:cNvPr>
          <p:cNvSpPr>
            <a:spLocks noGrp="1"/>
          </p:cNvSpPr>
          <p:nvPr>
            <p:ph type="body" sz="quarter" idx="20"/>
          </p:nvPr>
        </p:nvSpPr>
        <p:spPr/>
        <p:txBody>
          <a:bodyPr/>
          <a:lstStyle/>
          <a:p>
            <a:endParaRPr lang="es-PE"/>
          </a:p>
        </p:txBody>
      </p:sp>
      <p:graphicFrame>
        <p:nvGraphicFramePr>
          <p:cNvPr id="19" name="ChartObject">
            <a:extLst>
              <a:ext uri="{FF2B5EF4-FFF2-40B4-BE49-F238E27FC236}">
                <a16:creationId xmlns:a16="http://schemas.microsoft.com/office/drawing/2014/main" id="{83637900-4051-FDB9-38A9-F1E54E9DAD40}"/>
              </a:ext>
            </a:extLst>
          </p:cNvPr>
          <p:cNvGraphicFramePr>
            <a:graphicFrameLocks noGrp="1"/>
          </p:cNvGraphicFramePr>
          <p:nvPr>
            <p:ph idx="1"/>
            <p:extLst>
              <p:ext uri="{D42A27DB-BD31-4B8C-83A1-F6EECF244321}">
                <p14:modId xmlns:p14="http://schemas.microsoft.com/office/powerpoint/2010/main" val="1999959243"/>
              </p:ext>
            </p:extLst>
          </p:nvPr>
        </p:nvGraphicFramePr>
        <p:xfrm>
          <a:off x="838200" y="1838325"/>
          <a:ext cx="5219700" cy="4140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3129234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899CAB-69C6-F11A-3713-6F131B852770}"/>
              </a:ext>
            </a:extLst>
          </p:cNvPr>
          <p:cNvSpPr>
            <a:spLocks noGrp="1"/>
          </p:cNvSpPr>
          <p:nvPr>
            <p:ph type="title"/>
          </p:nvPr>
        </p:nvSpPr>
        <p:spPr>
          <a:solidFill>
            <a:schemeClr val="accent6"/>
          </a:solidFill>
          <a:ln>
            <a:noFill/>
          </a:ln>
          <a:effectLst>
            <a:outerShdw blurRad="152400" dist="317500" dir="5400000" sx="90000" sy="-19000" rotWithShape="0">
              <a:prstClr val="black">
                <a:alpha val="15000"/>
              </a:prstClr>
            </a:outerShdw>
          </a:effectLst>
          <a:scene3d>
            <a:camera prst="orthographicFront"/>
            <a:lightRig rig="threePt" dir="t"/>
          </a:scene3d>
          <a:sp3d prstMaterial="plastic">
            <a:bevelT/>
          </a:sp3d>
        </p:spPr>
        <p:txBody>
          <a:bodyPr vert="horz" lIns="91440" tIns="45720" rIns="91440" bIns="45720" rtlCol="0" anchor="ctr">
            <a:normAutofit fontScale="90000"/>
          </a:bodyPr>
          <a:lstStyle/>
          <a:p>
            <a:br>
              <a:rPr lang="es-PE" dirty="0"/>
            </a:br>
            <a:r>
              <a:rPr lang="es-PE" dirty="0"/>
              <a:t>Evolución anual de la producción de cobre a nivel mundial de 2006 a 2023 (en miles de toneladas métricas)</a:t>
            </a:r>
            <a:br>
              <a:rPr lang="es-PE" dirty="0"/>
            </a:br>
            <a:endParaRPr lang="es-PE" dirty="0"/>
          </a:p>
        </p:txBody>
      </p:sp>
      <p:sp>
        <p:nvSpPr>
          <p:cNvPr id="3" name="Marcador de texto 2">
            <a:extLst>
              <a:ext uri="{FF2B5EF4-FFF2-40B4-BE49-F238E27FC236}">
                <a16:creationId xmlns:a16="http://schemas.microsoft.com/office/drawing/2014/main" id="{52497AE9-1D1B-0856-736F-3E03C0BC1FF3}"/>
              </a:ext>
            </a:extLst>
          </p:cNvPr>
          <p:cNvSpPr>
            <a:spLocks noGrp="1"/>
          </p:cNvSpPr>
          <p:nvPr>
            <p:ph type="body" sz="quarter" idx="13"/>
          </p:nvPr>
        </p:nvSpPr>
        <p:spPr/>
        <p:txBody>
          <a:bodyPr/>
          <a:lstStyle/>
          <a:p>
            <a:r>
              <a:rPr lang="es-ES" dirty="0"/>
              <a:t>29/04/24</a:t>
            </a:r>
            <a:endParaRPr lang="es-PE" dirty="0"/>
          </a:p>
        </p:txBody>
      </p:sp>
      <p:sp>
        <p:nvSpPr>
          <p:cNvPr id="4" name="Marcador de texto 3">
            <a:extLst>
              <a:ext uri="{FF2B5EF4-FFF2-40B4-BE49-F238E27FC236}">
                <a16:creationId xmlns:a16="http://schemas.microsoft.com/office/drawing/2014/main" id="{657B24D0-0EC3-6E71-C16F-1C23B196C5DA}"/>
              </a:ext>
            </a:extLst>
          </p:cNvPr>
          <p:cNvSpPr>
            <a:spLocks noGrp="1"/>
          </p:cNvSpPr>
          <p:nvPr>
            <p:ph type="body" sz="quarter" idx="14"/>
          </p:nvPr>
        </p:nvSpPr>
        <p:spPr/>
        <p:txBody>
          <a:bodyPr/>
          <a:lstStyle/>
          <a:p>
            <a:endParaRPr lang="es-PE"/>
          </a:p>
        </p:txBody>
      </p:sp>
      <p:sp>
        <p:nvSpPr>
          <p:cNvPr id="5" name="Marcador de texto 4">
            <a:extLst>
              <a:ext uri="{FF2B5EF4-FFF2-40B4-BE49-F238E27FC236}">
                <a16:creationId xmlns:a16="http://schemas.microsoft.com/office/drawing/2014/main" id="{D26CC550-B5BA-B63B-7ACA-7D584B354A9E}"/>
              </a:ext>
            </a:extLst>
          </p:cNvPr>
          <p:cNvSpPr>
            <a:spLocks noGrp="1"/>
          </p:cNvSpPr>
          <p:nvPr>
            <p:ph type="body" sz="quarter" idx="15"/>
          </p:nvPr>
        </p:nvSpPr>
        <p:spPr/>
        <p:txBody>
          <a:bodyPr/>
          <a:lstStyle/>
          <a:p>
            <a:r>
              <a:rPr lang="es-ES" dirty="0"/>
              <a:t>Módulo I – K.V.C.P.</a:t>
            </a:r>
            <a:endParaRPr lang="es-PE" dirty="0"/>
          </a:p>
        </p:txBody>
      </p:sp>
      <p:sp>
        <p:nvSpPr>
          <p:cNvPr id="7" name="Marcador de texto 6">
            <a:extLst>
              <a:ext uri="{FF2B5EF4-FFF2-40B4-BE49-F238E27FC236}">
                <a16:creationId xmlns:a16="http://schemas.microsoft.com/office/drawing/2014/main" id="{BE03D1F6-004F-471F-A6C7-AE17806FF832}"/>
              </a:ext>
            </a:extLst>
          </p:cNvPr>
          <p:cNvSpPr>
            <a:spLocks noGrp="1"/>
          </p:cNvSpPr>
          <p:nvPr>
            <p:ph type="body" sz="quarter" idx="17"/>
          </p:nvPr>
        </p:nvSpPr>
        <p:spPr/>
        <p:txBody>
          <a:bodyPr/>
          <a:lstStyle/>
          <a:p>
            <a:endParaRPr lang="es-PE"/>
          </a:p>
        </p:txBody>
      </p:sp>
      <p:sp>
        <p:nvSpPr>
          <p:cNvPr id="8" name="Marcador de texto 7">
            <a:extLst>
              <a:ext uri="{FF2B5EF4-FFF2-40B4-BE49-F238E27FC236}">
                <a16:creationId xmlns:a16="http://schemas.microsoft.com/office/drawing/2014/main" id="{84950434-7186-F191-E8FD-7644BA4FBECB}"/>
              </a:ext>
            </a:extLst>
          </p:cNvPr>
          <p:cNvSpPr>
            <a:spLocks noGrp="1"/>
          </p:cNvSpPr>
          <p:nvPr>
            <p:ph type="body" sz="quarter" idx="18"/>
          </p:nvPr>
        </p:nvSpPr>
        <p:spPr/>
        <p:txBody>
          <a:bodyPr/>
          <a:lstStyle/>
          <a:p>
            <a:endParaRPr lang="es-PE"/>
          </a:p>
        </p:txBody>
      </p:sp>
      <p:graphicFrame>
        <p:nvGraphicFramePr>
          <p:cNvPr id="9" name="ChartObject">
            <a:extLst>
              <a:ext uri="{FF2B5EF4-FFF2-40B4-BE49-F238E27FC236}">
                <a16:creationId xmlns:a16="http://schemas.microsoft.com/office/drawing/2014/main" id="{95480B26-9905-C08D-65BD-E3DE2ABEA1C5}"/>
              </a:ext>
            </a:extLst>
          </p:cNvPr>
          <p:cNvGraphicFramePr>
            <a:graphicFrameLocks noGrp="1"/>
          </p:cNvGraphicFramePr>
          <p:nvPr>
            <p:ph idx="16"/>
            <p:extLst>
              <p:ext uri="{D42A27DB-BD31-4B8C-83A1-F6EECF244321}">
                <p14:modId xmlns:p14="http://schemas.microsoft.com/office/powerpoint/2010/main" val="1584869988"/>
              </p:ext>
            </p:extLst>
          </p:nvPr>
        </p:nvGraphicFramePr>
        <p:xfrm>
          <a:off x="838200" y="1836738"/>
          <a:ext cx="10515600" cy="413861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8126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4170A8-1077-CF55-528A-15C3DDE7D403}"/>
              </a:ext>
            </a:extLst>
          </p:cNvPr>
          <p:cNvSpPr>
            <a:spLocks noGrp="1"/>
          </p:cNvSpPr>
          <p:nvPr>
            <p:ph type="title"/>
          </p:nvPr>
        </p:nvSpPr>
        <p:spPr>
          <a:solidFill>
            <a:schemeClr val="accent6"/>
          </a:solidFill>
          <a:ln>
            <a:noFill/>
          </a:ln>
          <a:effectLst>
            <a:outerShdw blurRad="152400" dist="317500" dir="5400000" sx="90000" sy="-19000" rotWithShape="0">
              <a:prstClr val="black">
                <a:alpha val="15000"/>
              </a:prstClr>
            </a:outerShdw>
          </a:effectLst>
          <a:scene3d>
            <a:camera prst="orthographicFront"/>
            <a:lightRig rig="threePt" dir="t"/>
          </a:scene3d>
          <a:sp3d prstMaterial="plastic">
            <a:bevelT/>
          </a:sp3d>
        </p:spPr>
        <p:txBody>
          <a:bodyPr vert="horz" lIns="91440" tIns="45720" rIns="91440" bIns="45720" rtlCol="0" anchor="ctr">
            <a:normAutofit fontScale="90000"/>
          </a:bodyPr>
          <a:lstStyle/>
          <a:p>
            <a:br>
              <a:rPr lang="es-PE" dirty="0"/>
            </a:br>
            <a:r>
              <a:rPr lang="es-PE" dirty="0"/>
              <a:t>Ranking de los principales países productores de cobre a nivel mundial en 2023 (en miles de toneladas métricas)</a:t>
            </a:r>
            <a:br>
              <a:rPr lang="es-PE" dirty="0"/>
            </a:br>
            <a:endParaRPr lang="es-PE" dirty="0"/>
          </a:p>
        </p:txBody>
      </p:sp>
      <p:sp>
        <p:nvSpPr>
          <p:cNvPr id="4" name="Marcador de texto 3">
            <a:extLst>
              <a:ext uri="{FF2B5EF4-FFF2-40B4-BE49-F238E27FC236}">
                <a16:creationId xmlns:a16="http://schemas.microsoft.com/office/drawing/2014/main" id="{D48D1203-1F9C-4D78-D978-B85C13487BB2}"/>
              </a:ext>
            </a:extLst>
          </p:cNvPr>
          <p:cNvSpPr>
            <a:spLocks noGrp="1"/>
          </p:cNvSpPr>
          <p:nvPr>
            <p:ph type="body" sz="quarter" idx="13"/>
          </p:nvPr>
        </p:nvSpPr>
        <p:spPr/>
        <p:txBody>
          <a:bodyPr/>
          <a:lstStyle/>
          <a:p>
            <a:r>
              <a:rPr lang="es-ES" dirty="0"/>
              <a:t>29/04/24</a:t>
            </a:r>
            <a:endParaRPr lang="es-PE" dirty="0"/>
          </a:p>
        </p:txBody>
      </p:sp>
      <p:sp>
        <p:nvSpPr>
          <p:cNvPr id="5" name="Marcador de texto 4">
            <a:extLst>
              <a:ext uri="{FF2B5EF4-FFF2-40B4-BE49-F238E27FC236}">
                <a16:creationId xmlns:a16="http://schemas.microsoft.com/office/drawing/2014/main" id="{B1385670-854A-8FF0-90A8-0D15741B4A73}"/>
              </a:ext>
            </a:extLst>
          </p:cNvPr>
          <p:cNvSpPr>
            <a:spLocks noGrp="1"/>
          </p:cNvSpPr>
          <p:nvPr>
            <p:ph type="body" sz="quarter" idx="14"/>
          </p:nvPr>
        </p:nvSpPr>
        <p:spPr/>
        <p:txBody>
          <a:bodyPr/>
          <a:lstStyle/>
          <a:p>
            <a:endParaRPr lang="es-PE"/>
          </a:p>
        </p:txBody>
      </p:sp>
      <p:sp>
        <p:nvSpPr>
          <p:cNvPr id="6" name="Marcador de texto 5">
            <a:extLst>
              <a:ext uri="{FF2B5EF4-FFF2-40B4-BE49-F238E27FC236}">
                <a16:creationId xmlns:a16="http://schemas.microsoft.com/office/drawing/2014/main" id="{653BBF56-4A32-25A3-E4C9-659754513541}"/>
              </a:ext>
            </a:extLst>
          </p:cNvPr>
          <p:cNvSpPr>
            <a:spLocks noGrp="1"/>
          </p:cNvSpPr>
          <p:nvPr>
            <p:ph type="body" sz="quarter" idx="15"/>
          </p:nvPr>
        </p:nvSpPr>
        <p:spPr/>
        <p:txBody>
          <a:bodyPr/>
          <a:lstStyle/>
          <a:p>
            <a:r>
              <a:rPr lang="es-ES" dirty="0"/>
              <a:t>Módulo I – K.V.C.P.</a:t>
            </a:r>
            <a:endParaRPr lang="es-PE" dirty="0"/>
          </a:p>
        </p:txBody>
      </p:sp>
      <p:sp>
        <p:nvSpPr>
          <p:cNvPr id="8" name="Marcador de texto 7">
            <a:extLst>
              <a:ext uri="{FF2B5EF4-FFF2-40B4-BE49-F238E27FC236}">
                <a16:creationId xmlns:a16="http://schemas.microsoft.com/office/drawing/2014/main" id="{7664FAA8-C6E6-6648-1EC8-7265EDDD6C87}"/>
              </a:ext>
            </a:extLst>
          </p:cNvPr>
          <p:cNvSpPr>
            <a:spLocks noGrp="1"/>
          </p:cNvSpPr>
          <p:nvPr>
            <p:ph type="body" sz="quarter" idx="18"/>
          </p:nvPr>
        </p:nvSpPr>
        <p:spPr/>
        <p:txBody>
          <a:bodyPr/>
          <a:lstStyle/>
          <a:p>
            <a:endParaRPr lang="es-PE"/>
          </a:p>
        </p:txBody>
      </p:sp>
      <p:sp>
        <p:nvSpPr>
          <p:cNvPr id="9" name="Marcador de texto 8">
            <a:extLst>
              <a:ext uri="{FF2B5EF4-FFF2-40B4-BE49-F238E27FC236}">
                <a16:creationId xmlns:a16="http://schemas.microsoft.com/office/drawing/2014/main" id="{3F990C4D-F499-94ED-4699-911E41F942AD}"/>
              </a:ext>
            </a:extLst>
          </p:cNvPr>
          <p:cNvSpPr>
            <a:spLocks noGrp="1"/>
          </p:cNvSpPr>
          <p:nvPr>
            <p:ph type="body" sz="quarter" idx="17"/>
          </p:nvPr>
        </p:nvSpPr>
        <p:spPr/>
        <p:txBody>
          <a:bodyPr/>
          <a:lstStyle/>
          <a:p>
            <a:endParaRPr lang="es-PE"/>
          </a:p>
        </p:txBody>
      </p:sp>
      <p:sp>
        <p:nvSpPr>
          <p:cNvPr id="10" name="Marcador de texto 9">
            <a:extLst>
              <a:ext uri="{FF2B5EF4-FFF2-40B4-BE49-F238E27FC236}">
                <a16:creationId xmlns:a16="http://schemas.microsoft.com/office/drawing/2014/main" id="{856051A1-9DD8-786C-C166-CF7E26A7EA70}"/>
              </a:ext>
            </a:extLst>
          </p:cNvPr>
          <p:cNvSpPr>
            <a:spLocks noGrp="1"/>
          </p:cNvSpPr>
          <p:nvPr>
            <p:ph type="body" sz="quarter" idx="19"/>
          </p:nvPr>
        </p:nvSpPr>
        <p:spPr/>
        <p:txBody>
          <a:bodyPr/>
          <a:lstStyle/>
          <a:p>
            <a:endParaRPr lang="es-PE"/>
          </a:p>
        </p:txBody>
      </p:sp>
      <p:sp>
        <p:nvSpPr>
          <p:cNvPr id="11" name="Marcador de texto 10">
            <a:extLst>
              <a:ext uri="{FF2B5EF4-FFF2-40B4-BE49-F238E27FC236}">
                <a16:creationId xmlns:a16="http://schemas.microsoft.com/office/drawing/2014/main" id="{B07B7B3E-F862-76C5-84D2-FE449D7DBD6D}"/>
              </a:ext>
            </a:extLst>
          </p:cNvPr>
          <p:cNvSpPr>
            <a:spLocks noGrp="1"/>
          </p:cNvSpPr>
          <p:nvPr>
            <p:ph type="body" sz="quarter" idx="20"/>
          </p:nvPr>
        </p:nvSpPr>
        <p:spPr/>
        <p:txBody>
          <a:bodyPr/>
          <a:lstStyle/>
          <a:p>
            <a:endParaRPr lang="es-PE"/>
          </a:p>
        </p:txBody>
      </p:sp>
      <p:graphicFrame>
        <p:nvGraphicFramePr>
          <p:cNvPr id="12" name="ChartObject">
            <a:extLst>
              <a:ext uri="{FF2B5EF4-FFF2-40B4-BE49-F238E27FC236}">
                <a16:creationId xmlns:a16="http://schemas.microsoft.com/office/drawing/2014/main" id="{070FF8CC-FCFC-AD14-7D68-86CBBEF5A183}"/>
              </a:ext>
            </a:extLst>
          </p:cNvPr>
          <p:cNvGraphicFramePr>
            <a:graphicFrameLocks noGrp="1"/>
          </p:cNvGraphicFramePr>
          <p:nvPr>
            <p:ph idx="1"/>
            <p:extLst>
              <p:ext uri="{D42A27DB-BD31-4B8C-83A1-F6EECF244321}">
                <p14:modId xmlns:p14="http://schemas.microsoft.com/office/powerpoint/2010/main" val="3499902649"/>
              </p:ext>
            </p:extLst>
          </p:nvPr>
        </p:nvGraphicFramePr>
        <p:xfrm>
          <a:off x="838200" y="1838325"/>
          <a:ext cx="5219700" cy="4140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3" name="ChartObject">
            <a:extLst>
              <a:ext uri="{FF2B5EF4-FFF2-40B4-BE49-F238E27FC236}">
                <a16:creationId xmlns:a16="http://schemas.microsoft.com/office/drawing/2014/main" id="{AE14AE73-6C22-A19E-0B03-F70BEE76C616}"/>
              </a:ext>
            </a:extLst>
          </p:cNvPr>
          <p:cNvGraphicFramePr>
            <a:graphicFrameLocks noGrp="1"/>
          </p:cNvGraphicFramePr>
          <p:nvPr>
            <p:ph idx="16"/>
            <p:extLst>
              <p:ext uri="{D42A27DB-BD31-4B8C-83A1-F6EECF244321}">
                <p14:modId xmlns:p14="http://schemas.microsoft.com/office/powerpoint/2010/main" val="1620403050"/>
              </p:ext>
            </p:extLst>
          </p:nvPr>
        </p:nvGraphicFramePr>
        <p:xfrm>
          <a:off x="6134100" y="1838325"/>
          <a:ext cx="5219700" cy="4140200"/>
        </p:xfrm>
        <a:graphic>
          <a:graphicData uri="http://schemas.openxmlformats.org/drawingml/2006/chart">
            <c:chart xmlns:c="http://schemas.openxmlformats.org/drawingml/2006/chart" xmlns:r="http://schemas.openxmlformats.org/officeDocument/2006/relationships" r:id="rId3"/>
          </a:graphicData>
        </a:graphic>
      </p:graphicFrame>
      <p:sp>
        <p:nvSpPr>
          <p:cNvPr id="14" name="CuadroTexto 13">
            <a:extLst>
              <a:ext uri="{FF2B5EF4-FFF2-40B4-BE49-F238E27FC236}">
                <a16:creationId xmlns:a16="http://schemas.microsoft.com/office/drawing/2014/main" id="{E14CB084-418C-E3C0-D989-D5722BF655D8}"/>
              </a:ext>
            </a:extLst>
          </p:cNvPr>
          <p:cNvSpPr txBox="1"/>
          <p:nvPr/>
        </p:nvSpPr>
        <p:spPr>
          <a:xfrm>
            <a:off x="8667750" y="2005294"/>
            <a:ext cx="2289140" cy="1600438"/>
          </a:xfrm>
          <a:prstGeom prst="rect">
            <a:avLst/>
          </a:prstGeom>
          <a:noFill/>
        </p:spPr>
        <p:txBody>
          <a:bodyPr wrap="square" rtlCol="0">
            <a:spAutoFit/>
          </a:bodyPr>
          <a:lstStyle/>
          <a:p>
            <a:r>
              <a:rPr lang="es-PE" sz="1400" b="1" dirty="0">
                <a:solidFill>
                  <a:schemeClr val="tx1"/>
                </a:solidFill>
                <a:latin typeface="Open Sans Light"/>
              </a:rPr>
              <a:t>Principales empresas productoras de cobre en Chile en 2020, por volumen de producción (en miles de toneladas métricas)</a:t>
            </a:r>
          </a:p>
          <a:p>
            <a:endParaRPr lang="es-PE" sz="1400" b="1" dirty="0"/>
          </a:p>
        </p:txBody>
      </p:sp>
    </p:spTree>
    <p:extLst>
      <p:ext uri="{BB962C8B-B14F-4D97-AF65-F5344CB8AC3E}">
        <p14:creationId xmlns:p14="http://schemas.microsoft.com/office/powerpoint/2010/main" val="13705541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ítulo 11">
            <a:extLst>
              <a:ext uri="{FF2B5EF4-FFF2-40B4-BE49-F238E27FC236}">
                <a16:creationId xmlns:a16="http://schemas.microsoft.com/office/drawing/2014/main" id="{96844136-B582-6D96-3B6E-62E8F0F11A6A}"/>
              </a:ext>
            </a:extLst>
          </p:cNvPr>
          <p:cNvSpPr>
            <a:spLocks noGrp="1"/>
          </p:cNvSpPr>
          <p:nvPr>
            <p:ph type="title"/>
          </p:nvPr>
        </p:nvSpPr>
        <p:spPr>
          <a:solidFill>
            <a:schemeClr val="accent6"/>
          </a:solidFill>
          <a:ln>
            <a:noFill/>
          </a:ln>
          <a:effectLst>
            <a:outerShdw blurRad="152400" dist="317500" dir="5400000" sx="90000" sy="-19000" rotWithShape="0">
              <a:prstClr val="black">
                <a:alpha val="15000"/>
              </a:prstClr>
            </a:outerShdw>
          </a:effectLst>
          <a:scene3d>
            <a:camera prst="orthographicFront"/>
            <a:lightRig rig="threePt" dir="t"/>
          </a:scene3d>
          <a:sp3d prstMaterial="plastic">
            <a:bevelT/>
          </a:sp3d>
        </p:spPr>
        <p:txBody>
          <a:bodyPr vert="horz" lIns="91440" tIns="45720" rIns="91440" bIns="45720" rtlCol="0" anchor="ctr">
            <a:noAutofit/>
          </a:bodyPr>
          <a:lstStyle/>
          <a:p>
            <a:br>
              <a:rPr lang="es-PE" sz="2000" dirty="0"/>
            </a:br>
            <a:r>
              <a:rPr lang="es-PE" sz="2000" dirty="0"/>
              <a:t>Ranking de las mayores minas de cobre a nivel mundial en 2023, por capacidad de producción (en miles de toneladas métricas)</a:t>
            </a:r>
            <a:br>
              <a:rPr lang="es-PE" sz="2000" dirty="0"/>
            </a:br>
            <a:endParaRPr lang="es-PE" sz="2000" dirty="0"/>
          </a:p>
        </p:txBody>
      </p:sp>
      <p:sp>
        <p:nvSpPr>
          <p:cNvPr id="13" name="Marcador de texto 12">
            <a:extLst>
              <a:ext uri="{FF2B5EF4-FFF2-40B4-BE49-F238E27FC236}">
                <a16:creationId xmlns:a16="http://schemas.microsoft.com/office/drawing/2014/main" id="{96F376DE-8C18-EDC5-1202-64723CF02106}"/>
              </a:ext>
            </a:extLst>
          </p:cNvPr>
          <p:cNvSpPr>
            <a:spLocks noGrp="1"/>
          </p:cNvSpPr>
          <p:nvPr>
            <p:ph type="body" sz="quarter" idx="13"/>
          </p:nvPr>
        </p:nvSpPr>
        <p:spPr/>
        <p:txBody>
          <a:bodyPr/>
          <a:lstStyle/>
          <a:p>
            <a:r>
              <a:rPr lang="es-ES" dirty="0"/>
              <a:t>29/04/24</a:t>
            </a:r>
            <a:endParaRPr lang="es-PE" dirty="0"/>
          </a:p>
        </p:txBody>
      </p:sp>
      <p:sp>
        <p:nvSpPr>
          <p:cNvPr id="14" name="Marcador de texto 13">
            <a:extLst>
              <a:ext uri="{FF2B5EF4-FFF2-40B4-BE49-F238E27FC236}">
                <a16:creationId xmlns:a16="http://schemas.microsoft.com/office/drawing/2014/main" id="{860BCEFB-2EEA-C7A3-E65D-A6C75FF3E927}"/>
              </a:ext>
            </a:extLst>
          </p:cNvPr>
          <p:cNvSpPr>
            <a:spLocks noGrp="1"/>
          </p:cNvSpPr>
          <p:nvPr>
            <p:ph type="body" sz="quarter" idx="14"/>
          </p:nvPr>
        </p:nvSpPr>
        <p:spPr/>
        <p:txBody>
          <a:bodyPr/>
          <a:lstStyle/>
          <a:p>
            <a:endParaRPr lang="es-PE"/>
          </a:p>
        </p:txBody>
      </p:sp>
      <p:sp>
        <p:nvSpPr>
          <p:cNvPr id="15" name="Marcador de texto 14">
            <a:extLst>
              <a:ext uri="{FF2B5EF4-FFF2-40B4-BE49-F238E27FC236}">
                <a16:creationId xmlns:a16="http://schemas.microsoft.com/office/drawing/2014/main" id="{44207873-AF59-E999-C3E3-4AC3B5E53B01}"/>
              </a:ext>
            </a:extLst>
          </p:cNvPr>
          <p:cNvSpPr>
            <a:spLocks noGrp="1"/>
          </p:cNvSpPr>
          <p:nvPr>
            <p:ph type="body" sz="quarter" idx="15"/>
          </p:nvPr>
        </p:nvSpPr>
        <p:spPr/>
        <p:txBody>
          <a:bodyPr/>
          <a:lstStyle/>
          <a:p>
            <a:r>
              <a:rPr lang="es-ES" dirty="0"/>
              <a:t>Módulo I – K.V.C.P.</a:t>
            </a:r>
            <a:endParaRPr lang="es-PE" dirty="0"/>
          </a:p>
        </p:txBody>
      </p:sp>
      <p:sp>
        <p:nvSpPr>
          <p:cNvPr id="17" name="Marcador de texto 16">
            <a:extLst>
              <a:ext uri="{FF2B5EF4-FFF2-40B4-BE49-F238E27FC236}">
                <a16:creationId xmlns:a16="http://schemas.microsoft.com/office/drawing/2014/main" id="{05B0C8C9-633F-5219-729F-4431B4562B39}"/>
              </a:ext>
            </a:extLst>
          </p:cNvPr>
          <p:cNvSpPr>
            <a:spLocks noGrp="1"/>
          </p:cNvSpPr>
          <p:nvPr>
            <p:ph type="body" sz="quarter" idx="17"/>
          </p:nvPr>
        </p:nvSpPr>
        <p:spPr/>
        <p:txBody>
          <a:bodyPr/>
          <a:lstStyle/>
          <a:p>
            <a:endParaRPr lang="es-PE"/>
          </a:p>
        </p:txBody>
      </p:sp>
      <p:sp>
        <p:nvSpPr>
          <p:cNvPr id="18" name="Marcador de texto 17">
            <a:extLst>
              <a:ext uri="{FF2B5EF4-FFF2-40B4-BE49-F238E27FC236}">
                <a16:creationId xmlns:a16="http://schemas.microsoft.com/office/drawing/2014/main" id="{B56454CE-B305-D2BF-B614-50AD8D43E08D}"/>
              </a:ext>
            </a:extLst>
          </p:cNvPr>
          <p:cNvSpPr>
            <a:spLocks noGrp="1"/>
          </p:cNvSpPr>
          <p:nvPr>
            <p:ph type="body" sz="quarter" idx="18"/>
          </p:nvPr>
        </p:nvSpPr>
        <p:spPr/>
        <p:txBody>
          <a:bodyPr/>
          <a:lstStyle/>
          <a:p>
            <a:endParaRPr lang="es-PE"/>
          </a:p>
        </p:txBody>
      </p:sp>
      <p:graphicFrame>
        <p:nvGraphicFramePr>
          <p:cNvPr id="19" name="ChartObject">
            <a:extLst>
              <a:ext uri="{FF2B5EF4-FFF2-40B4-BE49-F238E27FC236}">
                <a16:creationId xmlns:a16="http://schemas.microsoft.com/office/drawing/2014/main" id="{70801BA6-7510-976B-A192-E39499660E8F}"/>
              </a:ext>
            </a:extLst>
          </p:cNvPr>
          <p:cNvGraphicFramePr>
            <a:graphicFrameLocks noGrp="1"/>
          </p:cNvGraphicFramePr>
          <p:nvPr>
            <p:ph idx="16"/>
            <p:extLst>
              <p:ext uri="{D42A27DB-BD31-4B8C-83A1-F6EECF244321}">
                <p14:modId xmlns:p14="http://schemas.microsoft.com/office/powerpoint/2010/main" val="2763870777"/>
              </p:ext>
            </p:extLst>
          </p:nvPr>
        </p:nvGraphicFramePr>
        <p:xfrm>
          <a:off x="838200" y="1836738"/>
          <a:ext cx="10515600" cy="413861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1852915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5381496"/>
      </p:ext>
    </p:extLst>
  </p:cSld>
  <p:clrMapOvr>
    <a:masterClrMapping/>
  </p:clrMapOvr>
</p:sld>
</file>

<file path=ppt/theme/theme1.xml><?xml version="1.0" encoding="utf-8"?>
<a:theme xmlns:a="http://schemas.openxmlformats.org/drawingml/2006/main" name="Tema de Office">
  <a:themeElements>
    <a:clrScheme name="Azul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4207</TotalTime>
  <Words>816</Words>
  <Application>Microsoft Office PowerPoint</Application>
  <PresentationFormat>Panorámica</PresentationFormat>
  <Paragraphs>199</Paragraphs>
  <Slides>18</Slides>
  <Notes>0</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18</vt:i4>
      </vt:variant>
    </vt:vector>
  </HeadingPairs>
  <TitlesOfParts>
    <vt:vector size="27" baseType="lpstr">
      <vt:lpstr>Algerian</vt:lpstr>
      <vt:lpstr>Aptos</vt:lpstr>
      <vt:lpstr>Arial</vt:lpstr>
      <vt:lpstr>Calibri</vt:lpstr>
      <vt:lpstr>Calibri Light</vt:lpstr>
      <vt:lpstr>Open Sans Light</vt:lpstr>
      <vt:lpstr>Prompt</vt:lpstr>
      <vt:lpstr>PT Serif</vt:lpstr>
      <vt:lpstr>Tema de Office</vt:lpstr>
      <vt:lpstr>Presentación de PowerPoint</vt:lpstr>
      <vt:lpstr>Módulo 1</vt:lpstr>
      <vt:lpstr>Precio del Cobre.</vt:lpstr>
      <vt:lpstr>Usos del cobre.</vt:lpstr>
      <vt:lpstr>Consumo de cobre por sector del mercado año 2016 en porcentaje.</vt:lpstr>
      <vt:lpstr>Consumo de cobre por sector del mercado en miles de toneladas.</vt:lpstr>
      <vt:lpstr>Presentación de PowerPoint</vt:lpstr>
      <vt:lpstr>Presentación de PowerPoint</vt:lpstr>
      <vt:lpstr> Precio DE CU 2000 - 2024 </vt:lpstr>
      <vt:lpstr> Precio del cu – lme – 1935 - 2024 </vt:lpstr>
      <vt:lpstr>Precio del cu - lme - (1970 – 2000)</vt:lpstr>
      <vt:lpstr>Precio del cu – lme – (1935 – 2000)</vt:lpstr>
      <vt:lpstr> Demanda mundial de cobre en 2017 y 2018, por región (en miles de toneladas métricas). </vt:lpstr>
      <vt:lpstr> Evolución anual del consumo global de cobre de 2010 a 2015 (en miles de toneladas métricas) </vt:lpstr>
      <vt:lpstr> Evolución anual de la producción de cobre a nivel mundial de 2006 a 2023 (en miles de toneladas métricas) </vt:lpstr>
      <vt:lpstr> Ranking de los principales países productores de cobre a nivel mundial en 2023 (en miles de toneladas métricas) </vt:lpstr>
      <vt:lpstr> Ranking de las mayores minas de cobre a nivel mundial en 2023, por capacidad de producción (en miles de toneladas métricas) </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Ci5D2</dc:creator>
  <cp:lastModifiedBy>Kellyn Cristobal</cp:lastModifiedBy>
  <cp:revision>42</cp:revision>
  <dcterms:created xsi:type="dcterms:W3CDTF">2022-04-19T18:02:09Z</dcterms:created>
  <dcterms:modified xsi:type="dcterms:W3CDTF">2024-04-27T04:24:30Z</dcterms:modified>
</cp:coreProperties>
</file>